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6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301" r:id="rId9"/>
    <p:sldId id="267" r:id="rId10"/>
    <p:sldId id="269" r:id="rId11"/>
    <p:sldId id="302" r:id="rId12"/>
    <p:sldId id="276" r:id="rId13"/>
    <p:sldId id="273" r:id="rId14"/>
    <p:sldId id="281" r:id="rId15"/>
  </p:sldIdLst>
  <p:sldSz cx="9144000" cy="5143500" type="screen16x9"/>
  <p:notesSz cx="6858000" cy="9144000"/>
  <p:embeddedFontLst>
    <p:embeddedFont>
      <p:font typeface="Manrope Medium" panose="020B0604020202020204" charset="0"/>
      <p:regular r:id="rId17"/>
      <p:bold r:id="rId18"/>
    </p:embeddedFont>
    <p:embeddedFont>
      <p:font typeface="Shrikhand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4A4E2B-4D76-4DE5-8DD3-7618AC9B5AB4}">
  <a:tblStyle styleId="{0F4A4E2B-4D76-4DE5-8DD3-7618AC9B5A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5033" autoAdjust="0"/>
  </p:normalViewPr>
  <p:slideViewPr>
    <p:cSldViewPr snapToGrid="0">
      <p:cViewPr varScale="1">
        <p:scale>
          <a:sx n="104" d="100"/>
          <a:sy n="104" d="100"/>
        </p:scale>
        <p:origin x="936" y="1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451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Enero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Mayo</c:v>
                </c:pt>
                <c:pt idx="5">
                  <c:v>Jun</c:v>
                </c:pt>
                <c:pt idx="6">
                  <c:v>Jul</c:v>
                </c:pt>
                <c:pt idx="7">
                  <c:v>Agost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A5-4424-88C2-2CB9F07AA4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9259200"/>
        <c:axId val="889262080"/>
      </c:lineChart>
      <c:catAx>
        <c:axId val="889259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9262080"/>
        <c:crosses val="autoZero"/>
        <c:auto val="1"/>
        <c:lblAlgn val="ctr"/>
        <c:lblOffset val="100"/>
        <c:noMultiLvlLbl val="0"/>
      </c:catAx>
      <c:valAx>
        <c:axId val="889262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9259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272391823912139"/>
          <c:y val="0.32923119658305139"/>
          <c:w val="0.40007399787246162"/>
          <c:h val="0.6707688034169485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C3B-4A92-9F27-69066C911BB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C3B-4A92-9F27-69066C911BB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C3B-4A92-9F27-69066C911BB9}"/>
              </c:ext>
            </c:extLst>
          </c:dPt>
          <c:cat>
            <c:strRef>
              <c:f>Sheet1!$A$2:$A$4</c:f>
              <c:strCache>
                <c:ptCount val="3"/>
                <c:pt idx="0">
                  <c:v>Fiesta</c:v>
                </c:pt>
                <c:pt idx="1">
                  <c:v>Cole</c:v>
                </c:pt>
                <c:pt idx="2">
                  <c:v>Trabajando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1D-431D-91DA-75F0B78583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2003</c:v>
                </c:pt>
              </c:strCache>
            </c:strRef>
          </c:tx>
          <c:spPr>
            <a:solidFill>
              <a:schemeClr val="accent2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09-43D3-A5E7-23F25DC44D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2004</c:v>
                </c:pt>
              </c:strCache>
            </c:strRef>
          </c:tx>
          <c:spPr>
            <a:solidFill>
              <a:schemeClr val="accent2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09-43D3-A5E7-23F25DC44D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05894624"/>
        <c:axId val="1105883104"/>
      </c:barChart>
      <c:catAx>
        <c:axId val="11058946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05883104"/>
        <c:crosses val="autoZero"/>
        <c:auto val="1"/>
        <c:lblAlgn val="ctr"/>
        <c:lblOffset val="100"/>
        <c:noMultiLvlLbl val="0"/>
      </c:catAx>
      <c:valAx>
        <c:axId val="1105883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5894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1" name="Google Shape;16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20347076bf8_0_148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20347076bf8_0_148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2042507b739_0_27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2042507b739_0_27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042507b739_0_21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042507b739_0_21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2042507b739_0_2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2042507b739_0_27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2042507b739_0_210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2042507b739_0_210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2042507b739_0_27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5" name="Google Shape;1925;g2042507b739_0_27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2042507b739_0_210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2042507b739_0_210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979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2042507b739_0_21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2042507b739_0_21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20347076bf8_0_16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20347076bf8_0_16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3">
          <a:extLst>
            <a:ext uri="{FF2B5EF4-FFF2-40B4-BE49-F238E27FC236}">
              <a16:creationId xmlns:a16="http://schemas.microsoft.com/office/drawing/2014/main" id="{7D427B5D-B67D-91E7-DBCA-38E5F67A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2042507b739_0_2773:notes">
            <a:extLst>
              <a:ext uri="{FF2B5EF4-FFF2-40B4-BE49-F238E27FC236}">
                <a16:creationId xmlns:a16="http://schemas.microsoft.com/office/drawing/2014/main" id="{73A630E1-21D1-3D23-48D0-CAA1290CCD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5" name="Google Shape;1925;g2042507b739_0_2773:notes">
            <a:extLst>
              <a:ext uri="{FF2B5EF4-FFF2-40B4-BE49-F238E27FC236}">
                <a16:creationId xmlns:a16="http://schemas.microsoft.com/office/drawing/2014/main" id="{BA21D465-5A05-2FF7-3B4C-F33C08B6F3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76603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g2042507b739_0_3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7" name="Google Shape;2387;g2042507b739_0_3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g2042507b739_0_30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8" name="Google Shape;2318;g2042507b739_0_30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g2042507b739_0_20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8" name="Google Shape;2518;g2042507b739_0_207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55629" y="102331"/>
            <a:ext cx="9655520" cy="4938839"/>
            <a:chOff x="1252625" y="238125"/>
            <a:chExt cx="4632500" cy="2242175"/>
          </a:xfrm>
        </p:grpSpPr>
        <p:sp>
          <p:nvSpPr>
            <p:cNvPr id="10" name="Google Shape;10;p2"/>
            <p:cNvSpPr/>
            <p:nvPr/>
          </p:nvSpPr>
          <p:spPr>
            <a:xfrm>
              <a:off x="1375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5749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7747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974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1743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3741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5739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7737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9735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1734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3732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5730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728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9726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1724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3722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572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7719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9717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171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3713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5711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7709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252625" y="37075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252625" y="5669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252625" y="763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252625" y="9593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252625" y="11555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252625" y="13517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252625" y="15479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252625" y="1744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252625" y="19403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252625" y="21365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252625" y="234427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4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2"/>
          <p:cNvPicPr preferRelativeResize="0"/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2570400" y="1334000"/>
            <a:ext cx="4003200" cy="21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2570400" y="3834299"/>
            <a:ext cx="40032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2774950"/>
            <a:ext cx="1560071" cy="2419609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 rot="10800000">
            <a:off x="7583930" y="-46934"/>
            <a:ext cx="1560071" cy="2419609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388348" y="341479"/>
            <a:ext cx="377329" cy="501517"/>
            <a:chOff x="2862525" y="4310025"/>
            <a:chExt cx="283025" cy="376175"/>
          </a:xfrm>
        </p:grpSpPr>
        <p:sp>
          <p:nvSpPr>
            <p:cNvPr id="51" name="Google Shape;51;p2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53;p2"/>
          <p:cNvGrpSpPr/>
          <p:nvPr/>
        </p:nvGrpSpPr>
        <p:grpSpPr>
          <a:xfrm>
            <a:off x="8378323" y="4300504"/>
            <a:ext cx="377329" cy="501517"/>
            <a:chOff x="2862525" y="4310025"/>
            <a:chExt cx="283025" cy="376175"/>
          </a:xfrm>
        </p:grpSpPr>
        <p:sp>
          <p:nvSpPr>
            <p:cNvPr id="54" name="Google Shape;54;p2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2"/>
          <p:cNvSpPr/>
          <p:nvPr/>
        </p:nvSpPr>
        <p:spPr>
          <a:xfrm rot="945579">
            <a:off x="7164832" y="155337"/>
            <a:ext cx="2372002" cy="853167"/>
          </a:xfrm>
          <a:custGeom>
            <a:avLst/>
            <a:gdLst/>
            <a:ahLst/>
            <a:cxnLst/>
            <a:rect l="l" t="t" r="r" b="b"/>
            <a:pathLst>
              <a:path w="94881" h="34127" extrusionOk="0">
                <a:moveTo>
                  <a:pt x="299" y="0"/>
                </a:moveTo>
                <a:cubicBezTo>
                  <a:pt x="299" y="9275"/>
                  <a:pt x="-896" y="20744"/>
                  <a:pt x="5662" y="27302"/>
                </a:cubicBezTo>
                <a:cubicBezTo>
                  <a:pt x="15110" y="36750"/>
                  <a:pt x="32460" y="26571"/>
                  <a:pt x="45640" y="24377"/>
                </a:cubicBezTo>
                <a:cubicBezTo>
                  <a:pt x="55901" y="22669"/>
                  <a:pt x="66878" y="21876"/>
                  <a:pt x="76842" y="24864"/>
                </a:cubicBezTo>
                <a:cubicBezTo>
                  <a:pt x="83317" y="26806"/>
                  <a:pt x="88834" y="31107"/>
                  <a:pt x="94881" y="3412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" name="Google Shape;57;p2"/>
          <p:cNvSpPr/>
          <p:nvPr/>
        </p:nvSpPr>
        <p:spPr>
          <a:xfrm>
            <a:off x="-126102" y="2184150"/>
            <a:ext cx="1079271" cy="2059850"/>
          </a:xfrm>
          <a:custGeom>
            <a:avLst/>
            <a:gdLst/>
            <a:ahLst/>
            <a:cxnLst/>
            <a:rect l="l" t="t" r="r" b="b"/>
            <a:pathLst>
              <a:path w="36738" h="82394" extrusionOk="0">
                <a:moveTo>
                  <a:pt x="1729" y="0"/>
                </a:moveTo>
                <a:cubicBezTo>
                  <a:pt x="19008" y="12964"/>
                  <a:pt x="41095" y="34135"/>
                  <a:pt x="35856" y="55092"/>
                </a:cubicBezTo>
                <a:cubicBezTo>
                  <a:pt x="32754" y="67502"/>
                  <a:pt x="11557" y="64455"/>
                  <a:pt x="1729" y="72643"/>
                </a:cubicBezTo>
                <a:cubicBezTo>
                  <a:pt x="-796" y="74747"/>
                  <a:pt x="266" y="79107"/>
                  <a:pt x="266" y="82394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3"/>
          <p:cNvGrpSpPr/>
          <p:nvPr/>
        </p:nvGrpSpPr>
        <p:grpSpPr>
          <a:xfrm>
            <a:off x="-255629" y="102331"/>
            <a:ext cx="9655520" cy="4938839"/>
            <a:chOff x="1252625" y="238125"/>
            <a:chExt cx="4632500" cy="2242175"/>
          </a:xfrm>
        </p:grpSpPr>
        <p:sp>
          <p:nvSpPr>
            <p:cNvPr id="60" name="Google Shape;60;p3"/>
            <p:cNvSpPr/>
            <p:nvPr/>
          </p:nvSpPr>
          <p:spPr>
            <a:xfrm>
              <a:off x="1375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5749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7747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974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21743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23741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25739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27737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9735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31734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33732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35730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37728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39726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1724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43722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4572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47719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49717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5171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53713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5711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57709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1252625" y="37075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1252625" y="5669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1252625" y="763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1252625" y="9593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1252625" y="11555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1252625" y="13517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1252625" y="15479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252625" y="1744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252625" y="19403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252625" y="21365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252625" y="234427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9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3"/>
          <p:cNvPicPr preferRelativeResize="0"/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3"/>
          <p:cNvGrpSpPr/>
          <p:nvPr/>
        </p:nvGrpSpPr>
        <p:grpSpPr>
          <a:xfrm>
            <a:off x="1116214" y="714725"/>
            <a:ext cx="6911573" cy="3667198"/>
            <a:chOff x="1590348" y="474402"/>
            <a:chExt cx="5887200" cy="3009600"/>
          </a:xfrm>
        </p:grpSpPr>
        <p:sp>
          <p:nvSpPr>
            <p:cNvPr id="97" name="Google Shape;97;p3"/>
            <p:cNvSpPr/>
            <p:nvPr/>
          </p:nvSpPr>
          <p:spPr>
            <a:xfrm>
              <a:off x="1590348" y="474402"/>
              <a:ext cx="5887200" cy="3009600"/>
            </a:xfrm>
            <a:prstGeom prst="plaque">
              <a:avLst>
                <a:gd name="adj" fmla="val 13620"/>
              </a:avLst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1813129" y="709178"/>
              <a:ext cx="5441700" cy="2578500"/>
            </a:xfrm>
            <a:prstGeom prst="plaque">
              <a:avLst>
                <a:gd name="adj" fmla="val 1362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1993500" y="2332288"/>
            <a:ext cx="5157000" cy="9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0" name="Google Shape;100;p3"/>
          <p:cNvSpPr txBox="1">
            <a:spLocks noGrp="1"/>
          </p:cNvSpPr>
          <p:nvPr>
            <p:ph type="title" idx="2" hasCustomPrompt="1"/>
          </p:nvPr>
        </p:nvSpPr>
        <p:spPr>
          <a:xfrm>
            <a:off x="3448500" y="1316663"/>
            <a:ext cx="2247000" cy="10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1" name="Google Shape;101;p3"/>
          <p:cNvSpPr txBox="1">
            <a:spLocks noGrp="1"/>
          </p:cNvSpPr>
          <p:nvPr>
            <p:ph type="subTitle" idx="1"/>
          </p:nvPr>
        </p:nvSpPr>
        <p:spPr>
          <a:xfrm>
            <a:off x="1993500" y="3318588"/>
            <a:ext cx="51570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"/>
          <p:cNvSpPr/>
          <p:nvPr/>
        </p:nvSpPr>
        <p:spPr>
          <a:xfrm flipH="1">
            <a:off x="7890753" y="3248734"/>
            <a:ext cx="1253247" cy="1943801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"/>
          <p:cNvSpPr/>
          <p:nvPr/>
        </p:nvSpPr>
        <p:spPr>
          <a:xfrm rot="10800000" flipH="1">
            <a:off x="0" y="-49035"/>
            <a:ext cx="1560071" cy="1945216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 rot="465538" flipH="1">
            <a:off x="-353169" y="-407679"/>
            <a:ext cx="2371918" cy="853136"/>
          </a:xfrm>
          <a:custGeom>
            <a:avLst/>
            <a:gdLst/>
            <a:ahLst/>
            <a:cxnLst/>
            <a:rect l="l" t="t" r="r" b="b"/>
            <a:pathLst>
              <a:path w="94881" h="34127" extrusionOk="0">
                <a:moveTo>
                  <a:pt x="299" y="0"/>
                </a:moveTo>
                <a:cubicBezTo>
                  <a:pt x="299" y="9275"/>
                  <a:pt x="-896" y="20744"/>
                  <a:pt x="5662" y="27302"/>
                </a:cubicBezTo>
                <a:cubicBezTo>
                  <a:pt x="15110" y="36750"/>
                  <a:pt x="32460" y="26571"/>
                  <a:pt x="45640" y="24377"/>
                </a:cubicBezTo>
                <a:cubicBezTo>
                  <a:pt x="55901" y="22669"/>
                  <a:pt x="66878" y="21876"/>
                  <a:pt x="76842" y="24864"/>
                </a:cubicBezTo>
                <a:cubicBezTo>
                  <a:pt x="83317" y="26806"/>
                  <a:pt x="88834" y="31107"/>
                  <a:pt x="94881" y="3412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" name="Google Shape;105;p3"/>
          <p:cNvSpPr/>
          <p:nvPr/>
        </p:nvSpPr>
        <p:spPr>
          <a:xfrm flipH="1">
            <a:off x="8437689" y="2241300"/>
            <a:ext cx="914960" cy="2059850"/>
          </a:xfrm>
          <a:custGeom>
            <a:avLst/>
            <a:gdLst/>
            <a:ahLst/>
            <a:cxnLst/>
            <a:rect l="l" t="t" r="r" b="b"/>
            <a:pathLst>
              <a:path w="36738" h="82394" extrusionOk="0">
                <a:moveTo>
                  <a:pt x="1729" y="0"/>
                </a:moveTo>
                <a:cubicBezTo>
                  <a:pt x="19008" y="12964"/>
                  <a:pt x="41095" y="34135"/>
                  <a:pt x="35856" y="55092"/>
                </a:cubicBezTo>
                <a:cubicBezTo>
                  <a:pt x="32754" y="67502"/>
                  <a:pt x="11557" y="64455"/>
                  <a:pt x="1729" y="72643"/>
                </a:cubicBezTo>
                <a:cubicBezTo>
                  <a:pt x="-796" y="74747"/>
                  <a:pt x="266" y="79107"/>
                  <a:pt x="266" y="82394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06" name="Google Shape;106;p3"/>
          <p:cNvGrpSpPr/>
          <p:nvPr/>
        </p:nvGrpSpPr>
        <p:grpSpPr>
          <a:xfrm flipH="1">
            <a:off x="8501397" y="293854"/>
            <a:ext cx="377329" cy="501517"/>
            <a:chOff x="2862525" y="4310025"/>
            <a:chExt cx="283025" cy="376175"/>
          </a:xfrm>
        </p:grpSpPr>
        <p:sp>
          <p:nvSpPr>
            <p:cNvPr id="107" name="Google Shape;107;p3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" name="Google Shape;109;p3"/>
          <p:cNvGrpSpPr/>
          <p:nvPr/>
        </p:nvGrpSpPr>
        <p:grpSpPr>
          <a:xfrm flipH="1">
            <a:off x="282822" y="4329079"/>
            <a:ext cx="377329" cy="501517"/>
            <a:chOff x="2862525" y="4310025"/>
            <a:chExt cx="283025" cy="376175"/>
          </a:xfrm>
        </p:grpSpPr>
        <p:sp>
          <p:nvSpPr>
            <p:cNvPr id="110" name="Google Shape;110;p3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3"/>
          <p:cNvGrpSpPr/>
          <p:nvPr/>
        </p:nvGrpSpPr>
        <p:grpSpPr>
          <a:xfrm flipH="1">
            <a:off x="407164" y="3524567"/>
            <a:ext cx="328610" cy="416113"/>
            <a:chOff x="7128375" y="1112500"/>
            <a:chExt cx="264475" cy="334900"/>
          </a:xfrm>
        </p:grpSpPr>
        <p:sp>
          <p:nvSpPr>
            <p:cNvPr id="113" name="Google Shape;113;p3"/>
            <p:cNvSpPr/>
            <p:nvPr/>
          </p:nvSpPr>
          <p:spPr>
            <a:xfrm>
              <a:off x="7206075" y="1139950"/>
              <a:ext cx="130525" cy="121625"/>
            </a:xfrm>
            <a:custGeom>
              <a:avLst/>
              <a:gdLst/>
              <a:ahLst/>
              <a:cxnLst/>
              <a:rect l="l" t="t" r="r" b="b"/>
              <a:pathLst>
                <a:path w="5221" h="4865" extrusionOk="0">
                  <a:moveTo>
                    <a:pt x="4932" y="0"/>
                  </a:moveTo>
                  <a:cubicBezTo>
                    <a:pt x="4894" y="0"/>
                    <a:pt x="4859" y="15"/>
                    <a:pt x="4828" y="56"/>
                  </a:cubicBezTo>
                  <a:cubicBezTo>
                    <a:pt x="4805" y="81"/>
                    <a:pt x="4782" y="102"/>
                    <a:pt x="4751" y="102"/>
                  </a:cubicBezTo>
                  <a:cubicBezTo>
                    <a:pt x="4741" y="102"/>
                    <a:pt x="4731" y="100"/>
                    <a:pt x="4720" y="96"/>
                  </a:cubicBezTo>
                  <a:cubicBezTo>
                    <a:pt x="4694" y="91"/>
                    <a:pt x="4669" y="88"/>
                    <a:pt x="4645" y="88"/>
                  </a:cubicBezTo>
                  <a:cubicBezTo>
                    <a:pt x="4531" y="88"/>
                    <a:pt x="4441" y="145"/>
                    <a:pt x="4369" y="245"/>
                  </a:cubicBezTo>
                  <a:cubicBezTo>
                    <a:pt x="4327" y="296"/>
                    <a:pt x="4267" y="295"/>
                    <a:pt x="4210" y="305"/>
                  </a:cubicBezTo>
                  <a:cubicBezTo>
                    <a:pt x="4131" y="329"/>
                    <a:pt x="4054" y="354"/>
                    <a:pt x="4010" y="433"/>
                  </a:cubicBezTo>
                  <a:cubicBezTo>
                    <a:pt x="3985" y="698"/>
                    <a:pt x="3828" y="836"/>
                    <a:pt x="3591" y="941"/>
                  </a:cubicBezTo>
                  <a:cubicBezTo>
                    <a:pt x="3257" y="1089"/>
                    <a:pt x="2982" y="1335"/>
                    <a:pt x="2848" y="1676"/>
                  </a:cubicBezTo>
                  <a:cubicBezTo>
                    <a:pt x="2756" y="1909"/>
                    <a:pt x="2548" y="2016"/>
                    <a:pt x="2410" y="2194"/>
                  </a:cubicBezTo>
                  <a:cubicBezTo>
                    <a:pt x="2328" y="2299"/>
                    <a:pt x="2247" y="2373"/>
                    <a:pt x="2238" y="2514"/>
                  </a:cubicBezTo>
                  <a:cubicBezTo>
                    <a:pt x="2231" y="2607"/>
                    <a:pt x="2183" y="2763"/>
                    <a:pt x="2130" y="2763"/>
                  </a:cubicBezTo>
                  <a:cubicBezTo>
                    <a:pt x="2129" y="2763"/>
                    <a:pt x="2128" y="2763"/>
                    <a:pt x="2127" y="2763"/>
                  </a:cubicBezTo>
                  <a:cubicBezTo>
                    <a:pt x="2108" y="2761"/>
                    <a:pt x="2090" y="2761"/>
                    <a:pt x="2074" y="2761"/>
                  </a:cubicBezTo>
                  <a:cubicBezTo>
                    <a:pt x="1800" y="2761"/>
                    <a:pt x="1955" y="2971"/>
                    <a:pt x="1946" y="3099"/>
                  </a:cubicBezTo>
                  <a:cubicBezTo>
                    <a:pt x="1936" y="3239"/>
                    <a:pt x="1940" y="3378"/>
                    <a:pt x="1755" y="3424"/>
                  </a:cubicBezTo>
                  <a:cubicBezTo>
                    <a:pt x="1622" y="3456"/>
                    <a:pt x="1562" y="3570"/>
                    <a:pt x="1551" y="3699"/>
                  </a:cubicBezTo>
                  <a:cubicBezTo>
                    <a:pt x="1544" y="3782"/>
                    <a:pt x="1525" y="3811"/>
                    <a:pt x="1436" y="3811"/>
                  </a:cubicBezTo>
                  <a:cubicBezTo>
                    <a:pt x="1433" y="3811"/>
                    <a:pt x="1429" y="3811"/>
                    <a:pt x="1426" y="3811"/>
                  </a:cubicBezTo>
                  <a:cubicBezTo>
                    <a:pt x="1115" y="3805"/>
                    <a:pt x="975" y="3644"/>
                    <a:pt x="1104" y="3334"/>
                  </a:cubicBezTo>
                  <a:cubicBezTo>
                    <a:pt x="1220" y="3053"/>
                    <a:pt x="1125" y="2858"/>
                    <a:pt x="952" y="2678"/>
                  </a:cubicBezTo>
                  <a:cubicBezTo>
                    <a:pt x="857" y="2578"/>
                    <a:pt x="834" y="2519"/>
                    <a:pt x="945" y="2431"/>
                  </a:cubicBezTo>
                  <a:cubicBezTo>
                    <a:pt x="987" y="2400"/>
                    <a:pt x="1018" y="2357"/>
                    <a:pt x="1038" y="2307"/>
                  </a:cubicBezTo>
                  <a:cubicBezTo>
                    <a:pt x="1070" y="2169"/>
                    <a:pt x="1058" y="2042"/>
                    <a:pt x="934" y="1948"/>
                  </a:cubicBezTo>
                  <a:cubicBezTo>
                    <a:pt x="862" y="1756"/>
                    <a:pt x="790" y="1564"/>
                    <a:pt x="719" y="1372"/>
                  </a:cubicBezTo>
                  <a:cubicBezTo>
                    <a:pt x="748" y="1268"/>
                    <a:pt x="707" y="1189"/>
                    <a:pt x="626" y="1127"/>
                  </a:cubicBezTo>
                  <a:cubicBezTo>
                    <a:pt x="593" y="1118"/>
                    <a:pt x="563" y="1114"/>
                    <a:pt x="536" y="1114"/>
                  </a:cubicBezTo>
                  <a:cubicBezTo>
                    <a:pt x="379" y="1114"/>
                    <a:pt x="298" y="1253"/>
                    <a:pt x="226" y="1367"/>
                  </a:cubicBezTo>
                  <a:cubicBezTo>
                    <a:pt x="165" y="1465"/>
                    <a:pt x="99" y="1520"/>
                    <a:pt x="0" y="1557"/>
                  </a:cubicBezTo>
                  <a:cubicBezTo>
                    <a:pt x="38" y="1881"/>
                    <a:pt x="243" y="2137"/>
                    <a:pt x="364" y="2425"/>
                  </a:cubicBezTo>
                  <a:cubicBezTo>
                    <a:pt x="415" y="2544"/>
                    <a:pt x="468" y="2638"/>
                    <a:pt x="379" y="2756"/>
                  </a:cubicBezTo>
                  <a:cubicBezTo>
                    <a:pt x="346" y="2799"/>
                    <a:pt x="297" y="2886"/>
                    <a:pt x="380" y="2908"/>
                  </a:cubicBezTo>
                  <a:cubicBezTo>
                    <a:pt x="655" y="2984"/>
                    <a:pt x="603" y="3216"/>
                    <a:pt x="638" y="3407"/>
                  </a:cubicBezTo>
                  <a:cubicBezTo>
                    <a:pt x="664" y="3480"/>
                    <a:pt x="714" y="3552"/>
                    <a:pt x="641" y="3627"/>
                  </a:cubicBezTo>
                  <a:cubicBezTo>
                    <a:pt x="639" y="3650"/>
                    <a:pt x="645" y="3673"/>
                    <a:pt x="661" y="3691"/>
                  </a:cubicBezTo>
                  <a:cubicBezTo>
                    <a:pt x="704" y="3724"/>
                    <a:pt x="761" y="3742"/>
                    <a:pt x="774" y="3803"/>
                  </a:cubicBezTo>
                  <a:cubicBezTo>
                    <a:pt x="792" y="3927"/>
                    <a:pt x="861" y="4039"/>
                    <a:pt x="859" y="4167"/>
                  </a:cubicBezTo>
                  <a:cubicBezTo>
                    <a:pt x="985" y="4248"/>
                    <a:pt x="1120" y="4322"/>
                    <a:pt x="1095" y="4509"/>
                  </a:cubicBezTo>
                  <a:cubicBezTo>
                    <a:pt x="1141" y="4532"/>
                    <a:pt x="1117" y="4556"/>
                    <a:pt x="1095" y="4578"/>
                  </a:cubicBezTo>
                  <a:cubicBezTo>
                    <a:pt x="1095" y="4682"/>
                    <a:pt x="1158" y="4756"/>
                    <a:pt x="1220" y="4831"/>
                  </a:cubicBezTo>
                  <a:cubicBezTo>
                    <a:pt x="1267" y="4853"/>
                    <a:pt x="1313" y="4865"/>
                    <a:pt x="1357" y="4865"/>
                  </a:cubicBezTo>
                  <a:cubicBezTo>
                    <a:pt x="1423" y="4865"/>
                    <a:pt x="1484" y="4838"/>
                    <a:pt x="1539" y="4775"/>
                  </a:cubicBezTo>
                  <a:cubicBezTo>
                    <a:pt x="1576" y="4663"/>
                    <a:pt x="1564" y="4529"/>
                    <a:pt x="1671" y="4447"/>
                  </a:cubicBezTo>
                  <a:cubicBezTo>
                    <a:pt x="1751" y="4385"/>
                    <a:pt x="2095" y="3934"/>
                    <a:pt x="2145" y="3868"/>
                  </a:cubicBezTo>
                  <a:cubicBezTo>
                    <a:pt x="2262" y="3717"/>
                    <a:pt x="2427" y="3593"/>
                    <a:pt x="2377" y="3364"/>
                  </a:cubicBezTo>
                  <a:cubicBezTo>
                    <a:pt x="2374" y="3347"/>
                    <a:pt x="2412" y="3327"/>
                    <a:pt x="2432" y="3312"/>
                  </a:cubicBezTo>
                  <a:cubicBezTo>
                    <a:pt x="2833" y="2988"/>
                    <a:pt x="3025" y="2504"/>
                    <a:pt x="3341" y="2117"/>
                  </a:cubicBezTo>
                  <a:cubicBezTo>
                    <a:pt x="3354" y="2096"/>
                    <a:pt x="3365" y="2075"/>
                    <a:pt x="3373" y="2051"/>
                  </a:cubicBezTo>
                  <a:cubicBezTo>
                    <a:pt x="3384" y="2016"/>
                    <a:pt x="3386" y="1982"/>
                    <a:pt x="3363" y="1950"/>
                  </a:cubicBezTo>
                  <a:cubicBezTo>
                    <a:pt x="3289" y="1706"/>
                    <a:pt x="3341" y="1605"/>
                    <a:pt x="3620" y="1455"/>
                  </a:cubicBezTo>
                  <a:lnTo>
                    <a:pt x="3620" y="1455"/>
                  </a:lnTo>
                  <a:cubicBezTo>
                    <a:pt x="3673" y="1520"/>
                    <a:pt x="3603" y="1588"/>
                    <a:pt x="3624" y="1653"/>
                  </a:cubicBezTo>
                  <a:cubicBezTo>
                    <a:pt x="3643" y="1678"/>
                    <a:pt x="3667" y="1686"/>
                    <a:pt x="3694" y="1686"/>
                  </a:cubicBezTo>
                  <a:cubicBezTo>
                    <a:pt x="3704" y="1686"/>
                    <a:pt x="3715" y="1685"/>
                    <a:pt x="3725" y="1683"/>
                  </a:cubicBezTo>
                  <a:cubicBezTo>
                    <a:pt x="3809" y="1650"/>
                    <a:pt x="3896" y="1621"/>
                    <a:pt x="3948" y="1537"/>
                  </a:cubicBezTo>
                  <a:cubicBezTo>
                    <a:pt x="3954" y="1512"/>
                    <a:pt x="3957" y="1487"/>
                    <a:pt x="3952" y="1461"/>
                  </a:cubicBezTo>
                  <a:cubicBezTo>
                    <a:pt x="3888" y="1256"/>
                    <a:pt x="3940" y="1125"/>
                    <a:pt x="4174" y="1093"/>
                  </a:cubicBezTo>
                  <a:cubicBezTo>
                    <a:pt x="4269" y="1080"/>
                    <a:pt x="4342" y="1049"/>
                    <a:pt x="4344" y="913"/>
                  </a:cubicBezTo>
                  <a:cubicBezTo>
                    <a:pt x="4347" y="718"/>
                    <a:pt x="4423" y="588"/>
                    <a:pt x="4669" y="570"/>
                  </a:cubicBezTo>
                  <a:cubicBezTo>
                    <a:pt x="5115" y="534"/>
                    <a:pt x="5220" y="355"/>
                    <a:pt x="5038" y="29"/>
                  </a:cubicBezTo>
                  <a:cubicBezTo>
                    <a:pt x="5002" y="13"/>
                    <a:pt x="4966" y="0"/>
                    <a:pt x="4932" y="0"/>
                  </a:cubicBezTo>
                  <a:close/>
                </a:path>
              </a:pathLst>
            </a:custGeom>
            <a:solidFill>
              <a:srgbClr val="F088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7349775" y="1164025"/>
              <a:ext cx="43075" cy="95825"/>
            </a:xfrm>
            <a:custGeom>
              <a:avLst/>
              <a:gdLst/>
              <a:ahLst/>
              <a:cxnLst/>
              <a:rect l="l" t="t" r="r" b="b"/>
              <a:pathLst>
                <a:path w="1723" h="3833" extrusionOk="0">
                  <a:moveTo>
                    <a:pt x="1322" y="0"/>
                  </a:moveTo>
                  <a:cubicBezTo>
                    <a:pt x="1170" y="107"/>
                    <a:pt x="1010" y="211"/>
                    <a:pt x="1177" y="425"/>
                  </a:cubicBezTo>
                  <a:cubicBezTo>
                    <a:pt x="1214" y="473"/>
                    <a:pt x="1176" y="510"/>
                    <a:pt x="1153" y="539"/>
                  </a:cubicBezTo>
                  <a:cubicBezTo>
                    <a:pt x="1148" y="548"/>
                    <a:pt x="1143" y="551"/>
                    <a:pt x="1138" y="551"/>
                  </a:cubicBezTo>
                  <a:cubicBezTo>
                    <a:pt x="1125" y="551"/>
                    <a:pt x="1117" y="526"/>
                    <a:pt x="1108" y="515"/>
                  </a:cubicBezTo>
                  <a:cubicBezTo>
                    <a:pt x="1053" y="452"/>
                    <a:pt x="997" y="381"/>
                    <a:pt x="920" y="381"/>
                  </a:cubicBezTo>
                  <a:cubicBezTo>
                    <a:pt x="892" y="381"/>
                    <a:pt x="861" y="391"/>
                    <a:pt x="826" y="414"/>
                  </a:cubicBezTo>
                  <a:cubicBezTo>
                    <a:pt x="692" y="503"/>
                    <a:pt x="581" y="604"/>
                    <a:pt x="627" y="799"/>
                  </a:cubicBezTo>
                  <a:cubicBezTo>
                    <a:pt x="647" y="884"/>
                    <a:pt x="671" y="1022"/>
                    <a:pt x="620" y="1068"/>
                  </a:cubicBezTo>
                  <a:cubicBezTo>
                    <a:pt x="424" y="1251"/>
                    <a:pt x="502" y="1374"/>
                    <a:pt x="695" y="1483"/>
                  </a:cubicBezTo>
                  <a:cubicBezTo>
                    <a:pt x="413" y="1657"/>
                    <a:pt x="408" y="1976"/>
                    <a:pt x="244" y="2197"/>
                  </a:cubicBezTo>
                  <a:cubicBezTo>
                    <a:pt x="188" y="2272"/>
                    <a:pt x="256" y="2416"/>
                    <a:pt x="336" y="2479"/>
                  </a:cubicBezTo>
                  <a:cubicBezTo>
                    <a:pt x="502" y="2610"/>
                    <a:pt x="444" y="2687"/>
                    <a:pt x="302" y="2775"/>
                  </a:cubicBezTo>
                  <a:cubicBezTo>
                    <a:pt x="255" y="2804"/>
                    <a:pt x="190" y="2848"/>
                    <a:pt x="219" y="2920"/>
                  </a:cubicBezTo>
                  <a:cubicBezTo>
                    <a:pt x="242" y="2975"/>
                    <a:pt x="307" y="2964"/>
                    <a:pt x="357" y="2971"/>
                  </a:cubicBezTo>
                  <a:cubicBezTo>
                    <a:pt x="389" y="2976"/>
                    <a:pt x="426" y="2976"/>
                    <a:pt x="429" y="3037"/>
                  </a:cubicBezTo>
                  <a:cubicBezTo>
                    <a:pt x="405" y="3050"/>
                    <a:pt x="381" y="3055"/>
                    <a:pt x="356" y="3055"/>
                  </a:cubicBezTo>
                  <a:cubicBezTo>
                    <a:pt x="315" y="3055"/>
                    <a:pt x="272" y="3043"/>
                    <a:pt x="231" y="3043"/>
                  </a:cubicBezTo>
                  <a:cubicBezTo>
                    <a:pt x="214" y="3043"/>
                    <a:pt x="197" y="3045"/>
                    <a:pt x="181" y="3050"/>
                  </a:cubicBezTo>
                  <a:cubicBezTo>
                    <a:pt x="88" y="3080"/>
                    <a:pt x="3" y="3110"/>
                    <a:pt x="1" y="3237"/>
                  </a:cubicBezTo>
                  <a:cubicBezTo>
                    <a:pt x="0" y="3415"/>
                    <a:pt x="299" y="3480"/>
                    <a:pt x="170" y="3701"/>
                  </a:cubicBezTo>
                  <a:cubicBezTo>
                    <a:pt x="169" y="3703"/>
                    <a:pt x="180" y="3717"/>
                    <a:pt x="186" y="3717"/>
                  </a:cubicBezTo>
                  <a:cubicBezTo>
                    <a:pt x="187" y="3717"/>
                    <a:pt x="187" y="3717"/>
                    <a:pt x="187" y="3717"/>
                  </a:cubicBezTo>
                  <a:cubicBezTo>
                    <a:pt x="200" y="3714"/>
                    <a:pt x="213" y="3712"/>
                    <a:pt x="225" y="3712"/>
                  </a:cubicBezTo>
                  <a:cubicBezTo>
                    <a:pt x="336" y="3712"/>
                    <a:pt x="406" y="3832"/>
                    <a:pt x="516" y="3832"/>
                  </a:cubicBezTo>
                  <a:cubicBezTo>
                    <a:pt x="523" y="3832"/>
                    <a:pt x="531" y="3832"/>
                    <a:pt x="539" y="3831"/>
                  </a:cubicBezTo>
                  <a:cubicBezTo>
                    <a:pt x="636" y="3776"/>
                    <a:pt x="675" y="3679"/>
                    <a:pt x="723" y="3588"/>
                  </a:cubicBezTo>
                  <a:cubicBezTo>
                    <a:pt x="854" y="3347"/>
                    <a:pt x="996" y="3115"/>
                    <a:pt x="1174" y="2904"/>
                  </a:cubicBezTo>
                  <a:cubicBezTo>
                    <a:pt x="1202" y="2858"/>
                    <a:pt x="1230" y="2811"/>
                    <a:pt x="1257" y="2765"/>
                  </a:cubicBezTo>
                  <a:cubicBezTo>
                    <a:pt x="1422" y="2606"/>
                    <a:pt x="1523" y="2419"/>
                    <a:pt x="1513" y="2183"/>
                  </a:cubicBezTo>
                  <a:cubicBezTo>
                    <a:pt x="1521" y="2135"/>
                    <a:pt x="1530" y="2089"/>
                    <a:pt x="1537" y="2041"/>
                  </a:cubicBezTo>
                  <a:lnTo>
                    <a:pt x="1537" y="2041"/>
                  </a:lnTo>
                  <a:cubicBezTo>
                    <a:pt x="1537" y="2042"/>
                    <a:pt x="1537" y="2042"/>
                    <a:pt x="1537" y="2042"/>
                  </a:cubicBezTo>
                  <a:lnTo>
                    <a:pt x="1537" y="2041"/>
                  </a:lnTo>
                  <a:cubicBezTo>
                    <a:pt x="1537" y="2041"/>
                    <a:pt x="1537" y="2041"/>
                    <a:pt x="1537" y="2041"/>
                  </a:cubicBezTo>
                  <a:lnTo>
                    <a:pt x="1537" y="2041"/>
                  </a:lnTo>
                  <a:cubicBezTo>
                    <a:pt x="1525" y="1823"/>
                    <a:pt x="1594" y="1616"/>
                    <a:pt x="1630" y="1405"/>
                  </a:cubicBezTo>
                  <a:cubicBezTo>
                    <a:pt x="1688" y="1075"/>
                    <a:pt x="1722" y="751"/>
                    <a:pt x="1632" y="423"/>
                  </a:cubicBezTo>
                  <a:cubicBezTo>
                    <a:pt x="1581" y="242"/>
                    <a:pt x="1516" y="74"/>
                    <a:pt x="1322" y="0"/>
                  </a:cubicBezTo>
                  <a:close/>
                </a:path>
              </a:pathLst>
            </a:custGeom>
            <a:solidFill>
              <a:srgbClr val="F08A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7166375" y="1389925"/>
              <a:ext cx="88450" cy="51700"/>
            </a:xfrm>
            <a:custGeom>
              <a:avLst/>
              <a:gdLst/>
              <a:ahLst/>
              <a:cxnLst/>
              <a:rect l="l" t="t" r="r" b="b"/>
              <a:pathLst>
                <a:path w="3538" h="2068" extrusionOk="0">
                  <a:moveTo>
                    <a:pt x="2302" y="0"/>
                  </a:moveTo>
                  <a:cubicBezTo>
                    <a:pt x="2262" y="27"/>
                    <a:pt x="2221" y="41"/>
                    <a:pt x="2179" y="41"/>
                  </a:cubicBezTo>
                  <a:cubicBezTo>
                    <a:pt x="2149" y="41"/>
                    <a:pt x="2119" y="34"/>
                    <a:pt x="2089" y="20"/>
                  </a:cubicBezTo>
                  <a:cubicBezTo>
                    <a:pt x="2052" y="27"/>
                    <a:pt x="2019" y="42"/>
                    <a:pt x="1990" y="66"/>
                  </a:cubicBezTo>
                  <a:cubicBezTo>
                    <a:pt x="1782" y="274"/>
                    <a:pt x="2051" y="300"/>
                    <a:pt x="2121" y="403"/>
                  </a:cubicBezTo>
                  <a:cubicBezTo>
                    <a:pt x="2146" y="408"/>
                    <a:pt x="2169" y="413"/>
                    <a:pt x="2190" y="428"/>
                  </a:cubicBezTo>
                  <a:cubicBezTo>
                    <a:pt x="2170" y="426"/>
                    <a:pt x="2155" y="408"/>
                    <a:pt x="2136" y="408"/>
                  </a:cubicBezTo>
                  <a:cubicBezTo>
                    <a:pt x="2134" y="408"/>
                    <a:pt x="2132" y="408"/>
                    <a:pt x="2129" y="409"/>
                  </a:cubicBezTo>
                  <a:cubicBezTo>
                    <a:pt x="1971" y="466"/>
                    <a:pt x="1814" y="529"/>
                    <a:pt x="1656" y="587"/>
                  </a:cubicBezTo>
                  <a:cubicBezTo>
                    <a:pt x="1637" y="601"/>
                    <a:pt x="1619" y="617"/>
                    <a:pt x="1604" y="636"/>
                  </a:cubicBezTo>
                  <a:cubicBezTo>
                    <a:pt x="1564" y="742"/>
                    <a:pt x="1482" y="784"/>
                    <a:pt x="1375" y="787"/>
                  </a:cubicBezTo>
                  <a:cubicBezTo>
                    <a:pt x="1292" y="737"/>
                    <a:pt x="1210" y="692"/>
                    <a:pt x="1125" y="692"/>
                  </a:cubicBezTo>
                  <a:cubicBezTo>
                    <a:pt x="1063" y="692"/>
                    <a:pt x="1000" y="716"/>
                    <a:pt x="935" y="777"/>
                  </a:cubicBezTo>
                  <a:cubicBezTo>
                    <a:pt x="931" y="671"/>
                    <a:pt x="996" y="596"/>
                    <a:pt x="1011" y="505"/>
                  </a:cubicBezTo>
                  <a:cubicBezTo>
                    <a:pt x="986" y="392"/>
                    <a:pt x="1016" y="216"/>
                    <a:pt x="868" y="211"/>
                  </a:cubicBezTo>
                  <a:cubicBezTo>
                    <a:pt x="866" y="211"/>
                    <a:pt x="864" y="211"/>
                    <a:pt x="863" y="211"/>
                  </a:cubicBezTo>
                  <a:cubicBezTo>
                    <a:pt x="722" y="211"/>
                    <a:pt x="738" y="389"/>
                    <a:pt x="699" y="495"/>
                  </a:cubicBezTo>
                  <a:cubicBezTo>
                    <a:pt x="696" y="501"/>
                    <a:pt x="694" y="505"/>
                    <a:pt x="693" y="507"/>
                  </a:cubicBezTo>
                  <a:lnTo>
                    <a:pt x="693" y="507"/>
                  </a:lnTo>
                  <a:cubicBezTo>
                    <a:pt x="693" y="506"/>
                    <a:pt x="693" y="506"/>
                    <a:pt x="693" y="506"/>
                  </a:cubicBezTo>
                  <a:lnTo>
                    <a:pt x="693" y="506"/>
                  </a:lnTo>
                  <a:cubicBezTo>
                    <a:pt x="693" y="506"/>
                    <a:pt x="692" y="508"/>
                    <a:pt x="692" y="508"/>
                  </a:cubicBezTo>
                  <a:cubicBezTo>
                    <a:pt x="692" y="508"/>
                    <a:pt x="693" y="508"/>
                    <a:pt x="693" y="507"/>
                  </a:cubicBezTo>
                  <a:lnTo>
                    <a:pt x="693" y="507"/>
                  </a:lnTo>
                  <a:cubicBezTo>
                    <a:pt x="694" y="508"/>
                    <a:pt x="693" y="512"/>
                    <a:pt x="692" y="521"/>
                  </a:cubicBezTo>
                  <a:cubicBezTo>
                    <a:pt x="661" y="716"/>
                    <a:pt x="587" y="814"/>
                    <a:pt x="474" y="814"/>
                  </a:cubicBezTo>
                  <a:cubicBezTo>
                    <a:pt x="403" y="814"/>
                    <a:pt x="316" y="775"/>
                    <a:pt x="214" y="699"/>
                  </a:cubicBezTo>
                  <a:cubicBezTo>
                    <a:pt x="165" y="662"/>
                    <a:pt x="129" y="590"/>
                    <a:pt x="63" y="590"/>
                  </a:cubicBezTo>
                  <a:cubicBezTo>
                    <a:pt x="45" y="590"/>
                    <a:pt x="24" y="596"/>
                    <a:pt x="0" y="609"/>
                  </a:cubicBezTo>
                  <a:cubicBezTo>
                    <a:pt x="102" y="891"/>
                    <a:pt x="194" y="1178"/>
                    <a:pt x="309" y="1455"/>
                  </a:cubicBezTo>
                  <a:cubicBezTo>
                    <a:pt x="383" y="1633"/>
                    <a:pt x="431" y="1831"/>
                    <a:pt x="589" y="1964"/>
                  </a:cubicBezTo>
                  <a:cubicBezTo>
                    <a:pt x="606" y="2056"/>
                    <a:pt x="663" y="2068"/>
                    <a:pt x="726" y="2068"/>
                  </a:cubicBezTo>
                  <a:cubicBezTo>
                    <a:pt x="748" y="2068"/>
                    <a:pt x="770" y="2067"/>
                    <a:pt x="792" y="2067"/>
                  </a:cubicBezTo>
                  <a:cubicBezTo>
                    <a:pt x="793" y="2067"/>
                    <a:pt x="794" y="2067"/>
                    <a:pt x="796" y="2067"/>
                  </a:cubicBezTo>
                  <a:cubicBezTo>
                    <a:pt x="964" y="2067"/>
                    <a:pt x="1115" y="1999"/>
                    <a:pt x="1272" y="1954"/>
                  </a:cubicBezTo>
                  <a:cubicBezTo>
                    <a:pt x="1355" y="1915"/>
                    <a:pt x="1398" y="1820"/>
                    <a:pt x="1495" y="1804"/>
                  </a:cubicBezTo>
                  <a:lnTo>
                    <a:pt x="1512" y="1788"/>
                  </a:lnTo>
                  <a:lnTo>
                    <a:pt x="1532" y="1776"/>
                  </a:lnTo>
                  <a:cubicBezTo>
                    <a:pt x="1680" y="1773"/>
                    <a:pt x="1775" y="1676"/>
                    <a:pt x="1874" y="1585"/>
                  </a:cubicBezTo>
                  <a:cubicBezTo>
                    <a:pt x="2217" y="1251"/>
                    <a:pt x="2528" y="880"/>
                    <a:pt x="2961" y="651"/>
                  </a:cubicBezTo>
                  <a:cubicBezTo>
                    <a:pt x="3054" y="579"/>
                    <a:pt x="3145" y="506"/>
                    <a:pt x="3170" y="381"/>
                  </a:cubicBezTo>
                  <a:cubicBezTo>
                    <a:pt x="3183" y="369"/>
                    <a:pt x="3196" y="357"/>
                    <a:pt x="3208" y="346"/>
                  </a:cubicBezTo>
                  <a:cubicBezTo>
                    <a:pt x="3361" y="334"/>
                    <a:pt x="3455" y="241"/>
                    <a:pt x="3526" y="117"/>
                  </a:cubicBezTo>
                  <a:cubicBezTo>
                    <a:pt x="3537" y="88"/>
                    <a:pt x="3536" y="61"/>
                    <a:pt x="3521" y="35"/>
                  </a:cubicBezTo>
                  <a:cubicBezTo>
                    <a:pt x="3251" y="113"/>
                    <a:pt x="3019" y="283"/>
                    <a:pt x="2717" y="301"/>
                  </a:cubicBezTo>
                  <a:cubicBezTo>
                    <a:pt x="2688" y="303"/>
                    <a:pt x="2660" y="305"/>
                    <a:pt x="2634" y="305"/>
                  </a:cubicBezTo>
                  <a:cubicBezTo>
                    <a:pt x="2499" y="305"/>
                    <a:pt x="2411" y="269"/>
                    <a:pt x="2397" y="101"/>
                  </a:cubicBezTo>
                  <a:cubicBezTo>
                    <a:pt x="2392" y="77"/>
                    <a:pt x="2381" y="55"/>
                    <a:pt x="2365" y="35"/>
                  </a:cubicBezTo>
                  <a:cubicBezTo>
                    <a:pt x="2347" y="18"/>
                    <a:pt x="2326" y="6"/>
                    <a:pt x="2302" y="0"/>
                  </a:cubicBezTo>
                  <a:close/>
                </a:path>
              </a:pathLst>
            </a:custGeom>
            <a:solidFill>
              <a:srgbClr val="F298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7224025" y="1150625"/>
              <a:ext cx="84925" cy="87000"/>
            </a:xfrm>
            <a:custGeom>
              <a:avLst/>
              <a:gdLst/>
              <a:ahLst/>
              <a:cxnLst/>
              <a:rect l="l" t="t" r="r" b="b"/>
              <a:pathLst>
                <a:path w="3397" h="3480" extrusionOk="0">
                  <a:moveTo>
                    <a:pt x="3225" y="0"/>
                  </a:moveTo>
                  <a:cubicBezTo>
                    <a:pt x="3221" y="0"/>
                    <a:pt x="3218" y="0"/>
                    <a:pt x="3214" y="1"/>
                  </a:cubicBezTo>
                  <a:cubicBezTo>
                    <a:pt x="2959" y="68"/>
                    <a:pt x="2777" y="232"/>
                    <a:pt x="2637" y="448"/>
                  </a:cubicBezTo>
                  <a:cubicBezTo>
                    <a:pt x="2420" y="629"/>
                    <a:pt x="2224" y="837"/>
                    <a:pt x="1965" y="963"/>
                  </a:cubicBezTo>
                  <a:cubicBezTo>
                    <a:pt x="1842" y="1063"/>
                    <a:pt x="1714" y="1160"/>
                    <a:pt x="1705" y="1339"/>
                  </a:cubicBezTo>
                  <a:cubicBezTo>
                    <a:pt x="1452" y="1615"/>
                    <a:pt x="1167" y="1866"/>
                    <a:pt x="1005" y="2215"/>
                  </a:cubicBezTo>
                  <a:cubicBezTo>
                    <a:pt x="782" y="2234"/>
                    <a:pt x="806" y="2523"/>
                    <a:pt x="615" y="2586"/>
                  </a:cubicBezTo>
                  <a:cubicBezTo>
                    <a:pt x="543" y="2444"/>
                    <a:pt x="531" y="2293"/>
                    <a:pt x="470" y="2160"/>
                  </a:cubicBezTo>
                  <a:cubicBezTo>
                    <a:pt x="423" y="2058"/>
                    <a:pt x="443" y="1909"/>
                    <a:pt x="288" y="1874"/>
                  </a:cubicBezTo>
                  <a:cubicBezTo>
                    <a:pt x="248" y="1909"/>
                    <a:pt x="211" y="1947"/>
                    <a:pt x="168" y="1975"/>
                  </a:cubicBezTo>
                  <a:cubicBezTo>
                    <a:pt x="1" y="2086"/>
                    <a:pt x="2" y="2150"/>
                    <a:pt x="172" y="2288"/>
                  </a:cubicBezTo>
                  <a:cubicBezTo>
                    <a:pt x="324" y="2412"/>
                    <a:pt x="504" y="2588"/>
                    <a:pt x="323" y="2854"/>
                  </a:cubicBezTo>
                  <a:cubicBezTo>
                    <a:pt x="235" y="2980"/>
                    <a:pt x="274" y="3159"/>
                    <a:pt x="319" y="3311"/>
                  </a:cubicBezTo>
                  <a:cubicBezTo>
                    <a:pt x="346" y="3397"/>
                    <a:pt x="620" y="3479"/>
                    <a:pt x="781" y="3479"/>
                  </a:cubicBezTo>
                  <a:cubicBezTo>
                    <a:pt x="830" y="3479"/>
                    <a:pt x="869" y="3472"/>
                    <a:pt x="887" y="3455"/>
                  </a:cubicBezTo>
                  <a:cubicBezTo>
                    <a:pt x="935" y="3412"/>
                    <a:pt x="885" y="3378"/>
                    <a:pt x="884" y="3340"/>
                  </a:cubicBezTo>
                  <a:cubicBezTo>
                    <a:pt x="879" y="3209"/>
                    <a:pt x="916" y="3056"/>
                    <a:pt x="1051" y="3055"/>
                  </a:cubicBezTo>
                  <a:cubicBezTo>
                    <a:pt x="1355" y="3052"/>
                    <a:pt x="1284" y="2832"/>
                    <a:pt x="1282" y="2679"/>
                  </a:cubicBezTo>
                  <a:cubicBezTo>
                    <a:pt x="1281" y="2599"/>
                    <a:pt x="1282" y="2507"/>
                    <a:pt x="1261" y="2424"/>
                  </a:cubicBezTo>
                  <a:cubicBezTo>
                    <a:pt x="1257" y="2407"/>
                    <a:pt x="1278" y="2382"/>
                    <a:pt x="1285" y="2365"/>
                  </a:cubicBezTo>
                  <a:cubicBezTo>
                    <a:pt x="1379" y="2375"/>
                    <a:pt x="1315" y="2482"/>
                    <a:pt x="1421" y="2512"/>
                  </a:cubicBezTo>
                  <a:cubicBezTo>
                    <a:pt x="1447" y="2325"/>
                    <a:pt x="1653" y="2203"/>
                    <a:pt x="1583" y="1976"/>
                  </a:cubicBezTo>
                  <a:cubicBezTo>
                    <a:pt x="1569" y="1929"/>
                    <a:pt x="1587" y="1881"/>
                    <a:pt x="1638" y="1877"/>
                  </a:cubicBezTo>
                  <a:cubicBezTo>
                    <a:pt x="1854" y="1856"/>
                    <a:pt x="1874" y="1675"/>
                    <a:pt x="1922" y="1524"/>
                  </a:cubicBezTo>
                  <a:cubicBezTo>
                    <a:pt x="1991" y="1524"/>
                    <a:pt x="1994" y="1631"/>
                    <a:pt x="2048" y="1631"/>
                  </a:cubicBezTo>
                  <a:cubicBezTo>
                    <a:pt x="2059" y="1631"/>
                    <a:pt x="2071" y="1627"/>
                    <a:pt x="2085" y="1618"/>
                  </a:cubicBezTo>
                  <a:cubicBezTo>
                    <a:pt x="2135" y="1588"/>
                    <a:pt x="2166" y="1525"/>
                    <a:pt x="2120" y="1461"/>
                  </a:cubicBezTo>
                  <a:cubicBezTo>
                    <a:pt x="2089" y="1417"/>
                    <a:pt x="2107" y="1378"/>
                    <a:pt x="2130" y="1339"/>
                  </a:cubicBezTo>
                  <a:cubicBezTo>
                    <a:pt x="2342" y="982"/>
                    <a:pt x="2600" y="681"/>
                    <a:pt x="3007" y="525"/>
                  </a:cubicBezTo>
                  <a:cubicBezTo>
                    <a:pt x="3211" y="447"/>
                    <a:pt x="3397" y="315"/>
                    <a:pt x="3295" y="36"/>
                  </a:cubicBezTo>
                  <a:cubicBezTo>
                    <a:pt x="3277" y="13"/>
                    <a:pt x="3253" y="0"/>
                    <a:pt x="3225" y="0"/>
                  </a:cubicBezTo>
                  <a:close/>
                </a:path>
              </a:pathLst>
            </a:custGeom>
            <a:solidFill>
              <a:srgbClr val="EE7A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7152575" y="1112500"/>
              <a:ext cx="69950" cy="67025"/>
            </a:xfrm>
            <a:custGeom>
              <a:avLst/>
              <a:gdLst/>
              <a:ahLst/>
              <a:cxnLst/>
              <a:rect l="l" t="t" r="r" b="b"/>
              <a:pathLst>
                <a:path w="2798" h="2681" extrusionOk="0">
                  <a:moveTo>
                    <a:pt x="824" y="0"/>
                  </a:moveTo>
                  <a:cubicBezTo>
                    <a:pt x="757" y="0"/>
                    <a:pt x="690" y="14"/>
                    <a:pt x="623" y="45"/>
                  </a:cubicBezTo>
                  <a:cubicBezTo>
                    <a:pt x="480" y="118"/>
                    <a:pt x="336" y="190"/>
                    <a:pt x="194" y="263"/>
                  </a:cubicBezTo>
                  <a:cubicBezTo>
                    <a:pt x="101" y="296"/>
                    <a:pt x="0" y="337"/>
                    <a:pt x="45" y="461"/>
                  </a:cubicBezTo>
                  <a:cubicBezTo>
                    <a:pt x="75" y="542"/>
                    <a:pt x="134" y="574"/>
                    <a:pt x="202" y="574"/>
                  </a:cubicBezTo>
                  <a:cubicBezTo>
                    <a:pt x="236" y="574"/>
                    <a:pt x="272" y="566"/>
                    <a:pt x="309" y="552"/>
                  </a:cubicBezTo>
                  <a:cubicBezTo>
                    <a:pt x="438" y="501"/>
                    <a:pt x="583" y="473"/>
                    <a:pt x="692" y="386"/>
                  </a:cubicBezTo>
                  <a:cubicBezTo>
                    <a:pt x="764" y="327"/>
                    <a:pt x="832" y="301"/>
                    <a:pt x="898" y="301"/>
                  </a:cubicBezTo>
                  <a:cubicBezTo>
                    <a:pt x="980" y="301"/>
                    <a:pt x="1058" y="342"/>
                    <a:pt x="1137" y="408"/>
                  </a:cubicBezTo>
                  <a:cubicBezTo>
                    <a:pt x="1329" y="571"/>
                    <a:pt x="1500" y="751"/>
                    <a:pt x="1666" y="945"/>
                  </a:cubicBezTo>
                  <a:cubicBezTo>
                    <a:pt x="1812" y="1114"/>
                    <a:pt x="1778" y="1182"/>
                    <a:pt x="1639" y="1286"/>
                  </a:cubicBezTo>
                  <a:cubicBezTo>
                    <a:pt x="1684" y="1742"/>
                    <a:pt x="1853" y="2159"/>
                    <a:pt x="2038" y="2571"/>
                  </a:cubicBezTo>
                  <a:cubicBezTo>
                    <a:pt x="2061" y="2618"/>
                    <a:pt x="2112" y="2644"/>
                    <a:pt x="2168" y="2648"/>
                  </a:cubicBezTo>
                  <a:cubicBezTo>
                    <a:pt x="2210" y="2668"/>
                    <a:pt x="2253" y="2681"/>
                    <a:pt x="2290" y="2681"/>
                  </a:cubicBezTo>
                  <a:cubicBezTo>
                    <a:pt x="2348" y="2681"/>
                    <a:pt x="2393" y="2649"/>
                    <a:pt x="2405" y="2562"/>
                  </a:cubicBezTo>
                  <a:cubicBezTo>
                    <a:pt x="2432" y="2367"/>
                    <a:pt x="2583" y="2316"/>
                    <a:pt x="2722" y="2245"/>
                  </a:cubicBezTo>
                  <a:cubicBezTo>
                    <a:pt x="2798" y="2194"/>
                    <a:pt x="2763" y="2148"/>
                    <a:pt x="2716" y="2102"/>
                  </a:cubicBezTo>
                  <a:cubicBezTo>
                    <a:pt x="2571" y="1913"/>
                    <a:pt x="2506" y="1685"/>
                    <a:pt x="2411" y="1472"/>
                  </a:cubicBezTo>
                  <a:cubicBezTo>
                    <a:pt x="2406" y="1255"/>
                    <a:pt x="2264" y="1099"/>
                    <a:pt x="2165" y="925"/>
                  </a:cubicBezTo>
                  <a:cubicBezTo>
                    <a:pt x="2099" y="813"/>
                    <a:pt x="1933" y="798"/>
                    <a:pt x="1903" y="652"/>
                  </a:cubicBezTo>
                  <a:cubicBezTo>
                    <a:pt x="1885" y="629"/>
                    <a:pt x="1866" y="607"/>
                    <a:pt x="1847" y="584"/>
                  </a:cubicBezTo>
                  <a:cubicBezTo>
                    <a:pt x="1756" y="553"/>
                    <a:pt x="1726" y="456"/>
                    <a:pt x="1653" y="405"/>
                  </a:cubicBezTo>
                  <a:cubicBezTo>
                    <a:pt x="1477" y="231"/>
                    <a:pt x="1233" y="176"/>
                    <a:pt x="1035" y="42"/>
                  </a:cubicBezTo>
                  <a:cubicBezTo>
                    <a:pt x="964" y="15"/>
                    <a:pt x="894" y="0"/>
                    <a:pt x="824" y="0"/>
                  </a:cubicBezTo>
                  <a:close/>
                </a:path>
              </a:pathLst>
            </a:custGeom>
            <a:solidFill>
              <a:srgbClr val="F18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7223250" y="1349775"/>
              <a:ext cx="72550" cy="53500"/>
            </a:xfrm>
            <a:custGeom>
              <a:avLst/>
              <a:gdLst/>
              <a:ahLst/>
              <a:cxnLst/>
              <a:rect l="l" t="t" r="r" b="b"/>
              <a:pathLst>
                <a:path w="2902" h="2140" extrusionOk="0">
                  <a:moveTo>
                    <a:pt x="2828" y="1"/>
                  </a:moveTo>
                  <a:cubicBezTo>
                    <a:pt x="2809" y="1"/>
                    <a:pt x="2788" y="4"/>
                    <a:pt x="2768" y="5"/>
                  </a:cubicBezTo>
                  <a:cubicBezTo>
                    <a:pt x="2743" y="11"/>
                    <a:pt x="2717" y="19"/>
                    <a:pt x="2694" y="32"/>
                  </a:cubicBezTo>
                  <a:cubicBezTo>
                    <a:pt x="2638" y="62"/>
                    <a:pt x="2589" y="101"/>
                    <a:pt x="2540" y="141"/>
                  </a:cubicBezTo>
                  <a:cubicBezTo>
                    <a:pt x="2419" y="222"/>
                    <a:pt x="2344" y="406"/>
                    <a:pt x="2201" y="406"/>
                  </a:cubicBezTo>
                  <a:cubicBezTo>
                    <a:pt x="1935" y="406"/>
                    <a:pt x="1897" y="579"/>
                    <a:pt x="1850" y="780"/>
                  </a:cubicBezTo>
                  <a:cubicBezTo>
                    <a:pt x="1849" y="641"/>
                    <a:pt x="1902" y="530"/>
                    <a:pt x="1918" y="411"/>
                  </a:cubicBezTo>
                  <a:cubicBezTo>
                    <a:pt x="1908" y="374"/>
                    <a:pt x="1885" y="345"/>
                    <a:pt x="1852" y="326"/>
                  </a:cubicBezTo>
                  <a:cubicBezTo>
                    <a:pt x="1831" y="322"/>
                    <a:pt x="1811" y="320"/>
                    <a:pt x="1792" y="320"/>
                  </a:cubicBezTo>
                  <a:cubicBezTo>
                    <a:pt x="1658" y="320"/>
                    <a:pt x="1571" y="410"/>
                    <a:pt x="1482" y="508"/>
                  </a:cubicBezTo>
                  <a:cubicBezTo>
                    <a:pt x="1379" y="620"/>
                    <a:pt x="1305" y="792"/>
                    <a:pt x="1142" y="806"/>
                  </a:cubicBezTo>
                  <a:cubicBezTo>
                    <a:pt x="1030" y="816"/>
                    <a:pt x="924" y="833"/>
                    <a:pt x="814" y="857"/>
                  </a:cubicBezTo>
                  <a:cubicBezTo>
                    <a:pt x="806" y="877"/>
                    <a:pt x="798" y="884"/>
                    <a:pt x="791" y="884"/>
                  </a:cubicBezTo>
                  <a:cubicBezTo>
                    <a:pt x="777" y="884"/>
                    <a:pt x="766" y="855"/>
                    <a:pt x="754" y="855"/>
                  </a:cubicBezTo>
                  <a:cubicBezTo>
                    <a:pt x="753" y="855"/>
                    <a:pt x="753" y="855"/>
                    <a:pt x="752" y="855"/>
                  </a:cubicBezTo>
                  <a:cubicBezTo>
                    <a:pt x="651" y="858"/>
                    <a:pt x="596" y="908"/>
                    <a:pt x="595" y="1013"/>
                  </a:cubicBezTo>
                  <a:cubicBezTo>
                    <a:pt x="655" y="1222"/>
                    <a:pt x="836" y="1217"/>
                    <a:pt x="1016" y="1240"/>
                  </a:cubicBezTo>
                  <a:cubicBezTo>
                    <a:pt x="915" y="1322"/>
                    <a:pt x="801" y="1357"/>
                    <a:pt x="758" y="1492"/>
                  </a:cubicBezTo>
                  <a:cubicBezTo>
                    <a:pt x="730" y="1578"/>
                    <a:pt x="705" y="1607"/>
                    <a:pt x="681" y="1607"/>
                  </a:cubicBezTo>
                  <a:cubicBezTo>
                    <a:pt x="628" y="1607"/>
                    <a:pt x="579" y="1461"/>
                    <a:pt x="521" y="1461"/>
                  </a:cubicBezTo>
                  <a:cubicBezTo>
                    <a:pt x="512" y="1461"/>
                    <a:pt x="503" y="1464"/>
                    <a:pt x="494" y="1471"/>
                  </a:cubicBezTo>
                  <a:cubicBezTo>
                    <a:pt x="468" y="1491"/>
                    <a:pt x="430" y="1501"/>
                    <a:pt x="410" y="1530"/>
                  </a:cubicBezTo>
                  <a:cubicBezTo>
                    <a:pt x="334" y="1642"/>
                    <a:pt x="202" y="1646"/>
                    <a:pt x="95" y="1698"/>
                  </a:cubicBezTo>
                  <a:cubicBezTo>
                    <a:pt x="68" y="1784"/>
                    <a:pt x="40" y="1870"/>
                    <a:pt x="1" y="1997"/>
                  </a:cubicBezTo>
                  <a:cubicBezTo>
                    <a:pt x="60" y="1957"/>
                    <a:pt x="108" y="1940"/>
                    <a:pt x="147" y="1940"/>
                  </a:cubicBezTo>
                  <a:cubicBezTo>
                    <a:pt x="248" y="1940"/>
                    <a:pt x="293" y="2050"/>
                    <a:pt x="348" y="2140"/>
                  </a:cubicBezTo>
                  <a:cubicBezTo>
                    <a:pt x="430" y="1972"/>
                    <a:pt x="458" y="1912"/>
                    <a:pt x="542" y="1912"/>
                  </a:cubicBezTo>
                  <a:cubicBezTo>
                    <a:pt x="583" y="1912"/>
                    <a:pt x="639" y="1927"/>
                    <a:pt x="721" y="1951"/>
                  </a:cubicBezTo>
                  <a:cubicBezTo>
                    <a:pt x="743" y="1956"/>
                    <a:pt x="762" y="1959"/>
                    <a:pt x="779" y="1959"/>
                  </a:cubicBezTo>
                  <a:cubicBezTo>
                    <a:pt x="829" y="1959"/>
                    <a:pt x="864" y="1936"/>
                    <a:pt x="905" y="1902"/>
                  </a:cubicBezTo>
                  <a:cubicBezTo>
                    <a:pt x="1011" y="1812"/>
                    <a:pt x="1116" y="1724"/>
                    <a:pt x="1222" y="1634"/>
                  </a:cubicBezTo>
                  <a:cubicBezTo>
                    <a:pt x="1381" y="1561"/>
                    <a:pt x="1485" y="1405"/>
                    <a:pt x="1656" y="1354"/>
                  </a:cubicBezTo>
                  <a:cubicBezTo>
                    <a:pt x="1746" y="1284"/>
                    <a:pt x="1834" y="1214"/>
                    <a:pt x="1855" y="1092"/>
                  </a:cubicBezTo>
                  <a:cubicBezTo>
                    <a:pt x="1903" y="1046"/>
                    <a:pt x="1952" y="1002"/>
                    <a:pt x="2000" y="957"/>
                  </a:cubicBezTo>
                  <a:cubicBezTo>
                    <a:pt x="2052" y="865"/>
                    <a:pt x="2165" y="868"/>
                    <a:pt x="2235" y="805"/>
                  </a:cubicBezTo>
                  <a:cubicBezTo>
                    <a:pt x="2489" y="586"/>
                    <a:pt x="2732" y="356"/>
                    <a:pt x="2901" y="59"/>
                  </a:cubicBezTo>
                  <a:cubicBezTo>
                    <a:pt x="2889" y="11"/>
                    <a:pt x="2860" y="1"/>
                    <a:pt x="2828" y="1"/>
                  </a:cubicBezTo>
                  <a:close/>
                </a:path>
              </a:pathLst>
            </a:custGeom>
            <a:solidFill>
              <a:srgbClr val="F1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7301250" y="1138125"/>
              <a:ext cx="72350" cy="38750"/>
            </a:xfrm>
            <a:custGeom>
              <a:avLst/>
              <a:gdLst/>
              <a:ahLst/>
              <a:cxnLst/>
              <a:rect l="l" t="t" r="r" b="b"/>
              <a:pathLst>
                <a:path w="2894" h="1550" extrusionOk="0">
                  <a:moveTo>
                    <a:pt x="1628" y="0"/>
                  </a:moveTo>
                  <a:cubicBezTo>
                    <a:pt x="1487" y="0"/>
                    <a:pt x="1350" y="40"/>
                    <a:pt x="1215" y="117"/>
                  </a:cubicBezTo>
                  <a:cubicBezTo>
                    <a:pt x="1215" y="224"/>
                    <a:pt x="1342" y="356"/>
                    <a:pt x="1259" y="421"/>
                  </a:cubicBezTo>
                  <a:cubicBezTo>
                    <a:pt x="1145" y="511"/>
                    <a:pt x="981" y="557"/>
                    <a:pt x="832" y="579"/>
                  </a:cubicBezTo>
                  <a:cubicBezTo>
                    <a:pt x="685" y="602"/>
                    <a:pt x="355" y="853"/>
                    <a:pt x="420" y="962"/>
                  </a:cubicBezTo>
                  <a:cubicBezTo>
                    <a:pt x="495" y="1093"/>
                    <a:pt x="457" y="1109"/>
                    <a:pt x="400" y="1109"/>
                  </a:cubicBezTo>
                  <a:cubicBezTo>
                    <a:pt x="382" y="1109"/>
                    <a:pt x="361" y="1108"/>
                    <a:pt x="342" y="1108"/>
                  </a:cubicBezTo>
                  <a:cubicBezTo>
                    <a:pt x="332" y="1108"/>
                    <a:pt x="323" y="1108"/>
                    <a:pt x="315" y="1110"/>
                  </a:cubicBezTo>
                  <a:cubicBezTo>
                    <a:pt x="67" y="1149"/>
                    <a:pt x="0" y="1280"/>
                    <a:pt x="95" y="1550"/>
                  </a:cubicBezTo>
                  <a:cubicBezTo>
                    <a:pt x="235" y="1526"/>
                    <a:pt x="296" y="1378"/>
                    <a:pt x="427" y="1342"/>
                  </a:cubicBezTo>
                  <a:cubicBezTo>
                    <a:pt x="469" y="1318"/>
                    <a:pt x="513" y="1294"/>
                    <a:pt x="551" y="1264"/>
                  </a:cubicBezTo>
                  <a:cubicBezTo>
                    <a:pt x="631" y="1144"/>
                    <a:pt x="735" y="1054"/>
                    <a:pt x="871" y="1005"/>
                  </a:cubicBezTo>
                  <a:cubicBezTo>
                    <a:pt x="938" y="937"/>
                    <a:pt x="1017" y="889"/>
                    <a:pt x="1100" y="845"/>
                  </a:cubicBezTo>
                  <a:cubicBezTo>
                    <a:pt x="1322" y="683"/>
                    <a:pt x="1591" y="635"/>
                    <a:pt x="1838" y="535"/>
                  </a:cubicBezTo>
                  <a:cubicBezTo>
                    <a:pt x="1901" y="509"/>
                    <a:pt x="1973" y="493"/>
                    <a:pt x="2044" y="493"/>
                  </a:cubicBezTo>
                  <a:cubicBezTo>
                    <a:pt x="2116" y="493"/>
                    <a:pt x="2186" y="510"/>
                    <a:pt x="2242" y="550"/>
                  </a:cubicBezTo>
                  <a:cubicBezTo>
                    <a:pt x="2335" y="615"/>
                    <a:pt x="2426" y="635"/>
                    <a:pt x="2518" y="635"/>
                  </a:cubicBezTo>
                  <a:cubicBezTo>
                    <a:pt x="2594" y="635"/>
                    <a:pt x="2671" y="621"/>
                    <a:pt x="2750" y="608"/>
                  </a:cubicBezTo>
                  <a:cubicBezTo>
                    <a:pt x="2800" y="494"/>
                    <a:pt x="2893" y="386"/>
                    <a:pt x="2787" y="255"/>
                  </a:cubicBezTo>
                  <a:cubicBezTo>
                    <a:pt x="2769" y="236"/>
                    <a:pt x="2750" y="220"/>
                    <a:pt x="2729" y="205"/>
                  </a:cubicBezTo>
                  <a:cubicBezTo>
                    <a:pt x="2677" y="172"/>
                    <a:pt x="2624" y="140"/>
                    <a:pt x="2569" y="111"/>
                  </a:cubicBezTo>
                  <a:cubicBezTo>
                    <a:pt x="2472" y="67"/>
                    <a:pt x="2372" y="41"/>
                    <a:pt x="2268" y="41"/>
                  </a:cubicBezTo>
                  <a:cubicBezTo>
                    <a:pt x="2239" y="41"/>
                    <a:pt x="2209" y="43"/>
                    <a:pt x="2179" y="47"/>
                  </a:cubicBezTo>
                  <a:cubicBezTo>
                    <a:pt x="2094" y="52"/>
                    <a:pt x="2010" y="55"/>
                    <a:pt x="1925" y="58"/>
                  </a:cubicBezTo>
                  <a:cubicBezTo>
                    <a:pt x="1824" y="19"/>
                    <a:pt x="1725" y="0"/>
                    <a:pt x="1628" y="0"/>
                  </a:cubicBezTo>
                  <a:close/>
                </a:path>
              </a:pathLst>
            </a:custGeom>
            <a:solidFill>
              <a:srgbClr val="F190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7319025" y="1236625"/>
              <a:ext cx="60700" cy="85100"/>
            </a:xfrm>
            <a:custGeom>
              <a:avLst/>
              <a:gdLst/>
              <a:ahLst/>
              <a:cxnLst/>
              <a:rect l="l" t="t" r="r" b="b"/>
              <a:pathLst>
                <a:path w="2428" h="3404" extrusionOk="0">
                  <a:moveTo>
                    <a:pt x="2404" y="0"/>
                  </a:moveTo>
                  <a:cubicBezTo>
                    <a:pt x="2281" y="19"/>
                    <a:pt x="2215" y="94"/>
                    <a:pt x="2157" y="204"/>
                  </a:cubicBezTo>
                  <a:cubicBezTo>
                    <a:pt x="2026" y="447"/>
                    <a:pt x="1877" y="680"/>
                    <a:pt x="1734" y="917"/>
                  </a:cubicBezTo>
                  <a:cubicBezTo>
                    <a:pt x="1479" y="1042"/>
                    <a:pt x="1431" y="1325"/>
                    <a:pt x="1269" y="1521"/>
                  </a:cubicBezTo>
                  <a:cubicBezTo>
                    <a:pt x="1126" y="1697"/>
                    <a:pt x="1021" y="1902"/>
                    <a:pt x="867" y="2069"/>
                  </a:cubicBezTo>
                  <a:cubicBezTo>
                    <a:pt x="819" y="2133"/>
                    <a:pt x="777" y="2203"/>
                    <a:pt x="732" y="2270"/>
                  </a:cubicBezTo>
                  <a:cubicBezTo>
                    <a:pt x="631" y="2461"/>
                    <a:pt x="509" y="2636"/>
                    <a:pt x="362" y="2795"/>
                  </a:cubicBezTo>
                  <a:cubicBezTo>
                    <a:pt x="295" y="3011"/>
                    <a:pt x="31" y="3095"/>
                    <a:pt x="1" y="3335"/>
                  </a:cubicBezTo>
                  <a:cubicBezTo>
                    <a:pt x="6" y="3364"/>
                    <a:pt x="21" y="3387"/>
                    <a:pt x="45" y="3403"/>
                  </a:cubicBezTo>
                  <a:cubicBezTo>
                    <a:pt x="276" y="3397"/>
                    <a:pt x="308" y="3202"/>
                    <a:pt x="382" y="3047"/>
                  </a:cubicBezTo>
                  <a:cubicBezTo>
                    <a:pt x="394" y="3035"/>
                    <a:pt x="406" y="3023"/>
                    <a:pt x="418" y="3011"/>
                  </a:cubicBezTo>
                  <a:cubicBezTo>
                    <a:pt x="759" y="2805"/>
                    <a:pt x="999" y="2518"/>
                    <a:pt x="1121" y="2137"/>
                  </a:cubicBezTo>
                  <a:cubicBezTo>
                    <a:pt x="1186" y="2052"/>
                    <a:pt x="1250" y="1968"/>
                    <a:pt x="1316" y="1884"/>
                  </a:cubicBezTo>
                  <a:cubicBezTo>
                    <a:pt x="1603" y="1637"/>
                    <a:pt x="1797" y="1328"/>
                    <a:pt x="1919" y="972"/>
                  </a:cubicBezTo>
                  <a:cubicBezTo>
                    <a:pt x="2003" y="828"/>
                    <a:pt x="2088" y="684"/>
                    <a:pt x="2172" y="540"/>
                  </a:cubicBezTo>
                  <a:cubicBezTo>
                    <a:pt x="2337" y="413"/>
                    <a:pt x="2418" y="243"/>
                    <a:pt x="2428" y="37"/>
                  </a:cubicBezTo>
                  <a:cubicBezTo>
                    <a:pt x="2419" y="26"/>
                    <a:pt x="2411" y="13"/>
                    <a:pt x="2404" y="0"/>
                  </a:cubicBezTo>
                  <a:close/>
                </a:path>
              </a:pathLst>
            </a:custGeom>
            <a:solidFill>
              <a:srgbClr val="F29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7148125" y="1117275"/>
              <a:ext cx="51850" cy="27000"/>
            </a:xfrm>
            <a:custGeom>
              <a:avLst/>
              <a:gdLst/>
              <a:ahLst/>
              <a:cxnLst/>
              <a:rect l="l" t="t" r="r" b="b"/>
              <a:pathLst>
                <a:path w="2074" h="1080" extrusionOk="0">
                  <a:moveTo>
                    <a:pt x="1048" y="0"/>
                  </a:moveTo>
                  <a:cubicBezTo>
                    <a:pt x="1011" y="0"/>
                    <a:pt x="980" y="10"/>
                    <a:pt x="965" y="32"/>
                  </a:cubicBezTo>
                  <a:cubicBezTo>
                    <a:pt x="850" y="201"/>
                    <a:pt x="658" y="189"/>
                    <a:pt x="518" y="285"/>
                  </a:cubicBezTo>
                  <a:cubicBezTo>
                    <a:pt x="478" y="311"/>
                    <a:pt x="431" y="335"/>
                    <a:pt x="386" y="335"/>
                  </a:cubicBezTo>
                  <a:cubicBezTo>
                    <a:pt x="350" y="335"/>
                    <a:pt x="314" y="320"/>
                    <a:pt x="283" y="279"/>
                  </a:cubicBezTo>
                  <a:cubicBezTo>
                    <a:pt x="201" y="170"/>
                    <a:pt x="322" y="133"/>
                    <a:pt x="372" y="72"/>
                  </a:cubicBezTo>
                  <a:cubicBezTo>
                    <a:pt x="367" y="72"/>
                    <a:pt x="363" y="72"/>
                    <a:pt x="358" y="72"/>
                  </a:cubicBezTo>
                  <a:cubicBezTo>
                    <a:pt x="240" y="72"/>
                    <a:pt x="188" y="186"/>
                    <a:pt x="96" y="234"/>
                  </a:cubicBezTo>
                  <a:cubicBezTo>
                    <a:pt x="63" y="279"/>
                    <a:pt x="1" y="308"/>
                    <a:pt x="12" y="380"/>
                  </a:cubicBezTo>
                  <a:cubicBezTo>
                    <a:pt x="112" y="398"/>
                    <a:pt x="188" y="443"/>
                    <a:pt x="227" y="544"/>
                  </a:cubicBezTo>
                  <a:cubicBezTo>
                    <a:pt x="249" y="601"/>
                    <a:pt x="283" y="624"/>
                    <a:pt x="323" y="624"/>
                  </a:cubicBezTo>
                  <a:cubicBezTo>
                    <a:pt x="352" y="624"/>
                    <a:pt x="384" y="612"/>
                    <a:pt x="417" y="594"/>
                  </a:cubicBezTo>
                  <a:cubicBezTo>
                    <a:pt x="607" y="484"/>
                    <a:pt x="793" y="361"/>
                    <a:pt x="1000" y="361"/>
                  </a:cubicBezTo>
                  <a:cubicBezTo>
                    <a:pt x="1100" y="361"/>
                    <a:pt x="1205" y="390"/>
                    <a:pt x="1317" y="463"/>
                  </a:cubicBezTo>
                  <a:cubicBezTo>
                    <a:pt x="1530" y="601"/>
                    <a:pt x="1659" y="796"/>
                    <a:pt x="1761" y="1017"/>
                  </a:cubicBezTo>
                  <a:cubicBezTo>
                    <a:pt x="1784" y="1052"/>
                    <a:pt x="1813" y="1076"/>
                    <a:pt x="1856" y="1079"/>
                  </a:cubicBezTo>
                  <a:cubicBezTo>
                    <a:pt x="1862" y="1079"/>
                    <a:pt x="1868" y="1079"/>
                    <a:pt x="1874" y="1079"/>
                  </a:cubicBezTo>
                  <a:cubicBezTo>
                    <a:pt x="1959" y="1079"/>
                    <a:pt x="2044" y="1063"/>
                    <a:pt x="2058" y="966"/>
                  </a:cubicBezTo>
                  <a:cubicBezTo>
                    <a:pt x="2074" y="868"/>
                    <a:pt x="2029" y="780"/>
                    <a:pt x="1917" y="746"/>
                  </a:cubicBezTo>
                  <a:cubicBezTo>
                    <a:pt x="1879" y="735"/>
                    <a:pt x="1803" y="707"/>
                    <a:pt x="1825" y="674"/>
                  </a:cubicBezTo>
                  <a:cubicBezTo>
                    <a:pt x="1943" y="496"/>
                    <a:pt x="1772" y="510"/>
                    <a:pt x="1694" y="474"/>
                  </a:cubicBezTo>
                  <a:cubicBezTo>
                    <a:pt x="1655" y="456"/>
                    <a:pt x="1603" y="459"/>
                    <a:pt x="1597" y="409"/>
                  </a:cubicBezTo>
                  <a:cubicBezTo>
                    <a:pt x="1570" y="210"/>
                    <a:pt x="1352" y="213"/>
                    <a:pt x="1254" y="82"/>
                  </a:cubicBezTo>
                  <a:cubicBezTo>
                    <a:pt x="1222" y="40"/>
                    <a:pt x="1123" y="0"/>
                    <a:pt x="1048" y="0"/>
                  </a:cubicBezTo>
                  <a:close/>
                </a:path>
              </a:pathLst>
            </a:custGeom>
            <a:solidFill>
              <a:srgbClr val="F29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7379075" y="1154975"/>
              <a:ext cx="13550" cy="60100"/>
            </a:xfrm>
            <a:custGeom>
              <a:avLst/>
              <a:gdLst/>
              <a:ahLst/>
              <a:cxnLst/>
              <a:rect l="l" t="t" r="r" b="b"/>
              <a:pathLst>
                <a:path w="542" h="2404" extrusionOk="0">
                  <a:moveTo>
                    <a:pt x="129" y="1"/>
                  </a:moveTo>
                  <a:cubicBezTo>
                    <a:pt x="0" y="8"/>
                    <a:pt x="41" y="119"/>
                    <a:pt x="16" y="189"/>
                  </a:cubicBezTo>
                  <a:cubicBezTo>
                    <a:pt x="18" y="281"/>
                    <a:pt x="42" y="357"/>
                    <a:pt x="147" y="376"/>
                  </a:cubicBezTo>
                  <a:cubicBezTo>
                    <a:pt x="522" y="789"/>
                    <a:pt x="496" y="1269"/>
                    <a:pt x="405" y="1772"/>
                  </a:cubicBezTo>
                  <a:cubicBezTo>
                    <a:pt x="369" y="1976"/>
                    <a:pt x="255" y="2186"/>
                    <a:pt x="365" y="2403"/>
                  </a:cubicBezTo>
                  <a:cubicBezTo>
                    <a:pt x="503" y="2111"/>
                    <a:pt x="482" y="1790"/>
                    <a:pt x="541" y="1484"/>
                  </a:cubicBezTo>
                  <a:cubicBezTo>
                    <a:pt x="533" y="1166"/>
                    <a:pt x="520" y="849"/>
                    <a:pt x="436" y="541"/>
                  </a:cubicBezTo>
                  <a:cubicBezTo>
                    <a:pt x="441" y="418"/>
                    <a:pt x="333" y="345"/>
                    <a:pt x="304" y="237"/>
                  </a:cubicBezTo>
                  <a:cubicBezTo>
                    <a:pt x="290" y="226"/>
                    <a:pt x="280" y="213"/>
                    <a:pt x="274" y="198"/>
                  </a:cubicBezTo>
                  <a:cubicBezTo>
                    <a:pt x="255" y="110"/>
                    <a:pt x="182" y="63"/>
                    <a:pt x="129" y="1"/>
                  </a:cubicBezTo>
                  <a:close/>
                </a:path>
              </a:pathLst>
            </a:custGeom>
            <a:solidFill>
              <a:srgbClr val="F29D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7292050" y="1336300"/>
              <a:ext cx="16125" cy="14725"/>
            </a:xfrm>
            <a:custGeom>
              <a:avLst/>
              <a:gdLst/>
              <a:ahLst/>
              <a:cxnLst/>
              <a:rect l="l" t="t" r="r" b="b"/>
              <a:pathLst>
                <a:path w="645" h="589" extrusionOk="0">
                  <a:moveTo>
                    <a:pt x="562" y="0"/>
                  </a:moveTo>
                  <a:cubicBezTo>
                    <a:pt x="551" y="0"/>
                    <a:pt x="540" y="4"/>
                    <a:pt x="531" y="12"/>
                  </a:cubicBezTo>
                  <a:cubicBezTo>
                    <a:pt x="336" y="184"/>
                    <a:pt x="106" y="326"/>
                    <a:pt x="1" y="582"/>
                  </a:cubicBezTo>
                  <a:cubicBezTo>
                    <a:pt x="13" y="587"/>
                    <a:pt x="25" y="589"/>
                    <a:pt x="36" y="589"/>
                  </a:cubicBezTo>
                  <a:cubicBezTo>
                    <a:pt x="65" y="589"/>
                    <a:pt x="90" y="574"/>
                    <a:pt x="114" y="554"/>
                  </a:cubicBezTo>
                  <a:cubicBezTo>
                    <a:pt x="155" y="521"/>
                    <a:pt x="197" y="489"/>
                    <a:pt x="238" y="456"/>
                  </a:cubicBezTo>
                  <a:cubicBezTo>
                    <a:pt x="374" y="316"/>
                    <a:pt x="509" y="178"/>
                    <a:pt x="645" y="38"/>
                  </a:cubicBezTo>
                  <a:cubicBezTo>
                    <a:pt x="645" y="38"/>
                    <a:pt x="622" y="32"/>
                    <a:pt x="622" y="32"/>
                  </a:cubicBezTo>
                  <a:cubicBezTo>
                    <a:pt x="605" y="13"/>
                    <a:pt x="583" y="0"/>
                    <a:pt x="562" y="0"/>
                  </a:cubicBezTo>
                  <a:close/>
                </a:path>
              </a:pathLst>
            </a:custGeom>
            <a:solidFill>
              <a:srgbClr val="F1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7248675" y="1149300"/>
              <a:ext cx="135550" cy="151975"/>
            </a:xfrm>
            <a:custGeom>
              <a:avLst/>
              <a:gdLst/>
              <a:ahLst/>
              <a:cxnLst/>
              <a:rect l="l" t="t" r="r" b="b"/>
              <a:pathLst>
                <a:path w="5422" h="6079" extrusionOk="0">
                  <a:moveTo>
                    <a:pt x="3845" y="1902"/>
                  </a:moveTo>
                  <a:cubicBezTo>
                    <a:pt x="3879" y="1902"/>
                    <a:pt x="3913" y="1909"/>
                    <a:pt x="3949" y="1927"/>
                  </a:cubicBezTo>
                  <a:cubicBezTo>
                    <a:pt x="3898" y="1959"/>
                    <a:pt x="3848" y="1971"/>
                    <a:pt x="3798" y="1971"/>
                  </a:cubicBezTo>
                  <a:cubicBezTo>
                    <a:pt x="3763" y="1971"/>
                    <a:pt x="3728" y="1965"/>
                    <a:pt x="3694" y="1957"/>
                  </a:cubicBezTo>
                  <a:cubicBezTo>
                    <a:pt x="3673" y="1952"/>
                    <a:pt x="3650" y="1949"/>
                    <a:pt x="3628" y="1949"/>
                  </a:cubicBezTo>
                  <a:cubicBezTo>
                    <a:pt x="3584" y="1949"/>
                    <a:pt x="3543" y="1963"/>
                    <a:pt x="3533" y="2005"/>
                  </a:cubicBezTo>
                  <a:cubicBezTo>
                    <a:pt x="3513" y="2084"/>
                    <a:pt x="3474" y="2148"/>
                    <a:pt x="3427" y="2206"/>
                  </a:cubicBezTo>
                  <a:lnTo>
                    <a:pt x="3427" y="2206"/>
                  </a:lnTo>
                  <a:cubicBezTo>
                    <a:pt x="3434" y="2185"/>
                    <a:pt x="3437" y="2159"/>
                    <a:pt x="3437" y="2127"/>
                  </a:cubicBezTo>
                  <a:cubicBezTo>
                    <a:pt x="3435" y="1995"/>
                    <a:pt x="3529" y="1930"/>
                    <a:pt x="3625" y="1930"/>
                  </a:cubicBezTo>
                  <a:cubicBezTo>
                    <a:pt x="3628" y="1930"/>
                    <a:pt x="3630" y="1930"/>
                    <a:pt x="3633" y="1930"/>
                  </a:cubicBezTo>
                  <a:cubicBezTo>
                    <a:pt x="3635" y="1930"/>
                    <a:pt x="3638" y="1930"/>
                    <a:pt x="3640" y="1930"/>
                  </a:cubicBezTo>
                  <a:cubicBezTo>
                    <a:pt x="3707" y="1930"/>
                    <a:pt x="3775" y="1902"/>
                    <a:pt x="3845" y="1902"/>
                  </a:cubicBezTo>
                  <a:close/>
                  <a:moveTo>
                    <a:pt x="3042" y="4385"/>
                  </a:moveTo>
                  <a:lnTo>
                    <a:pt x="3042" y="4385"/>
                  </a:lnTo>
                  <a:cubicBezTo>
                    <a:pt x="3042" y="4386"/>
                    <a:pt x="3043" y="4387"/>
                    <a:pt x="3044" y="4388"/>
                  </a:cubicBezTo>
                  <a:cubicBezTo>
                    <a:pt x="3052" y="4399"/>
                    <a:pt x="3054" y="4408"/>
                    <a:pt x="3058" y="4408"/>
                  </a:cubicBezTo>
                  <a:cubicBezTo>
                    <a:pt x="3059" y="4408"/>
                    <a:pt x="3059" y="4408"/>
                    <a:pt x="3060" y="4407"/>
                  </a:cubicBezTo>
                  <a:cubicBezTo>
                    <a:pt x="3065" y="4404"/>
                    <a:pt x="3068" y="4403"/>
                    <a:pt x="3070" y="4403"/>
                  </a:cubicBezTo>
                  <a:cubicBezTo>
                    <a:pt x="3078" y="4403"/>
                    <a:pt x="3068" y="4422"/>
                    <a:pt x="3058" y="4422"/>
                  </a:cubicBezTo>
                  <a:cubicBezTo>
                    <a:pt x="3054" y="4422"/>
                    <a:pt x="3050" y="4419"/>
                    <a:pt x="3047" y="4412"/>
                  </a:cubicBezTo>
                  <a:cubicBezTo>
                    <a:pt x="3046" y="4403"/>
                    <a:pt x="3044" y="4394"/>
                    <a:pt x="3042" y="4385"/>
                  </a:cubicBezTo>
                  <a:close/>
                  <a:moveTo>
                    <a:pt x="3955" y="4315"/>
                  </a:moveTo>
                  <a:cubicBezTo>
                    <a:pt x="3970" y="4315"/>
                    <a:pt x="3984" y="4316"/>
                    <a:pt x="3998" y="4318"/>
                  </a:cubicBezTo>
                  <a:cubicBezTo>
                    <a:pt x="4000" y="4320"/>
                    <a:pt x="3960" y="4319"/>
                    <a:pt x="3936" y="4343"/>
                  </a:cubicBezTo>
                  <a:cubicBezTo>
                    <a:pt x="3892" y="4386"/>
                    <a:pt x="3856" y="4435"/>
                    <a:pt x="3825" y="4486"/>
                  </a:cubicBezTo>
                  <a:lnTo>
                    <a:pt x="3825" y="4486"/>
                  </a:lnTo>
                  <a:cubicBezTo>
                    <a:pt x="3829" y="4467"/>
                    <a:pt x="3832" y="4447"/>
                    <a:pt x="3836" y="4429"/>
                  </a:cubicBezTo>
                  <a:cubicBezTo>
                    <a:pt x="3857" y="4332"/>
                    <a:pt x="3907" y="4315"/>
                    <a:pt x="3955" y="4315"/>
                  </a:cubicBezTo>
                  <a:close/>
                  <a:moveTo>
                    <a:pt x="2288" y="5396"/>
                  </a:moveTo>
                  <a:cubicBezTo>
                    <a:pt x="2291" y="5410"/>
                    <a:pt x="2285" y="5422"/>
                    <a:pt x="2279" y="5434"/>
                  </a:cubicBezTo>
                  <a:lnTo>
                    <a:pt x="2279" y="5434"/>
                  </a:lnTo>
                  <a:cubicBezTo>
                    <a:pt x="2282" y="5422"/>
                    <a:pt x="2286" y="5409"/>
                    <a:pt x="2288" y="5396"/>
                  </a:cubicBezTo>
                  <a:close/>
                  <a:moveTo>
                    <a:pt x="4278" y="1"/>
                  </a:moveTo>
                  <a:cubicBezTo>
                    <a:pt x="4242" y="1"/>
                    <a:pt x="4204" y="4"/>
                    <a:pt x="4168" y="4"/>
                  </a:cubicBezTo>
                  <a:cubicBezTo>
                    <a:pt x="3790" y="7"/>
                    <a:pt x="3467" y="177"/>
                    <a:pt x="3150" y="357"/>
                  </a:cubicBezTo>
                  <a:cubicBezTo>
                    <a:pt x="3150" y="492"/>
                    <a:pt x="3043" y="501"/>
                    <a:pt x="2951" y="529"/>
                  </a:cubicBezTo>
                  <a:cubicBezTo>
                    <a:pt x="2777" y="541"/>
                    <a:pt x="2671" y="632"/>
                    <a:pt x="2632" y="801"/>
                  </a:cubicBezTo>
                  <a:cubicBezTo>
                    <a:pt x="2638" y="873"/>
                    <a:pt x="2691" y="923"/>
                    <a:pt x="2720" y="985"/>
                  </a:cubicBezTo>
                  <a:cubicBezTo>
                    <a:pt x="2786" y="1130"/>
                    <a:pt x="2818" y="1251"/>
                    <a:pt x="2598" y="1272"/>
                  </a:cubicBezTo>
                  <a:cubicBezTo>
                    <a:pt x="2561" y="1275"/>
                    <a:pt x="2546" y="1326"/>
                    <a:pt x="2505" y="1326"/>
                  </a:cubicBezTo>
                  <a:cubicBezTo>
                    <a:pt x="2501" y="1326"/>
                    <a:pt x="2497" y="1325"/>
                    <a:pt x="2493" y="1324"/>
                  </a:cubicBezTo>
                  <a:cubicBezTo>
                    <a:pt x="2462" y="1229"/>
                    <a:pt x="2535" y="1183"/>
                    <a:pt x="2585" y="1127"/>
                  </a:cubicBezTo>
                  <a:cubicBezTo>
                    <a:pt x="2703" y="996"/>
                    <a:pt x="2678" y="898"/>
                    <a:pt x="2518" y="830"/>
                  </a:cubicBezTo>
                  <a:cubicBezTo>
                    <a:pt x="2375" y="878"/>
                    <a:pt x="2269" y="969"/>
                    <a:pt x="2198" y="1103"/>
                  </a:cubicBezTo>
                  <a:lnTo>
                    <a:pt x="2233" y="1143"/>
                  </a:lnTo>
                  <a:cubicBezTo>
                    <a:pt x="2213" y="1289"/>
                    <a:pt x="2100" y="1270"/>
                    <a:pt x="2000" y="1273"/>
                  </a:cubicBezTo>
                  <a:cubicBezTo>
                    <a:pt x="1975" y="1272"/>
                    <a:pt x="1951" y="1270"/>
                    <a:pt x="1926" y="1268"/>
                  </a:cubicBezTo>
                  <a:cubicBezTo>
                    <a:pt x="1901" y="1271"/>
                    <a:pt x="1882" y="1283"/>
                    <a:pt x="1870" y="1305"/>
                  </a:cubicBezTo>
                  <a:cubicBezTo>
                    <a:pt x="1859" y="1365"/>
                    <a:pt x="1842" y="1425"/>
                    <a:pt x="1882" y="1480"/>
                  </a:cubicBezTo>
                  <a:cubicBezTo>
                    <a:pt x="2175" y="1542"/>
                    <a:pt x="2257" y="1644"/>
                    <a:pt x="2175" y="1854"/>
                  </a:cubicBezTo>
                  <a:cubicBezTo>
                    <a:pt x="2159" y="1895"/>
                    <a:pt x="2146" y="1968"/>
                    <a:pt x="2103" y="1968"/>
                  </a:cubicBezTo>
                  <a:cubicBezTo>
                    <a:pt x="2101" y="1968"/>
                    <a:pt x="2098" y="1968"/>
                    <a:pt x="2095" y="1967"/>
                  </a:cubicBezTo>
                  <a:cubicBezTo>
                    <a:pt x="2046" y="1957"/>
                    <a:pt x="1962" y="1921"/>
                    <a:pt x="1962" y="1862"/>
                  </a:cubicBezTo>
                  <a:cubicBezTo>
                    <a:pt x="1958" y="1680"/>
                    <a:pt x="1865" y="1650"/>
                    <a:pt x="1752" y="1650"/>
                  </a:cubicBezTo>
                  <a:cubicBezTo>
                    <a:pt x="1715" y="1650"/>
                    <a:pt x="1675" y="1653"/>
                    <a:pt x="1635" y="1655"/>
                  </a:cubicBezTo>
                  <a:cubicBezTo>
                    <a:pt x="1622" y="1666"/>
                    <a:pt x="1609" y="1677"/>
                    <a:pt x="1595" y="1688"/>
                  </a:cubicBezTo>
                  <a:cubicBezTo>
                    <a:pt x="1555" y="1985"/>
                    <a:pt x="1441" y="2290"/>
                    <a:pt x="1714" y="2555"/>
                  </a:cubicBezTo>
                  <a:cubicBezTo>
                    <a:pt x="1663" y="2526"/>
                    <a:pt x="1612" y="2511"/>
                    <a:pt x="1568" y="2511"/>
                  </a:cubicBezTo>
                  <a:cubicBezTo>
                    <a:pt x="1499" y="2511"/>
                    <a:pt x="1445" y="2548"/>
                    <a:pt x="1429" y="2622"/>
                  </a:cubicBezTo>
                  <a:cubicBezTo>
                    <a:pt x="1392" y="2805"/>
                    <a:pt x="1293" y="2928"/>
                    <a:pt x="1175" y="3057"/>
                  </a:cubicBezTo>
                  <a:cubicBezTo>
                    <a:pt x="1126" y="3111"/>
                    <a:pt x="1133" y="3254"/>
                    <a:pt x="1192" y="3254"/>
                  </a:cubicBezTo>
                  <a:cubicBezTo>
                    <a:pt x="1200" y="3254"/>
                    <a:pt x="1209" y="3252"/>
                    <a:pt x="1219" y="3245"/>
                  </a:cubicBezTo>
                  <a:cubicBezTo>
                    <a:pt x="1273" y="3213"/>
                    <a:pt x="1323" y="3201"/>
                    <a:pt x="1371" y="3201"/>
                  </a:cubicBezTo>
                  <a:cubicBezTo>
                    <a:pt x="1494" y="3201"/>
                    <a:pt x="1600" y="3282"/>
                    <a:pt x="1717" y="3282"/>
                  </a:cubicBezTo>
                  <a:cubicBezTo>
                    <a:pt x="1720" y="3282"/>
                    <a:pt x="1723" y="3282"/>
                    <a:pt x="1726" y="3282"/>
                  </a:cubicBezTo>
                  <a:lnTo>
                    <a:pt x="1726" y="3282"/>
                  </a:lnTo>
                  <a:cubicBezTo>
                    <a:pt x="1694" y="3284"/>
                    <a:pt x="1663" y="3289"/>
                    <a:pt x="1631" y="3289"/>
                  </a:cubicBezTo>
                  <a:cubicBezTo>
                    <a:pt x="1600" y="3289"/>
                    <a:pt x="1569" y="3284"/>
                    <a:pt x="1537" y="3268"/>
                  </a:cubicBezTo>
                  <a:cubicBezTo>
                    <a:pt x="1499" y="3248"/>
                    <a:pt x="1448" y="3240"/>
                    <a:pt x="1392" y="3240"/>
                  </a:cubicBezTo>
                  <a:cubicBezTo>
                    <a:pt x="1242" y="3240"/>
                    <a:pt x="1059" y="3304"/>
                    <a:pt x="1009" y="3405"/>
                  </a:cubicBezTo>
                  <a:cubicBezTo>
                    <a:pt x="928" y="3566"/>
                    <a:pt x="776" y="3660"/>
                    <a:pt x="690" y="3817"/>
                  </a:cubicBezTo>
                  <a:cubicBezTo>
                    <a:pt x="627" y="3928"/>
                    <a:pt x="513" y="4063"/>
                    <a:pt x="408" y="4097"/>
                  </a:cubicBezTo>
                  <a:cubicBezTo>
                    <a:pt x="140" y="4182"/>
                    <a:pt x="99" y="4407"/>
                    <a:pt x="1" y="4604"/>
                  </a:cubicBezTo>
                  <a:cubicBezTo>
                    <a:pt x="16" y="4624"/>
                    <a:pt x="35" y="4639"/>
                    <a:pt x="59" y="4647"/>
                  </a:cubicBezTo>
                  <a:cubicBezTo>
                    <a:pt x="82" y="4664"/>
                    <a:pt x="107" y="4670"/>
                    <a:pt x="132" y="4670"/>
                  </a:cubicBezTo>
                  <a:cubicBezTo>
                    <a:pt x="194" y="4670"/>
                    <a:pt x="261" y="4633"/>
                    <a:pt x="323" y="4633"/>
                  </a:cubicBezTo>
                  <a:cubicBezTo>
                    <a:pt x="362" y="4633"/>
                    <a:pt x="399" y="4648"/>
                    <a:pt x="431" y="4696"/>
                  </a:cubicBezTo>
                  <a:cubicBezTo>
                    <a:pt x="485" y="4682"/>
                    <a:pt x="505" y="4635"/>
                    <a:pt x="525" y="4591"/>
                  </a:cubicBezTo>
                  <a:cubicBezTo>
                    <a:pt x="563" y="4481"/>
                    <a:pt x="646" y="4427"/>
                    <a:pt x="756" y="4405"/>
                  </a:cubicBezTo>
                  <a:cubicBezTo>
                    <a:pt x="825" y="4392"/>
                    <a:pt x="931" y="4351"/>
                    <a:pt x="900" y="4289"/>
                  </a:cubicBezTo>
                  <a:cubicBezTo>
                    <a:pt x="779" y="4042"/>
                    <a:pt x="986" y="4036"/>
                    <a:pt x="1115" y="3964"/>
                  </a:cubicBezTo>
                  <a:lnTo>
                    <a:pt x="1115" y="3964"/>
                  </a:lnTo>
                  <a:cubicBezTo>
                    <a:pt x="1132" y="4066"/>
                    <a:pt x="1093" y="4177"/>
                    <a:pt x="1179" y="4260"/>
                  </a:cubicBezTo>
                  <a:cubicBezTo>
                    <a:pt x="1226" y="4298"/>
                    <a:pt x="1267" y="4313"/>
                    <a:pt x="1302" y="4313"/>
                  </a:cubicBezTo>
                  <a:cubicBezTo>
                    <a:pt x="1379" y="4313"/>
                    <a:pt x="1435" y="4243"/>
                    <a:pt x="1490" y="4168"/>
                  </a:cubicBezTo>
                  <a:cubicBezTo>
                    <a:pt x="1528" y="4117"/>
                    <a:pt x="1505" y="4014"/>
                    <a:pt x="1602" y="4014"/>
                  </a:cubicBezTo>
                  <a:cubicBezTo>
                    <a:pt x="1608" y="4014"/>
                    <a:pt x="1615" y="4015"/>
                    <a:pt x="1622" y="4016"/>
                  </a:cubicBezTo>
                  <a:cubicBezTo>
                    <a:pt x="1628" y="4016"/>
                    <a:pt x="1634" y="4017"/>
                    <a:pt x="1640" y="4017"/>
                  </a:cubicBezTo>
                  <a:cubicBezTo>
                    <a:pt x="1658" y="4017"/>
                    <a:pt x="1675" y="4014"/>
                    <a:pt x="1693" y="4009"/>
                  </a:cubicBezTo>
                  <a:cubicBezTo>
                    <a:pt x="1885" y="3948"/>
                    <a:pt x="1976" y="3753"/>
                    <a:pt x="2150" y="3665"/>
                  </a:cubicBezTo>
                  <a:cubicBezTo>
                    <a:pt x="2203" y="3638"/>
                    <a:pt x="2218" y="3566"/>
                    <a:pt x="2176" y="3530"/>
                  </a:cubicBezTo>
                  <a:cubicBezTo>
                    <a:pt x="1942" y="3332"/>
                    <a:pt x="2195" y="3278"/>
                    <a:pt x="2284" y="3238"/>
                  </a:cubicBezTo>
                  <a:cubicBezTo>
                    <a:pt x="2528" y="3125"/>
                    <a:pt x="2556" y="2807"/>
                    <a:pt x="2812" y="2712"/>
                  </a:cubicBezTo>
                  <a:cubicBezTo>
                    <a:pt x="2844" y="2701"/>
                    <a:pt x="2835" y="2633"/>
                    <a:pt x="2837" y="2589"/>
                  </a:cubicBezTo>
                  <a:cubicBezTo>
                    <a:pt x="2850" y="2355"/>
                    <a:pt x="2914" y="2264"/>
                    <a:pt x="3098" y="2264"/>
                  </a:cubicBezTo>
                  <a:cubicBezTo>
                    <a:pt x="3136" y="2264"/>
                    <a:pt x="3178" y="2268"/>
                    <a:pt x="3226" y="2275"/>
                  </a:cubicBezTo>
                  <a:cubicBezTo>
                    <a:pt x="3252" y="2279"/>
                    <a:pt x="3275" y="2281"/>
                    <a:pt x="3297" y="2281"/>
                  </a:cubicBezTo>
                  <a:cubicBezTo>
                    <a:pt x="3325" y="2281"/>
                    <a:pt x="3350" y="2277"/>
                    <a:pt x="3370" y="2268"/>
                  </a:cubicBezTo>
                  <a:lnTo>
                    <a:pt x="3370" y="2268"/>
                  </a:lnTo>
                  <a:cubicBezTo>
                    <a:pt x="3306" y="2335"/>
                    <a:pt x="3235" y="2397"/>
                    <a:pt x="3179" y="2471"/>
                  </a:cubicBezTo>
                  <a:cubicBezTo>
                    <a:pt x="3149" y="2511"/>
                    <a:pt x="3104" y="2564"/>
                    <a:pt x="3151" y="2608"/>
                  </a:cubicBezTo>
                  <a:cubicBezTo>
                    <a:pt x="3171" y="2626"/>
                    <a:pt x="3191" y="2634"/>
                    <a:pt x="3211" y="2634"/>
                  </a:cubicBezTo>
                  <a:cubicBezTo>
                    <a:pt x="3247" y="2634"/>
                    <a:pt x="3282" y="2611"/>
                    <a:pt x="3312" y="2580"/>
                  </a:cubicBezTo>
                  <a:cubicBezTo>
                    <a:pt x="3338" y="2553"/>
                    <a:pt x="3340" y="2507"/>
                    <a:pt x="3380" y="2483"/>
                  </a:cubicBezTo>
                  <a:lnTo>
                    <a:pt x="3380" y="2483"/>
                  </a:lnTo>
                  <a:cubicBezTo>
                    <a:pt x="3283" y="2565"/>
                    <a:pt x="3349" y="2671"/>
                    <a:pt x="3332" y="2765"/>
                  </a:cubicBezTo>
                  <a:cubicBezTo>
                    <a:pt x="3305" y="2760"/>
                    <a:pt x="3278" y="2757"/>
                    <a:pt x="3249" y="2757"/>
                  </a:cubicBezTo>
                  <a:cubicBezTo>
                    <a:pt x="3055" y="2757"/>
                    <a:pt x="2826" y="2879"/>
                    <a:pt x="2742" y="3036"/>
                  </a:cubicBezTo>
                  <a:cubicBezTo>
                    <a:pt x="2716" y="3084"/>
                    <a:pt x="2691" y="3134"/>
                    <a:pt x="2717" y="3186"/>
                  </a:cubicBezTo>
                  <a:cubicBezTo>
                    <a:pt x="2739" y="3226"/>
                    <a:pt x="2771" y="3239"/>
                    <a:pt x="2805" y="3239"/>
                  </a:cubicBezTo>
                  <a:cubicBezTo>
                    <a:pt x="2829" y="3239"/>
                    <a:pt x="2855" y="3233"/>
                    <a:pt x="2879" y="3224"/>
                  </a:cubicBezTo>
                  <a:cubicBezTo>
                    <a:pt x="2928" y="3209"/>
                    <a:pt x="2974" y="3198"/>
                    <a:pt x="3018" y="3198"/>
                  </a:cubicBezTo>
                  <a:cubicBezTo>
                    <a:pt x="3085" y="3198"/>
                    <a:pt x="3147" y="3224"/>
                    <a:pt x="3203" y="3301"/>
                  </a:cubicBezTo>
                  <a:cubicBezTo>
                    <a:pt x="3300" y="3431"/>
                    <a:pt x="3139" y="3482"/>
                    <a:pt x="3137" y="3579"/>
                  </a:cubicBezTo>
                  <a:cubicBezTo>
                    <a:pt x="3137" y="3603"/>
                    <a:pt x="3141" y="3627"/>
                    <a:pt x="3151" y="3651"/>
                  </a:cubicBezTo>
                  <a:cubicBezTo>
                    <a:pt x="3194" y="3737"/>
                    <a:pt x="3271" y="3768"/>
                    <a:pt x="3370" y="3768"/>
                  </a:cubicBezTo>
                  <a:cubicBezTo>
                    <a:pt x="3261" y="3831"/>
                    <a:pt x="3143" y="3843"/>
                    <a:pt x="3048" y="3904"/>
                  </a:cubicBezTo>
                  <a:cubicBezTo>
                    <a:pt x="2975" y="3953"/>
                    <a:pt x="2877" y="4047"/>
                    <a:pt x="2959" y="4109"/>
                  </a:cubicBezTo>
                  <a:cubicBezTo>
                    <a:pt x="3039" y="4169"/>
                    <a:pt x="3019" y="4243"/>
                    <a:pt x="3021" y="4309"/>
                  </a:cubicBezTo>
                  <a:lnTo>
                    <a:pt x="3021" y="4309"/>
                  </a:lnTo>
                  <a:cubicBezTo>
                    <a:pt x="2981" y="4186"/>
                    <a:pt x="2911" y="4080"/>
                    <a:pt x="2819" y="3986"/>
                  </a:cubicBezTo>
                  <a:cubicBezTo>
                    <a:pt x="2787" y="3952"/>
                    <a:pt x="2750" y="3927"/>
                    <a:pt x="2707" y="3927"/>
                  </a:cubicBezTo>
                  <a:cubicBezTo>
                    <a:pt x="2690" y="3927"/>
                    <a:pt x="2673" y="3931"/>
                    <a:pt x="2655" y="3939"/>
                  </a:cubicBezTo>
                  <a:cubicBezTo>
                    <a:pt x="2585" y="3975"/>
                    <a:pt x="2602" y="4040"/>
                    <a:pt x="2616" y="4100"/>
                  </a:cubicBezTo>
                  <a:cubicBezTo>
                    <a:pt x="2623" y="4134"/>
                    <a:pt x="2650" y="4170"/>
                    <a:pt x="2644" y="4199"/>
                  </a:cubicBezTo>
                  <a:cubicBezTo>
                    <a:pt x="2615" y="4359"/>
                    <a:pt x="2788" y="4539"/>
                    <a:pt x="2641" y="4670"/>
                  </a:cubicBezTo>
                  <a:cubicBezTo>
                    <a:pt x="2506" y="4792"/>
                    <a:pt x="2434" y="4971"/>
                    <a:pt x="2270" y="5056"/>
                  </a:cubicBezTo>
                  <a:cubicBezTo>
                    <a:pt x="2195" y="5095"/>
                    <a:pt x="2058" y="5043"/>
                    <a:pt x="2068" y="5195"/>
                  </a:cubicBezTo>
                  <a:cubicBezTo>
                    <a:pt x="2074" y="5290"/>
                    <a:pt x="2084" y="5388"/>
                    <a:pt x="2123" y="5475"/>
                  </a:cubicBezTo>
                  <a:cubicBezTo>
                    <a:pt x="2139" y="5513"/>
                    <a:pt x="2164" y="5534"/>
                    <a:pt x="2192" y="5534"/>
                  </a:cubicBezTo>
                  <a:cubicBezTo>
                    <a:pt x="2215" y="5534"/>
                    <a:pt x="2240" y="5520"/>
                    <a:pt x="2264" y="5490"/>
                  </a:cubicBezTo>
                  <a:cubicBezTo>
                    <a:pt x="2265" y="5483"/>
                    <a:pt x="2267" y="5477"/>
                    <a:pt x="2268" y="5471"/>
                  </a:cubicBezTo>
                  <a:lnTo>
                    <a:pt x="2268" y="5471"/>
                  </a:lnTo>
                  <a:cubicBezTo>
                    <a:pt x="2284" y="5631"/>
                    <a:pt x="2224" y="5748"/>
                    <a:pt x="2090" y="5840"/>
                  </a:cubicBezTo>
                  <a:cubicBezTo>
                    <a:pt x="2027" y="5883"/>
                    <a:pt x="1972" y="5958"/>
                    <a:pt x="2041" y="6041"/>
                  </a:cubicBezTo>
                  <a:cubicBezTo>
                    <a:pt x="2064" y="6068"/>
                    <a:pt x="2088" y="6078"/>
                    <a:pt x="2112" y="6078"/>
                  </a:cubicBezTo>
                  <a:cubicBezTo>
                    <a:pt x="2151" y="6078"/>
                    <a:pt x="2191" y="6052"/>
                    <a:pt x="2229" y="6034"/>
                  </a:cubicBezTo>
                  <a:cubicBezTo>
                    <a:pt x="2384" y="5961"/>
                    <a:pt x="2496" y="5813"/>
                    <a:pt x="2676" y="5780"/>
                  </a:cubicBezTo>
                  <a:cubicBezTo>
                    <a:pt x="2726" y="5771"/>
                    <a:pt x="2755" y="5710"/>
                    <a:pt x="2764" y="5658"/>
                  </a:cubicBezTo>
                  <a:cubicBezTo>
                    <a:pt x="2784" y="5548"/>
                    <a:pt x="2838" y="5459"/>
                    <a:pt x="2921" y="5392"/>
                  </a:cubicBezTo>
                  <a:cubicBezTo>
                    <a:pt x="3187" y="5180"/>
                    <a:pt x="3306" y="4880"/>
                    <a:pt x="3421" y="4576"/>
                  </a:cubicBezTo>
                  <a:cubicBezTo>
                    <a:pt x="3429" y="4555"/>
                    <a:pt x="3407" y="4505"/>
                    <a:pt x="3452" y="4505"/>
                  </a:cubicBezTo>
                  <a:cubicBezTo>
                    <a:pt x="3464" y="4505"/>
                    <a:pt x="3480" y="4508"/>
                    <a:pt x="3502" y="4516"/>
                  </a:cubicBezTo>
                  <a:cubicBezTo>
                    <a:pt x="3460" y="4595"/>
                    <a:pt x="3356" y="4687"/>
                    <a:pt x="3493" y="4764"/>
                  </a:cubicBezTo>
                  <a:cubicBezTo>
                    <a:pt x="3518" y="4778"/>
                    <a:pt x="3540" y="4783"/>
                    <a:pt x="3560" y="4783"/>
                  </a:cubicBezTo>
                  <a:cubicBezTo>
                    <a:pt x="3632" y="4783"/>
                    <a:pt x="3673" y="4707"/>
                    <a:pt x="3726" y="4668"/>
                  </a:cubicBezTo>
                  <a:lnTo>
                    <a:pt x="3726" y="4668"/>
                  </a:lnTo>
                  <a:cubicBezTo>
                    <a:pt x="3700" y="4718"/>
                    <a:pt x="3672" y="4767"/>
                    <a:pt x="3638" y="4814"/>
                  </a:cubicBezTo>
                  <a:cubicBezTo>
                    <a:pt x="3598" y="4869"/>
                    <a:pt x="3637" y="4889"/>
                    <a:pt x="3687" y="4889"/>
                  </a:cubicBezTo>
                  <a:cubicBezTo>
                    <a:pt x="3713" y="4889"/>
                    <a:pt x="3742" y="4884"/>
                    <a:pt x="3764" y="4875"/>
                  </a:cubicBezTo>
                  <a:cubicBezTo>
                    <a:pt x="3898" y="4819"/>
                    <a:pt x="4003" y="4700"/>
                    <a:pt x="4174" y="4683"/>
                  </a:cubicBezTo>
                  <a:lnTo>
                    <a:pt x="4174" y="4683"/>
                  </a:lnTo>
                  <a:cubicBezTo>
                    <a:pt x="4060" y="4735"/>
                    <a:pt x="3948" y="4769"/>
                    <a:pt x="3896" y="4880"/>
                  </a:cubicBezTo>
                  <a:cubicBezTo>
                    <a:pt x="3864" y="4951"/>
                    <a:pt x="3822" y="5041"/>
                    <a:pt x="3893" y="5097"/>
                  </a:cubicBezTo>
                  <a:cubicBezTo>
                    <a:pt x="3927" y="5126"/>
                    <a:pt x="3965" y="5142"/>
                    <a:pt x="4001" y="5142"/>
                  </a:cubicBezTo>
                  <a:cubicBezTo>
                    <a:pt x="4049" y="5142"/>
                    <a:pt x="4095" y="5113"/>
                    <a:pt x="4127" y="5047"/>
                  </a:cubicBezTo>
                  <a:cubicBezTo>
                    <a:pt x="4267" y="4835"/>
                    <a:pt x="4407" y="4622"/>
                    <a:pt x="4548" y="4410"/>
                  </a:cubicBezTo>
                  <a:cubicBezTo>
                    <a:pt x="4540" y="4274"/>
                    <a:pt x="4468" y="4251"/>
                    <a:pt x="4379" y="4251"/>
                  </a:cubicBezTo>
                  <a:cubicBezTo>
                    <a:pt x="4334" y="4251"/>
                    <a:pt x="4286" y="4257"/>
                    <a:pt x="4239" y="4257"/>
                  </a:cubicBezTo>
                  <a:cubicBezTo>
                    <a:pt x="4229" y="4257"/>
                    <a:pt x="4220" y="4256"/>
                    <a:pt x="4210" y="4256"/>
                  </a:cubicBezTo>
                  <a:cubicBezTo>
                    <a:pt x="4356" y="4145"/>
                    <a:pt x="4340" y="3979"/>
                    <a:pt x="4187" y="3970"/>
                  </a:cubicBezTo>
                  <a:cubicBezTo>
                    <a:pt x="4004" y="3960"/>
                    <a:pt x="4214" y="3809"/>
                    <a:pt x="4092" y="3799"/>
                  </a:cubicBezTo>
                  <a:cubicBezTo>
                    <a:pt x="4070" y="3797"/>
                    <a:pt x="4143" y="3728"/>
                    <a:pt x="4183" y="3707"/>
                  </a:cubicBezTo>
                  <a:cubicBezTo>
                    <a:pt x="4210" y="3692"/>
                    <a:pt x="4236" y="3686"/>
                    <a:pt x="4262" y="3686"/>
                  </a:cubicBezTo>
                  <a:cubicBezTo>
                    <a:pt x="4319" y="3686"/>
                    <a:pt x="4373" y="3714"/>
                    <a:pt x="4428" y="3739"/>
                  </a:cubicBezTo>
                  <a:cubicBezTo>
                    <a:pt x="4442" y="3745"/>
                    <a:pt x="4455" y="3748"/>
                    <a:pt x="4469" y="3748"/>
                  </a:cubicBezTo>
                  <a:cubicBezTo>
                    <a:pt x="4506" y="3748"/>
                    <a:pt x="4542" y="3726"/>
                    <a:pt x="4564" y="3689"/>
                  </a:cubicBezTo>
                  <a:cubicBezTo>
                    <a:pt x="4600" y="3631"/>
                    <a:pt x="4585" y="3570"/>
                    <a:pt x="4560" y="3513"/>
                  </a:cubicBezTo>
                  <a:cubicBezTo>
                    <a:pt x="4544" y="3477"/>
                    <a:pt x="4521" y="3465"/>
                    <a:pt x="4494" y="3465"/>
                  </a:cubicBezTo>
                  <a:cubicBezTo>
                    <a:pt x="4474" y="3465"/>
                    <a:pt x="4451" y="3472"/>
                    <a:pt x="4428" y="3480"/>
                  </a:cubicBezTo>
                  <a:cubicBezTo>
                    <a:pt x="4405" y="3489"/>
                    <a:pt x="4381" y="3509"/>
                    <a:pt x="4353" y="3509"/>
                  </a:cubicBezTo>
                  <a:cubicBezTo>
                    <a:pt x="4330" y="3509"/>
                    <a:pt x="4306" y="3497"/>
                    <a:pt x="4277" y="3457"/>
                  </a:cubicBezTo>
                  <a:lnTo>
                    <a:pt x="4277" y="3457"/>
                  </a:lnTo>
                  <a:cubicBezTo>
                    <a:pt x="4287" y="3459"/>
                    <a:pt x="4296" y="3459"/>
                    <a:pt x="4305" y="3459"/>
                  </a:cubicBezTo>
                  <a:cubicBezTo>
                    <a:pt x="4414" y="3459"/>
                    <a:pt x="4422" y="3327"/>
                    <a:pt x="4540" y="3312"/>
                  </a:cubicBezTo>
                  <a:cubicBezTo>
                    <a:pt x="4615" y="3302"/>
                    <a:pt x="4677" y="3186"/>
                    <a:pt x="4541" y="3105"/>
                  </a:cubicBezTo>
                  <a:cubicBezTo>
                    <a:pt x="4273" y="2947"/>
                    <a:pt x="4260" y="2772"/>
                    <a:pt x="4500" y="2566"/>
                  </a:cubicBezTo>
                  <a:cubicBezTo>
                    <a:pt x="4554" y="2520"/>
                    <a:pt x="4634" y="2483"/>
                    <a:pt x="4588" y="2407"/>
                  </a:cubicBezTo>
                  <a:cubicBezTo>
                    <a:pt x="4494" y="2255"/>
                    <a:pt x="4602" y="2234"/>
                    <a:pt x="4702" y="2190"/>
                  </a:cubicBezTo>
                  <a:cubicBezTo>
                    <a:pt x="4838" y="2128"/>
                    <a:pt x="4878" y="2027"/>
                    <a:pt x="4720" y="1962"/>
                  </a:cubicBezTo>
                  <a:cubicBezTo>
                    <a:pt x="4488" y="1864"/>
                    <a:pt x="4621" y="1794"/>
                    <a:pt x="4717" y="1709"/>
                  </a:cubicBezTo>
                  <a:cubicBezTo>
                    <a:pt x="4767" y="1665"/>
                    <a:pt x="4934" y="1628"/>
                    <a:pt x="4725" y="1570"/>
                  </a:cubicBezTo>
                  <a:cubicBezTo>
                    <a:pt x="4849" y="1454"/>
                    <a:pt x="4696" y="1338"/>
                    <a:pt x="4726" y="1225"/>
                  </a:cubicBezTo>
                  <a:cubicBezTo>
                    <a:pt x="4754" y="1121"/>
                    <a:pt x="4868" y="1051"/>
                    <a:pt x="4964" y="1051"/>
                  </a:cubicBezTo>
                  <a:cubicBezTo>
                    <a:pt x="5002" y="1051"/>
                    <a:pt x="5038" y="1062"/>
                    <a:pt x="5064" y="1087"/>
                  </a:cubicBezTo>
                  <a:cubicBezTo>
                    <a:pt x="5089" y="1111"/>
                    <a:pt x="5132" y="1122"/>
                    <a:pt x="5178" y="1122"/>
                  </a:cubicBezTo>
                  <a:cubicBezTo>
                    <a:pt x="5237" y="1122"/>
                    <a:pt x="5301" y="1103"/>
                    <a:pt x="5331" y="1069"/>
                  </a:cubicBezTo>
                  <a:cubicBezTo>
                    <a:pt x="5398" y="995"/>
                    <a:pt x="5422" y="945"/>
                    <a:pt x="5340" y="945"/>
                  </a:cubicBezTo>
                  <a:cubicBezTo>
                    <a:pt x="5323" y="945"/>
                    <a:pt x="5302" y="947"/>
                    <a:pt x="5275" y="951"/>
                  </a:cubicBezTo>
                  <a:cubicBezTo>
                    <a:pt x="5261" y="954"/>
                    <a:pt x="5248" y="955"/>
                    <a:pt x="5238" y="955"/>
                  </a:cubicBezTo>
                  <a:cubicBezTo>
                    <a:pt x="5165" y="955"/>
                    <a:pt x="5188" y="895"/>
                    <a:pt x="5213" y="847"/>
                  </a:cubicBezTo>
                  <a:cubicBezTo>
                    <a:pt x="5257" y="762"/>
                    <a:pt x="5313" y="684"/>
                    <a:pt x="5363" y="603"/>
                  </a:cubicBezTo>
                  <a:cubicBezTo>
                    <a:pt x="5307" y="551"/>
                    <a:pt x="5282" y="483"/>
                    <a:pt x="5267" y="410"/>
                  </a:cubicBezTo>
                  <a:lnTo>
                    <a:pt x="5267" y="409"/>
                  </a:lnTo>
                  <a:cubicBezTo>
                    <a:pt x="5241" y="364"/>
                    <a:pt x="5213" y="346"/>
                    <a:pt x="5184" y="346"/>
                  </a:cubicBezTo>
                  <a:cubicBezTo>
                    <a:pt x="5153" y="346"/>
                    <a:pt x="5120" y="366"/>
                    <a:pt x="5087" y="396"/>
                  </a:cubicBezTo>
                  <a:cubicBezTo>
                    <a:pt x="5082" y="412"/>
                    <a:pt x="5080" y="429"/>
                    <a:pt x="5080" y="445"/>
                  </a:cubicBezTo>
                  <a:cubicBezTo>
                    <a:pt x="5079" y="438"/>
                    <a:pt x="5080" y="431"/>
                    <a:pt x="5079" y="427"/>
                  </a:cubicBezTo>
                  <a:cubicBezTo>
                    <a:pt x="5095" y="325"/>
                    <a:pt x="5031" y="256"/>
                    <a:pt x="4969" y="189"/>
                  </a:cubicBezTo>
                  <a:cubicBezTo>
                    <a:pt x="4938" y="167"/>
                    <a:pt x="4905" y="151"/>
                    <a:pt x="4867" y="151"/>
                  </a:cubicBezTo>
                  <a:cubicBezTo>
                    <a:pt x="4858" y="151"/>
                    <a:pt x="4849" y="152"/>
                    <a:pt x="4840" y="153"/>
                  </a:cubicBezTo>
                  <a:cubicBezTo>
                    <a:pt x="4777" y="114"/>
                    <a:pt x="4713" y="93"/>
                    <a:pt x="4648" y="93"/>
                  </a:cubicBezTo>
                  <a:cubicBezTo>
                    <a:pt x="4599" y="93"/>
                    <a:pt x="4549" y="105"/>
                    <a:pt x="4498" y="130"/>
                  </a:cubicBezTo>
                  <a:cubicBezTo>
                    <a:pt x="4452" y="18"/>
                    <a:pt x="4367" y="1"/>
                    <a:pt x="4278" y="1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7134325" y="1135000"/>
              <a:ext cx="97600" cy="133850"/>
            </a:xfrm>
            <a:custGeom>
              <a:avLst/>
              <a:gdLst/>
              <a:ahLst/>
              <a:cxnLst/>
              <a:rect l="l" t="t" r="r" b="b"/>
              <a:pathLst>
                <a:path w="3904" h="5354" extrusionOk="0">
                  <a:moveTo>
                    <a:pt x="2164" y="3997"/>
                  </a:moveTo>
                  <a:cubicBezTo>
                    <a:pt x="2170" y="4099"/>
                    <a:pt x="2134" y="4172"/>
                    <a:pt x="2023" y="4173"/>
                  </a:cubicBezTo>
                  <a:cubicBezTo>
                    <a:pt x="2020" y="4173"/>
                    <a:pt x="2017" y="4173"/>
                    <a:pt x="2015" y="4173"/>
                  </a:cubicBezTo>
                  <a:lnTo>
                    <a:pt x="2015" y="4173"/>
                  </a:lnTo>
                  <a:cubicBezTo>
                    <a:pt x="2075" y="4132"/>
                    <a:pt x="2127" y="4073"/>
                    <a:pt x="2164" y="3997"/>
                  </a:cubicBezTo>
                  <a:close/>
                  <a:moveTo>
                    <a:pt x="3261" y="4683"/>
                  </a:moveTo>
                  <a:cubicBezTo>
                    <a:pt x="3300" y="4683"/>
                    <a:pt x="3330" y="4711"/>
                    <a:pt x="3364" y="4721"/>
                  </a:cubicBezTo>
                  <a:lnTo>
                    <a:pt x="3364" y="4721"/>
                  </a:lnTo>
                  <a:cubicBezTo>
                    <a:pt x="3352" y="4719"/>
                    <a:pt x="3340" y="4718"/>
                    <a:pt x="3327" y="4718"/>
                  </a:cubicBezTo>
                  <a:cubicBezTo>
                    <a:pt x="3321" y="4718"/>
                    <a:pt x="3315" y="4718"/>
                    <a:pt x="3309" y="4718"/>
                  </a:cubicBezTo>
                  <a:cubicBezTo>
                    <a:pt x="3279" y="4718"/>
                    <a:pt x="3250" y="4716"/>
                    <a:pt x="3224" y="4691"/>
                  </a:cubicBezTo>
                  <a:cubicBezTo>
                    <a:pt x="3237" y="4685"/>
                    <a:pt x="3249" y="4683"/>
                    <a:pt x="3261" y="4683"/>
                  </a:cubicBezTo>
                  <a:close/>
                  <a:moveTo>
                    <a:pt x="2057" y="1"/>
                  </a:moveTo>
                  <a:cubicBezTo>
                    <a:pt x="2052" y="1"/>
                    <a:pt x="2047" y="1"/>
                    <a:pt x="2041" y="2"/>
                  </a:cubicBezTo>
                  <a:cubicBezTo>
                    <a:pt x="1899" y="14"/>
                    <a:pt x="1948" y="147"/>
                    <a:pt x="1913" y="225"/>
                  </a:cubicBezTo>
                  <a:cubicBezTo>
                    <a:pt x="1894" y="265"/>
                    <a:pt x="1869" y="299"/>
                    <a:pt x="1847" y="337"/>
                  </a:cubicBezTo>
                  <a:cubicBezTo>
                    <a:pt x="1837" y="359"/>
                    <a:pt x="1830" y="382"/>
                    <a:pt x="1830" y="407"/>
                  </a:cubicBezTo>
                  <a:cubicBezTo>
                    <a:pt x="1818" y="595"/>
                    <a:pt x="1964" y="775"/>
                    <a:pt x="1868" y="968"/>
                  </a:cubicBezTo>
                  <a:cubicBezTo>
                    <a:pt x="1927" y="814"/>
                    <a:pt x="1893" y="698"/>
                    <a:pt x="1728" y="642"/>
                  </a:cubicBezTo>
                  <a:cubicBezTo>
                    <a:pt x="1641" y="614"/>
                    <a:pt x="1570" y="582"/>
                    <a:pt x="1542" y="482"/>
                  </a:cubicBezTo>
                  <a:cubicBezTo>
                    <a:pt x="1522" y="412"/>
                    <a:pt x="1492" y="332"/>
                    <a:pt x="1420" y="332"/>
                  </a:cubicBezTo>
                  <a:cubicBezTo>
                    <a:pt x="1404" y="332"/>
                    <a:pt x="1386" y="336"/>
                    <a:pt x="1365" y="345"/>
                  </a:cubicBezTo>
                  <a:cubicBezTo>
                    <a:pt x="1265" y="389"/>
                    <a:pt x="1235" y="504"/>
                    <a:pt x="1290" y="590"/>
                  </a:cubicBezTo>
                  <a:cubicBezTo>
                    <a:pt x="1372" y="717"/>
                    <a:pt x="1284" y="770"/>
                    <a:pt x="1215" y="821"/>
                  </a:cubicBezTo>
                  <a:cubicBezTo>
                    <a:pt x="1131" y="882"/>
                    <a:pt x="1038" y="931"/>
                    <a:pt x="939" y="931"/>
                  </a:cubicBezTo>
                  <a:cubicBezTo>
                    <a:pt x="897" y="931"/>
                    <a:pt x="855" y="923"/>
                    <a:pt x="812" y="903"/>
                  </a:cubicBezTo>
                  <a:cubicBezTo>
                    <a:pt x="782" y="889"/>
                    <a:pt x="756" y="883"/>
                    <a:pt x="732" y="883"/>
                  </a:cubicBezTo>
                  <a:cubicBezTo>
                    <a:pt x="680" y="883"/>
                    <a:pt x="640" y="913"/>
                    <a:pt x="608" y="958"/>
                  </a:cubicBezTo>
                  <a:cubicBezTo>
                    <a:pt x="561" y="1025"/>
                    <a:pt x="509" y="1075"/>
                    <a:pt x="428" y="1093"/>
                  </a:cubicBezTo>
                  <a:cubicBezTo>
                    <a:pt x="367" y="1122"/>
                    <a:pt x="322" y="1160"/>
                    <a:pt x="327" y="1236"/>
                  </a:cubicBezTo>
                  <a:cubicBezTo>
                    <a:pt x="303" y="1672"/>
                    <a:pt x="345" y="2121"/>
                    <a:pt x="76" y="2508"/>
                  </a:cubicBezTo>
                  <a:cubicBezTo>
                    <a:pt x="67" y="2545"/>
                    <a:pt x="67" y="2579"/>
                    <a:pt x="83" y="2615"/>
                  </a:cubicBezTo>
                  <a:cubicBezTo>
                    <a:pt x="150" y="2671"/>
                    <a:pt x="171" y="2730"/>
                    <a:pt x="93" y="2793"/>
                  </a:cubicBezTo>
                  <a:cubicBezTo>
                    <a:pt x="34" y="2948"/>
                    <a:pt x="1" y="3104"/>
                    <a:pt x="80" y="3263"/>
                  </a:cubicBezTo>
                  <a:cubicBezTo>
                    <a:pt x="150" y="3315"/>
                    <a:pt x="327" y="3293"/>
                    <a:pt x="200" y="3471"/>
                  </a:cubicBezTo>
                  <a:cubicBezTo>
                    <a:pt x="90" y="3624"/>
                    <a:pt x="189" y="3706"/>
                    <a:pt x="333" y="3752"/>
                  </a:cubicBezTo>
                  <a:cubicBezTo>
                    <a:pt x="403" y="3678"/>
                    <a:pt x="455" y="3639"/>
                    <a:pt x="497" y="3639"/>
                  </a:cubicBezTo>
                  <a:cubicBezTo>
                    <a:pt x="547" y="3639"/>
                    <a:pt x="586" y="3691"/>
                    <a:pt x="632" y="3798"/>
                  </a:cubicBezTo>
                  <a:cubicBezTo>
                    <a:pt x="660" y="3866"/>
                    <a:pt x="645" y="3978"/>
                    <a:pt x="740" y="3987"/>
                  </a:cubicBezTo>
                  <a:cubicBezTo>
                    <a:pt x="744" y="3987"/>
                    <a:pt x="749" y="3987"/>
                    <a:pt x="753" y="3987"/>
                  </a:cubicBezTo>
                  <a:cubicBezTo>
                    <a:pt x="847" y="3987"/>
                    <a:pt x="870" y="3884"/>
                    <a:pt x="904" y="3810"/>
                  </a:cubicBezTo>
                  <a:cubicBezTo>
                    <a:pt x="919" y="3778"/>
                    <a:pt x="930" y="3747"/>
                    <a:pt x="998" y="3730"/>
                  </a:cubicBezTo>
                  <a:lnTo>
                    <a:pt x="998" y="3730"/>
                  </a:lnTo>
                  <a:cubicBezTo>
                    <a:pt x="936" y="3826"/>
                    <a:pt x="933" y="3912"/>
                    <a:pt x="1035" y="3956"/>
                  </a:cubicBezTo>
                  <a:cubicBezTo>
                    <a:pt x="1063" y="3968"/>
                    <a:pt x="1090" y="3974"/>
                    <a:pt x="1115" y="3974"/>
                  </a:cubicBezTo>
                  <a:cubicBezTo>
                    <a:pt x="1185" y="3974"/>
                    <a:pt x="1243" y="3931"/>
                    <a:pt x="1289" y="3873"/>
                  </a:cubicBezTo>
                  <a:cubicBezTo>
                    <a:pt x="1370" y="3768"/>
                    <a:pt x="1444" y="3658"/>
                    <a:pt x="1584" y="3658"/>
                  </a:cubicBezTo>
                  <a:cubicBezTo>
                    <a:pt x="1603" y="3658"/>
                    <a:pt x="1624" y="3660"/>
                    <a:pt x="1646" y="3665"/>
                  </a:cubicBezTo>
                  <a:cubicBezTo>
                    <a:pt x="1439" y="3702"/>
                    <a:pt x="1403" y="3729"/>
                    <a:pt x="1360" y="3832"/>
                  </a:cubicBezTo>
                  <a:cubicBezTo>
                    <a:pt x="1289" y="3997"/>
                    <a:pt x="1431" y="4013"/>
                    <a:pt x="1517" y="4071"/>
                  </a:cubicBezTo>
                  <a:cubicBezTo>
                    <a:pt x="1530" y="4081"/>
                    <a:pt x="1535" y="4101"/>
                    <a:pt x="1545" y="4114"/>
                  </a:cubicBezTo>
                  <a:cubicBezTo>
                    <a:pt x="1612" y="4200"/>
                    <a:pt x="1706" y="4240"/>
                    <a:pt x="1803" y="4240"/>
                  </a:cubicBezTo>
                  <a:cubicBezTo>
                    <a:pt x="1820" y="4240"/>
                    <a:pt x="1837" y="4239"/>
                    <a:pt x="1854" y="4237"/>
                  </a:cubicBezTo>
                  <a:lnTo>
                    <a:pt x="1854" y="4237"/>
                  </a:lnTo>
                  <a:cubicBezTo>
                    <a:pt x="1832" y="4250"/>
                    <a:pt x="1810" y="4263"/>
                    <a:pt x="1786" y="4273"/>
                  </a:cubicBezTo>
                  <a:cubicBezTo>
                    <a:pt x="1629" y="4340"/>
                    <a:pt x="1613" y="4495"/>
                    <a:pt x="1594" y="4621"/>
                  </a:cubicBezTo>
                  <a:cubicBezTo>
                    <a:pt x="1573" y="4760"/>
                    <a:pt x="1723" y="4811"/>
                    <a:pt x="1823" y="4874"/>
                  </a:cubicBezTo>
                  <a:cubicBezTo>
                    <a:pt x="1852" y="4892"/>
                    <a:pt x="1887" y="4911"/>
                    <a:pt x="1920" y="4911"/>
                  </a:cubicBezTo>
                  <a:cubicBezTo>
                    <a:pt x="1938" y="4911"/>
                    <a:pt x="1954" y="4906"/>
                    <a:pt x="1969" y="4892"/>
                  </a:cubicBezTo>
                  <a:cubicBezTo>
                    <a:pt x="2021" y="4846"/>
                    <a:pt x="2008" y="4781"/>
                    <a:pt x="1976" y="4723"/>
                  </a:cubicBezTo>
                  <a:cubicBezTo>
                    <a:pt x="1940" y="4659"/>
                    <a:pt x="1854" y="4589"/>
                    <a:pt x="1940" y="4519"/>
                  </a:cubicBezTo>
                  <a:cubicBezTo>
                    <a:pt x="1963" y="4500"/>
                    <a:pt x="1987" y="4492"/>
                    <a:pt x="2011" y="4492"/>
                  </a:cubicBezTo>
                  <a:cubicBezTo>
                    <a:pt x="2070" y="4492"/>
                    <a:pt x="2129" y="4538"/>
                    <a:pt x="2176" y="4569"/>
                  </a:cubicBezTo>
                  <a:cubicBezTo>
                    <a:pt x="2262" y="4623"/>
                    <a:pt x="2344" y="4691"/>
                    <a:pt x="2332" y="4819"/>
                  </a:cubicBezTo>
                  <a:cubicBezTo>
                    <a:pt x="2324" y="4913"/>
                    <a:pt x="2351" y="4997"/>
                    <a:pt x="2459" y="4997"/>
                  </a:cubicBezTo>
                  <a:cubicBezTo>
                    <a:pt x="2470" y="4997"/>
                    <a:pt x="2482" y="4996"/>
                    <a:pt x="2495" y="4994"/>
                  </a:cubicBezTo>
                  <a:lnTo>
                    <a:pt x="2495" y="4994"/>
                  </a:lnTo>
                  <a:cubicBezTo>
                    <a:pt x="2470" y="5064"/>
                    <a:pt x="2367" y="5107"/>
                    <a:pt x="2423" y="5205"/>
                  </a:cubicBezTo>
                  <a:cubicBezTo>
                    <a:pt x="2455" y="5262"/>
                    <a:pt x="2498" y="5300"/>
                    <a:pt x="2562" y="5317"/>
                  </a:cubicBezTo>
                  <a:cubicBezTo>
                    <a:pt x="2610" y="5329"/>
                    <a:pt x="2660" y="5333"/>
                    <a:pt x="2710" y="5333"/>
                  </a:cubicBezTo>
                  <a:cubicBezTo>
                    <a:pt x="2730" y="5333"/>
                    <a:pt x="2750" y="5333"/>
                    <a:pt x="2770" y="5331"/>
                  </a:cubicBezTo>
                  <a:cubicBezTo>
                    <a:pt x="2954" y="5236"/>
                    <a:pt x="3252" y="5354"/>
                    <a:pt x="3319" y="5029"/>
                  </a:cubicBezTo>
                  <a:cubicBezTo>
                    <a:pt x="3327" y="4982"/>
                    <a:pt x="3432" y="5016"/>
                    <a:pt x="3486" y="4983"/>
                  </a:cubicBezTo>
                  <a:cubicBezTo>
                    <a:pt x="3548" y="4862"/>
                    <a:pt x="3442" y="4806"/>
                    <a:pt x="3388" y="4730"/>
                  </a:cubicBezTo>
                  <a:cubicBezTo>
                    <a:pt x="3383" y="4728"/>
                    <a:pt x="3378" y="4725"/>
                    <a:pt x="3373" y="4724"/>
                  </a:cubicBezTo>
                  <a:lnTo>
                    <a:pt x="3373" y="4724"/>
                  </a:lnTo>
                  <a:cubicBezTo>
                    <a:pt x="3373" y="4724"/>
                    <a:pt x="3374" y="4724"/>
                    <a:pt x="3374" y="4724"/>
                  </a:cubicBezTo>
                  <a:cubicBezTo>
                    <a:pt x="3422" y="4738"/>
                    <a:pt x="3466" y="4745"/>
                    <a:pt x="3506" y="4745"/>
                  </a:cubicBezTo>
                  <a:cubicBezTo>
                    <a:pt x="3693" y="4745"/>
                    <a:pt x="3788" y="4593"/>
                    <a:pt x="3739" y="4343"/>
                  </a:cubicBezTo>
                  <a:cubicBezTo>
                    <a:pt x="3904" y="4196"/>
                    <a:pt x="3645" y="4100"/>
                    <a:pt x="3694" y="3967"/>
                  </a:cubicBezTo>
                  <a:cubicBezTo>
                    <a:pt x="3691" y="3959"/>
                    <a:pt x="3689" y="3950"/>
                    <a:pt x="3685" y="3944"/>
                  </a:cubicBezTo>
                  <a:cubicBezTo>
                    <a:pt x="3681" y="3939"/>
                    <a:pt x="3670" y="3932"/>
                    <a:pt x="3667" y="3932"/>
                  </a:cubicBezTo>
                  <a:cubicBezTo>
                    <a:pt x="3666" y="3932"/>
                    <a:pt x="3666" y="3932"/>
                    <a:pt x="3666" y="3933"/>
                  </a:cubicBezTo>
                  <a:cubicBezTo>
                    <a:pt x="3549" y="4049"/>
                    <a:pt x="3428" y="4163"/>
                    <a:pt x="3300" y="4231"/>
                  </a:cubicBezTo>
                  <a:cubicBezTo>
                    <a:pt x="3331" y="4154"/>
                    <a:pt x="3444" y="4124"/>
                    <a:pt x="3506" y="4043"/>
                  </a:cubicBezTo>
                  <a:cubicBezTo>
                    <a:pt x="3540" y="3997"/>
                    <a:pt x="3634" y="3964"/>
                    <a:pt x="3552" y="3882"/>
                  </a:cubicBezTo>
                  <a:cubicBezTo>
                    <a:pt x="3540" y="3868"/>
                    <a:pt x="3529" y="3855"/>
                    <a:pt x="3518" y="3842"/>
                  </a:cubicBezTo>
                  <a:cubicBezTo>
                    <a:pt x="3481" y="3764"/>
                    <a:pt x="3562" y="3697"/>
                    <a:pt x="3534" y="3620"/>
                  </a:cubicBezTo>
                  <a:cubicBezTo>
                    <a:pt x="3619" y="3320"/>
                    <a:pt x="3495" y="3064"/>
                    <a:pt x="3206" y="3064"/>
                  </a:cubicBezTo>
                  <a:cubicBezTo>
                    <a:pt x="3200" y="3064"/>
                    <a:pt x="3194" y="3064"/>
                    <a:pt x="3188" y="3064"/>
                  </a:cubicBezTo>
                  <a:cubicBezTo>
                    <a:pt x="3493" y="2897"/>
                    <a:pt x="3384" y="2751"/>
                    <a:pt x="3268" y="2559"/>
                  </a:cubicBezTo>
                  <a:cubicBezTo>
                    <a:pt x="3114" y="2307"/>
                    <a:pt x="3019" y="2020"/>
                    <a:pt x="2898" y="1748"/>
                  </a:cubicBezTo>
                  <a:cubicBezTo>
                    <a:pt x="2636" y="1324"/>
                    <a:pt x="2528" y="845"/>
                    <a:pt x="2408" y="370"/>
                  </a:cubicBezTo>
                  <a:cubicBezTo>
                    <a:pt x="2386" y="344"/>
                    <a:pt x="2363" y="317"/>
                    <a:pt x="2341" y="291"/>
                  </a:cubicBezTo>
                  <a:cubicBezTo>
                    <a:pt x="2340" y="232"/>
                    <a:pt x="2294" y="201"/>
                    <a:pt x="2262" y="161"/>
                  </a:cubicBezTo>
                  <a:cubicBezTo>
                    <a:pt x="2206" y="93"/>
                    <a:pt x="2161" y="1"/>
                    <a:pt x="2057" y="1"/>
                  </a:cubicBezTo>
                  <a:close/>
                </a:path>
              </a:pathLst>
            </a:custGeom>
            <a:solidFill>
              <a:srgbClr val="EE7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7241575" y="1191500"/>
              <a:ext cx="54900" cy="73275"/>
            </a:xfrm>
            <a:custGeom>
              <a:avLst/>
              <a:gdLst/>
              <a:ahLst/>
              <a:cxnLst/>
              <a:rect l="l" t="t" r="r" b="b"/>
              <a:pathLst>
                <a:path w="2196" h="2931" extrusionOk="0">
                  <a:moveTo>
                    <a:pt x="1879" y="0"/>
                  </a:moveTo>
                  <a:lnTo>
                    <a:pt x="1879" y="2"/>
                  </a:lnTo>
                  <a:cubicBezTo>
                    <a:pt x="1817" y="47"/>
                    <a:pt x="1837" y="163"/>
                    <a:pt x="1792" y="181"/>
                  </a:cubicBezTo>
                  <a:cubicBezTo>
                    <a:pt x="1495" y="297"/>
                    <a:pt x="1493" y="639"/>
                    <a:pt x="1282" y="834"/>
                  </a:cubicBezTo>
                  <a:cubicBezTo>
                    <a:pt x="1151" y="954"/>
                    <a:pt x="1054" y="1140"/>
                    <a:pt x="895" y="1261"/>
                  </a:cubicBezTo>
                  <a:cubicBezTo>
                    <a:pt x="837" y="1305"/>
                    <a:pt x="759" y="1349"/>
                    <a:pt x="869" y="1439"/>
                  </a:cubicBezTo>
                  <a:cubicBezTo>
                    <a:pt x="966" y="1518"/>
                    <a:pt x="938" y="1590"/>
                    <a:pt x="811" y="1611"/>
                  </a:cubicBezTo>
                  <a:cubicBezTo>
                    <a:pt x="703" y="1628"/>
                    <a:pt x="600" y="1636"/>
                    <a:pt x="669" y="1800"/>
                  </a:cubicBezTo>
                  <a:cubicBezTo>
                    <a:pt x="691" y="1852"/>
                    <a:pt x="639" y="1916"/>
                    <a:pt x="578" y="1967"/>
                  </a:cubicBezTo>
                  <a:cubicBezTo>
                    <a:pt x="478" y="2048"/>
                    <a:pt x="287" y="2072"/>
                    <a:pt x="350" y="2286"/>
                  </a:cubicBezTo>
                  <a:cubicBezTo>
                    <a:pt x="359" y="2316"/>
                    <a:pt x="348" y="2326"/>
                    <a:pt x="329" y="2326"/>
                  </a:cubicBezTo>
                  <a:cubicBezTo>
                    <a:pt x="310" y="2326"/>
                    <a:pt x="282" y="2314"/>
                    <a:pt x="262" y="2302"/>
                  </a:cubicBezTo>
                  <a:cubicBezTo>
                    <a:pt x="242" y="2290"/>
                    <a:pt x="211" y="2260"/>
                    <a:pt x="192" y="2260"/>
                  </a:cubicBezTo>
                  <a:cubicBezTo>
                    <a:pt x="181" y="2260"/>
                    <a:pt x="174" y="2269"/>
                    <a:pt x="174" y="2295"/>
                  </a:cubicBezTo>
                  <a:cubicBezTo>
                    <a:pt x="173" y="2433"/>
                    <a:pt x="0" y="2540"/>
                    <a:pt x="109" y="2692"/>
                  </a:cubicBezTo>
                  <a:cubicBezTo>
                    <a:pt x="120" y="2693"/>
                    <a:pt x="130" y="2694"/>
                    <a:pt x="141" y="2695"/>
                  </a:cubicBezTo>
                  <a:cubicBezTo>
                    <a:pt x="164" y="2688"/>
                    <a:pt x="181" y="2685"/>
                    <a:pt x="193" y="2685"/>
                  </a:cubicBezTo>
                  <a:cubicBezTo>
                    <a:pt x="246" y="2685"/>
                    <a:pt x="200" y="2748"/>
                    <a:pt x="198" y="2784"/>
                  </a:cubicBezTo>
                  <a:cubicBezTo>
                    <a:pt x="194" y="2868"/>
                    <a:pt x="233" y="2916"/>
                    <a:pt x="313" y="2931"/>
                  </a:cubicBezTo>
                  <a:cubicBezTo>
                    <a:pt x="394" y="2621"/>
                    <a:pt x="697" y="2511"/>
                    <a:pt x="890" y="2303"/>
                  </a:cubicBezTo>
                  <a:cubicBezTo>
                    <a:pt x="1048" y="2134"/>
                    <a:pt x="1199" y="1965"/>
                    <a:pt x="1319" y="1768"/>
                  </a:cubicBezTo>
                  <a:cubicBezTo>
                    <a:pt x="1410" y="1619"/>
                    <a:pt x="1608" y="1663"/>
                    <a:pt x="1715" y="1544"/>
                  </a:cubicBezTo>
                  <a:cubicBezTo>
                    <a:pt x="1765" y="1639"/>
                    <a:pt x="1823" y="1668"/>
                    <a:pt x="1886" y="1668"/>
                  </a:cubicBezTo>
                  <a:cubicBezTo>
                    <a:pt x="1977" y="1668"/>
                    <a:pt x="2077" y="1607"/>
                    <a:pt x="2169" y="1602"/>
                  </a:cubicBezTo>
                  <a:lnTo>
                    <a:pt x="2169" y="1602"/>
                  </a:lnTo>
                  <a:cubicBezTo>
                    <a:pt x="2174" y="1602"/>
                    <a:pt x="2178" y="1602"/>
                    <a:pt x="2183" y="1602"/>
                  </a:cubicBezTo>
                  <a:cubicBezTo>
                    <a:pt x="2187" y="1602"/>
                    <a:pt x="2191" y="1602"/>
                    <a:pt x="2196" y="1602"/>
                  </a:cubicBezTo>
                  <a:cubicBezTo>
                    <a:pt x="2191" y="1601"/>
                    <a:pt x="2187" y="1601"/>
                    <a:pt x="2182" y="1601"/>
                  </a:cubicBezTo>
                  <a:cubicBezTo>
                    <a:pt x="2178" y="1601"/>
                    <a:pt x="2174" y="1601"/>
                    <a:pt x="2169" y="1602"/>
                  </a:cubicBezTo>
                  <a:lnTo>
                    <a:pt x="2169" y="1602"/>
                  </a:lnTo>
                  <a:cubicBezTo>
                    <a:pt x="2012" y="1594"/>
                    <a:pt x="1873" y="1448"/>
                    <a:pt x="1708" y="1448"/>
                  </a:cubicBezTo>
                  <a:cubicBezTo>
                    <a:pt x="1632" y="1448"/>
                    <a:pt x="1550" y="1479"/>
                    <a:pt x="1459" y="1567"/>
                  </a:cubicBezTo>
                  <a:cubicBezTo>
                    <a:pt x="1478" y="1478"/>
                    <a:pt x="1473" y="1436"/>
                    <a:pt x="1492" y="1417"/>
                  </a:cubicBezTo>
                  <a:cubicBezTo>
                    <a:pt x="1624" y="1284"/>
                    <a:pt x="1810" y="1187"/>
                    <a:pt x="1758" y="947"/>
                  </a:cubicBezTo>
                  <a:cubicBezTo>
                    <a:pt x="1755" y="934"/>
                    <a:pt x="1810" y="863"/>
                    <a:pt x="1851" y="863"/>
                  </a:cubicBezTo>
                  <a:cubicBezTo>
                    <a:pt x="1864" y="863"/>
                    <a:pt x="1876" y="870"/>
                    <a:pt x="1884" y="888"/>
                  </a:cubicBezTo>
                  <a:cubicBezTo>
                    <a:pt x="1917" y="963"/>
                    <a:pt x="1965" y="1004"/>
                    <a:pt x="2010" y="1004"/>
                  </a:cubicBezTo>
                  <a:cubicBezTo>
                    <a:pt x="2033" y="1004"/>
                    <a:pt x="2055" y="993"/>
                    <a:pt x="2074" y="972"/>
                  </a:cubicBezTo>
                  <a:cubicBezTo>
                    <a:pt x="2140" y="898"/>
                    <a:pt x="2070" y="776"/>
                    <a:pt x="2000" y="727"/>
                  </a:cubicBezTo>
                  <a:cubicBezTo>
                    <a:pt x="1814" y="598"/>
                    <a:pt x="1898" y="414"/>
                    <a:pt x="1890" y="255"/>
                  </a:cubicBezTo>
                  <a:cubicBezTo>
                    <a:pt x="1886" y="172"/>
                    <a:pt x="1987" y="85"/>
                    <a:pt x="1879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7218650" y="1243100"/>
              <a:ext cx="19000" cy="23125"/>
            </a:xfrm>
            <a:custGeom>
              <a:avLst/>
              <a:gdLst/>
              <a:ahLst/>
              <a:cxnLst/>
              <a:rect l="l" t="t" r="r" b="b"/>
              <a:pathLst>
                <a:path w="760" h="925" extrusionOk="0">
                  <a:moveTo>
                    <a:pt x="291" y="1"/>
                  </a:moveTo>
                  <a:cubicBezTo>
                    <a:pt x="275" y="1"/>
                    <a:pt x="264" y="8"/>
                    <a:pt x="269" y="29"/>
                  </a:cubicBezTo>
                  <a:cubicBezTo>
                    <a:pt x="321" y="312"/>
                    <a:pt x="289" y="364"/>
                    <a:pt x="2" y="400"/>
                  </a:cubicBezTo>
                  <a:cubicBezTo>
                    <a:pt x="1" y="499"/>
                    <a:pt x="112" y="561"/>
                    <a:pt x="93" y="668"/>
                  </a:cubicBezTo>
                  <a:cubicBezTo>
                    <a:pt x="94" y="680"/>
                    <a:pt x="95" y="692"/>
                    <a:pt x="95" y="704"/>
                  </a:cubicBezTo>
                  <a:cubicBezTo>
                    <a:pt x="108" y="727"/>
                    <a:pt x="125" y="745"/>
                    <a:pt x="147" y="756"/>
                  </a:cubicBezTo>
                  <a:cubicBezTo>
                    <a:pt x="154" y="757"/>
                    <a:pt x="162" y="758"/>
                    <a:pt x="169" y="758"/>
                  </a:cubicBezTo>
                  <a:cubicBezTo>
                    <a:pt x="186" y="758"/>
                    <a:pt x="204" y="754"/>
                    <a:pt x="220" y="747"/>
                  </a:cubicBezTo>
                  <a:cubicBezTo>
                    <a:pt x="259" y="726"/>
                    <a:pt x="289" y="695"/>
                    <a:pt x="322" y="663"/>
                  </a:cubicBezTo>
                  <a:lnTo>
                    <a:pt x="322" y="663"/>
                  </a:lnTo>
                  <a:cubicBezTo>
                    <a:pt x="362" y="762"/>
                    <a:pt x="303" y="924"/>
                    <a:pt x="490" y="924"/>
                  </a:cubicBezTo>
                  <a:cubicBezTo>
                    <a:pt x="625" y="897"/>
                    <a:pt x="690" y="803"/>
                    <a:pt x="725" y="679"/>
                  </a:cubicBezTo>
                  <a:cubicBezTo>
                    <a:pt x="760" y="567"/>
                    <a:pt x="597" y="523"/>
                    <a:pt x="634" y="411"/>
                  </a:cubicBezTo>
                  <a:cubicBezTo>
                    <a:pt x="631" y="201"/>
                    <a:pt x="542" y="70"/>
                    <a:pt x="366" y="19"/>
                  </a:cubicBezTo>
                  <a:cubicBezTo>
                    <a:pt x="345" y="13"/>
                    <a:pt x="313" y="1"/>
                    <a:pt x="291" y="1"/>
                  </a:cubicBezTo>
                  <a:close/>
                </a:path>
              </a:pathLst>
            </a:custGeom>
            <a:solidFill>
              <a:srgbClr val="EF82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7289550" y="1185300"/>
              <a:ext cx="17150" cy="16900"/>
            </a:xfrm>
            <a:custGeom>
              <a:avLst/>
              <a:gdLst/>
              <a:ahLst/>
              <a:cxnLst/>
              <a:rect l="l" t="t" r="r" b="b"/>
              <a:pathLst>
                <a:path w="686" h="676" extrusionOk="0">
                  <a:moveTo>
                    <a:pt x="455" y="0"/>
                  </a:moveTo>
                  <a:cubicBezTo>
                    <a:pt x="402" y="0"/>
                    <a:pt x="343" y="17"/>
                    <a:pt x="290" y="17"/>
                  </a:cubicBezTo>
                  <a:cubicBezTo>
                    <a:pt x="272" y="17"/>
                    <a:pt x="255" y="15"/>
                    <a:pt x="239" y="10"/>
                  </a:cubicBezTo>
                  <a:lnTo>
                    <a:pt x="239" y="9"/>
                  </a:lnTo>
                  <a:cubicBezTo>
                    <a:pt x="226" y="6"/>
                    <a:pt x="213" y="5"/>
                    <a:pt x="200" y="5"/>
                  </a:cubicBezTo>
                  <a:cubicBezTo>
                    <a:pt x="151" y="5"/>
                    <a:pt x="106" y="27"/>
                    <a:pt x="62" y="50"/>
                  </a:cubicBezTo>
                  <a:cubicBezTo>
                    <a:pt x="31" y="72"/>
                    <a:pt x="8" y="100"/>
                    <a:pt x="6" y="141"/>
                  </a:cubicBezTo>
                  <a:cubicBezTo>
                    <a:pt x="5" y="165"/>
                    <a:pt x="2" y="190"/>
                    <a:pt x="0" y="215"/>
                  </a:cubicBezTo>
                  <a:cubicBezTo>
                    <a:pt x="95" y="252"/>
                    <a:pt x="190" y="288"/>
                    <a:pt x="282" y="323"/>
                  </a:cubicBezTo>
                  <a:cubicBezTo>
                    <a:pt x="289" y="394"/>
                    <a:pt x="16" y="491"/>
                    <a:pt x="304" y="517"/>
                  </a:cubicBezTo>
                  <a:cubicBezTo>
                    <a:pt x="368" y="524"/>
                    <a:pt x="414" y="532"/>
                    <a:pt x="421" y="621"/>
                  </a:cubicBezTo>
                  <a:cubicBezTo>
                    <a:pt x="424" y="660"/>
                    <a:pt x="441" y="676"/>
                    <a:pt x="461" y="676"/>
                  </a:cubicBezTo>
                  <a:cubicBezTo>
                    <a:pt x="482" y="676"/>
                    <a:pt x="507" y="657"/>
                    <a:pt x="521" y="629"/>
                  </a:cubicBezTo>
                  <a:cubicBezTo>
                    <a:pt x="612" y="458"/>
                    <a:pt x="685" y="274"/>
                    <a:pt x="591" y="85"/>
                  </a:cubicBezTo>
                  <a:cubicBezTo>
                    <a:pt x="557" y="17"/>
                    <a:pt x="508" y="0"/>
                    <a:pt x="455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7285850" y="1173750"/>
              <a:ext cx="14300" cy="15325"/>
            </a:xfrm>
            <a:custGeom>
              <a:avLst/>
              <a:gdLst/>
              <a:ahLst/>
              <a:cxnLst/>
              <a:rect l="l" t="t" r="r" b="b"/>
              <a:pathLst>
                <a:path w="572" h="613" extrusionOk="0">
                  <a:moveTo>
                    <a:pt x="451" y="0"/>
                  </a:moveTo>
                  <a:cubicBezTo>
                    <a:pt x="394" y="0"/>
                    <a:pt x="332" y="74"/>
                    <a:pt x="271" y="106"/>
                  </a:cubicBezTo>
                  <a:cubicBezTo>
                    <a:pt x="115" y="186"/>
                    <a:pt x="95" y="329"/>
                    <a:pt x="49" y="459"/>
                  </a:cubicBezTo>
                  <a:cubicBezTo>
                    <a:pt x="32" y="505"/>
                    <a:pt x="1" y="613"/>
                    <a:pt x="95" y="613"/>
                  </a:cubicBezTo>
                  <a:cubicBezTo>
                    <a:pt x="111" y="613"/>
                    <a:pt x="130" y="610"/>
                    <a:pt x="154" y="603"/>
                  </a:cubicBezTo>
                  <a:cubicBezTo>
                    <a:pt x="180" y="580"/>
                    <a:pt x="208" y="558"/>
                    <a:pt x="234" y="534"/>
                  </a:cubicBezTo>
                  <a:lnTo>
                    <a:pt x="233" y="534"/>
                  </a:lnTo>
                  <a:cubicBezTo>
                    <a:pt x="336" y="501"/>
                    <a:pt x="413" y="448"/>
                    <a:pt x="399" y="324"/>
                  </a:cubicBezTo>
                  <a:cubicBezTo>
                    <a:pt x="412" y="313"/>
                    <a:pt x="426" y="302"/>
                    <a:pt x="439" y="290"/>
                  </a:cubicBezTo>
                  <a:cubicBezTo>
                    <a:pt x="537" y="218"/>
                    <a:pt x="572" y="93"/>
                    <a:pt x="503" y="24"/>
                  </a:cubicBezTo>
                  <a:cubicBezTo>
                    <a:pt x="486" y="7"/>
                    <a:pt x="469" y="0"/>
                    <a:pt x="451" y="0"/>
                  </a:cubicBezTo>
                  <a:close/>
                </a:path>
              </a:pathLst>
            </a:custGeom>
            <a:solidFill>
              <a:srgbClr val="F190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7211975" y="1231775"/>
              <a:ext cx="14900" cy="12425"/>
            </a:xfrm>
            <a:custGeom>
              <a:avLst/>
              <a:gdLst/>
              <a:ahLst/>
              <a:cxnLst/>
              <a:rect l="l" t="t" r="r" b="b"/>
              <a:pathLst>
                <a:path w="596" h="497" extrusionOk="0">
                  <a:moveTo>
                    <a:pt x="528" y="1"/>
                  </a:moveTo>
                  <a:cubicBezTo>
                    <a:pt x="503" y="1"/>
                    <a:pt x="473" y="8"/>
                    <a:pt x="446" y="11"/>
                  </a:cubicBezTo>
                  <a:cubicBezTo>
                    <a:pt x="297" y="172"/>
                    <a:pt x="148" y="334"/>
                    <a:pt x="0" y="497"/>
                  </a:cubicBezTo>
                  <a:cubicBezTo>
                    <a:pt x="231" y="405"/>
                    <a:pt x="469" y="333"/>
                    <a:pt x="588" y="96"/>
                  </a:cubicBezTo>
                  <a:cubicBezTo>
                    <a:pt x="596" y="18"/>
                    <a:pt x="567" y="1"/>
                    <a:pt x="528" y="1"/>
                  </a:cubicBezTo>
                  <a:close/>
                </a:path>
              </a:pathLst>
            </a:custGeom>
            <a:solidFill>
              <a:srgbClr val="EF82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7230775" y="1258775"/>
              <a:ext cx="15375" cy="10475"/>
            </a:xfrm>
            <a:custGeom>
              <a:avLst/>
              <a:gdLst/>
              <a:ahLst/>
              <a:cxnLst/>
              <a:rect l="l" t="t" r="r" b="b"/>
              <a:pathLst>
                <a:path w="615" h="419" extrusionOk="0">
                  <a:moveTo>
                    <a:pt x="541" y="1"/>
                  </a:moveTo>
                  <a:cubicBezTo>
                    <a:pt x="476" y="46"/>
                    <a:pt x="404" y="53"/>
                    <a:pt x="331" y="53"/>
                  </a:cubicBezTo>
                  <a:cubicBezTo>
                    <a:pt x="301" y="53"/>
                    <a:pt x="270" y="52"/>
                    <a:pt x="240" y="52"/>
                  </a:cubicBezTo>
                  <a:cubicBezTo>
                    <a:pt x="133" y="89"/>
                    <a:pt x="122" y="239"/>
                    <a:pt x="1" y="256"/>
                  </a:cubicBezTo>
                  <a:cubicBezTo>
                    <a:pt x="6" y="398"/>
                    <a:pt x="112" y="411"/>
                    <a:pt x="216" y="418"/>
                  </a:cubicBezTo>
                  <a:cubicBezTo>
                    <a:pt x="223" y="418"/>
                    <a:pt x="230" y="419"/>
                    <a:pt x="236" y="419"/>
                  </a:cubicBezTo>
                  <a:cubicBezTo>
                    <a:pt x="325" y="419"/>
                    <a:pt x="375" y="375"/>
                    <a:pt x="370" y="269"/>
                  </a:cubicBezTo>
                  <a:cubicBezTo>
                    <a:pt x="366" y="189"/>
                    <a:pt x="455" y="199"/>
                    <a:pt x="496" y="161"/>
                  </a:cubicBezTo>
                  <a:cubicBezTo>
                    <a:pt x="544" y="118"/>
                    <a:pt x="615" y="78"/>
                    <a:pt x="541" y="1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7216575" y="1225500"/>
              <a:ext cx="9725" cy="5550"/>
            </a:xfrm>
            <a:custGeom>
              <a:avLst/>
              <a:gdLst/>
              <a:ahLst/>
              <a:cxnLst/>
              <a:rect l="l" t="t" r="r" b="b"/>
              <a:pathLst>
                <a:path w="389" h="222" extrusionOk="0">
                  <a:moveTo>
                    <a:pt x="244" y="0"/>
                  </a:moveTo>
                  <a:lnTo>
                    <a:pt x="244" y="0"/>
                  </a:lnTo>
                  <a:cubicBezTo>
                    <a:pt x="272" y="77"/>
                    <a:pt x="1" y="130"/>
                    <a:pt x="228" y="222"/>
                  </a:cubicBezTo>
                  <a:cubicBezTo>
                    <a:pt x="383" y="160"/>
                    <a:pt x="388" y="86"/>
                    <a:pt x="244" y="0"/>
                  </a:cubicBezTo>
                  <a:close/>
                </a:path>
              </a:pathLst>
            </a:custGeom>
            <a:solidFill>
              <a:srgbClr val="EF82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7298675" y="1177850"/>
              <a:ext cx="6225" cy="4825"/>
            </a:xfrm>
            <a:custGeom>
              <a:avLst/>
              <a:gdLst/>
              <a:ahLst/>
              <a:cxnLst/>
              <a:rect l="l" t="t" r="r" b="b"/>
              <a:pathLst>
                <a:path w="249" h="193" extrusionOk="0">
                  <a:moveTo>
                    <a:pt x="233" y="1"/>
                  </a:moveTo>
                  <a:lnTo>
                    <a:pt x="233" y="1"/>
                  </a:lnTo>
                  <a:cubicBezTo>
                    <a:pt x="155" y="44"/>
                    <a:pt x="78" y="88"/>
                    <a:pt x="0" y="131"/>
                  </a:cubicBezTo>
                  <a:cubicBezTo>
                    <a:pt x="62" y="170"/>
                    <a:pt x="115" y="193"/>
                    <a:pt x="155" y="193"/>
                  </a:cubicBezTo>
                  <a:cubicBezTo>
                    <a:pt x="217" y="193"/>
                    <a:pt x="248" y="138"/>
                    <a:pt x="233" y="1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7239125" y="1240350"/>
              <a:ext cx="5325" cy="3950"/>
            </a:xfrm>
            <a:custGeom>
              <a:avLst/>
              <a:gdLst/>
              <a:ahLst/>
              <a:cxnLst/>
              <a:rect l="l" t="t" r="r" b="b"/>
              <a:pathLst>
                <a:path w="213" h="158" extrusionOk="0">
                  <a:moveTo>
                    <a:pt x="87" y="1"/>
                  </a:moveTo>
                  <a:cubicBezTo>
                    <a:pt x="55" y="1"/>
                    <a:pt x="27" y="11"/>
                    <a:pt x="10" y="52"/>
                  </a:cubicBezTo>
                  <a:cubicBezTo>
                    <a:pt x="1" y="73"/>
                    <a:pt x="45" y="139"/>
                    <a:pt x="76" y="150"/>
                  </a:cubicBezTo>
                  <a:cubicBezTo>
                    <a:pt x="90" y="155"/>
                    <a:pt x="102" y="157"/>
                    <a:pt x="112" y="157"/>
                  </a:cubicBezTo>
                  <a:cubicBezTo>
                    <a:pt x="184" y="157"/>
                    <a:pt x="167" y="50"/>
                    <a:pt x="212" y="11"/>
                  </a:cubicBezTo>
                  <a:lnTo>
                    <a:pt x="212" y="11"/>
                  </a:lnTo>
                  <a:cubicBezTo>
                    <a:pt x="206" y="12"/>
                    <a:pt x="199" y="12"/>
                    <a:pt x="192" y="12"/>
                  </a:cubicBezTo>
                  <a:cubicBezTo>
                    <a:pt x="158" y="12"/>
                    <a:pt x="120" y="1"/>
                    <a:pt x="87" y="1"/>
                  </a:cubicBezTo>
                  <a:close/>
                </a:path>
              </a:pathLst>
            </a:custGeom>
            <a:solidFill>
              <a:srgbClr val="EE7A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7234425" y="1253100"/>
              <a:ext cx="3500" cy="2250"/>
            </a:xfrm>
            <a:custGeom>
              <a:avLst/>
              <a:gdLst/>
              <a:ahLst/>
              <a:cxnLst/>
              <a:rect l="l" t="t" r="r" b="b"/>
              <a:pathLst>
                <a:path w="140" h="90" extrusionOk="0">
                  <a:moveTo>
                    <a:pt x="76" y="1"/>
                  </a:moveTo>
                  <a:cubicBezTo>
                    <a:pt x="52" y="1"/>
                    <a:pt x="24" y="7"/>
                    <a:pt x="1" y="11"/>
                  </a:cubicBezTo>
                  <a:cubicBezTo>
                    <a:pt x="19" y="30"/>
                    <a:pt x="35" y="51"/>
                    <a:pt x="55" y="66"/>
                  </a:cubicBezTo>
                  <a:cubicBezTo>
                    <a:pt x="72" y="80"/>
                    <a:pt x="94" y="90"/>
                    <a:pt x="110" y="90"/>
                  </a:cubicBezTo>
                  <a:cubicBezTo>
                    <a:pt x="128" y="90"/>
                    <a:pt x="140" y="78"/>
                    <a:pt x="133" y="43"/>
                  </a:cubicBezTo>
                  <a:cubicBezTo>
                    <a:pt x="127" y="10"/>
                    <a:pt x="104" y="1"/>
                    <a:pt x="76" y="1"/>
                  </a:cubicBezTo>
                  <a:close/>
                </a:path>
              </a:pathLst>
            </a:custGeom>
            <a:solidFill>
              <a:srgbClr val="EF82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7161025" y="1194775"/>
              <a:ext cx="195850" cy="217425"/>
            </a:xfrm>
            <a:custGeom>
              <a:avLst/>
              <a:gdLst/>
              <a:ahLst/>
              <a:cxnLst/>
              <a:rect l="l" t="t" r="r" b="b"/>
              <a:pathLst>
                <a:path w="7834" h="8697" extrusionOk="0">
                  <a:moveTo>
                    <a:pt x="6571" y="1817"/>
                  </a:moveTo>
                  <a:lnTo>
                    <a:pt x="6571" y="1817"/>
                  </a:lnTo>
                  <a:cubicBezTo>
                    <a:pt x="6509" y="1860"/>
                    <a:pt x="6460" y="1929"/>
                    <a:pt x="6394" y="1972"/>
                  </a:cubicBezTo>
                  <a:cubicBezTo>
                    <a:pt x="6439" y="1897"/>
                    <a:pt x="6503" y="1851"/>
                    <a:pt x="6571" y="1817"/>
                  </a:cubicBezTo>
                  <a:close/>
                  <a:moveTo>
                    <a:pt x="6755" y="3431"/>
                  </a:moveTo>
                  <a:lnTo>
                    <a:pt x="6755" y="3431"/>
                  </a:lnTo>
                  <a:cubicBezTo>
                    <a:pt x="6933" y="3490"/>
                    <a:pt x="6914" y="3641"/>
                    <a:pt x="6881" y="3773"/>
                  </a:cubicBezTo>
                  <a:cubicBezTo>
                    <a:pt x="6847" y="3913"/>
                    <a:pt x="6802" y="4052"/>
                    <a:pt x="6741" y="4187"/>
                  </a:cubicBezTo>
                  <a:lnTo>
                    <a:pt x="6741" y="4187"/>
                  </a:lnTo>
                  <a:cubicBezTo>
                    <a:pt x="6800" y="3996"/>
                    <a:pt x="6838" y="3800"/>
                    <a:pt x="6837" y="3593"/>
                  </a:cubicBezTo>
                  <a:cubicBezTo>
                    <a:pt x="6837" y="3516"/>
                    <a:pt x="6819" y="3464"/>
                    <a:pt x="6755" y="3431"/>
                  </a:cubicBezTo>
                  <a:close/>
                  <a:moveTo>
                    <a:pt x="7264" y="0"/>
                  </a:moveTo>
                  <a:cubicBezTo>
                    <a:pt x="7083" y="0"/>
                    <a:pt x="6995" y="104"/>
                    <a:pt x="6893" y="365"/>
                  </a:cubicBezTo>
                  <a:cubicBezTo>
                    <a:pt x="6876" y="408"/>
                    <a:pt x="6851" y="422"/>
                    <a:pt x="6822" y="422"/>
                  </a:cubicBezTo>
                  <a:cubicBezTo>
                    <a:pt x="6797" y="422"/>
                    <a:pt x="6769" y="412"/>
                    <a:pt x="6741" y="401"/>
                  </a:cubicBezTo>
                  <a:cubicBezTo>
                    <a:pt x="6685" y="379"/>
                    <a:pt x="6631" y="369"/>
                    <a:pt x="6581" y="369"/>
                  </a:cubicBezTo>
                  <a:cubicBezTo>
                    <a:pt x="6384" y="369"/>
                    <a:pt x="6247" y="523"/>
                    <a:pt x="6278" y="753"/>
                  </a:cubicBezTo>
                  <a:cubicBezTo>
                    <a:pt x="6289" y="840"/>
                    <a:pt x="6291" y="937"/>
                    <a:pt x="6205" y="937"/>
                  </a:cubicBezTo>
                  <a:cubicBezTo>
                    <a:pt x="6204" y="937"/>
                    <a:pt x="6203" y="937"/>
                    <a:pt x="6202" y="937"/>
                  </a:cubicBezTo>
                  <a:cubicBezTo>
                    <a:pt x="6197" y="937"/>
                    <a:pt x="6192" y="937"/>
                    <a:pt x="6187" y="937"/>
                  </a:cubicBezTo>
                  <a:cubicBezTo>
                    <a:pt x="6001" y="937"/>
                    <a:pt x="5945" y="1016"/>
                    <a:pt x="5958" y="1196"/>
                  </a:cubicBezTo>
                  <a:cubicBezTo>
                    <a:pt x="5963" y="1267"/>
                    <a:pt x="5903" y="1301"/>
                    <a:pt x="5823" y="1326"/>
                  </a:cubicBezTo>
                  <a:cubicBezTo>
                    <a:pt x="5651" y="1381"/>
                    <a:pt x="5509" y="1486"/>
                    <a:pt x="5438" y="1677"/>
                  </a:cubicBezTo>
                  <a:cubicBezTo>
                    <a:pt x="5473" y="1685"/>
                    <a:pt x="5496" y="1697"/>
                    <a:pt x="5520" y="1697"/>
                  </a:cubicBezTo>
                  <a:cubicBezTo>
                    <a:pt x="5521" y="1697"/>
                    <a:pt x="5522" y="1697"/>
                    <a:pt x="5523" y="1697"/>
                  </a:cubicBezTo>
                  <a:cubicBezTo>
                    <a:pt x="5526" y="1696"/>
                    <a:pt x="5530" y="1696"/>
                    <a:pt x="5533" y="1696"/>
                  </a:cubicBezTo>
                  <a:cubicBezTo>
                    <a:pt x="5615" y="1696"/>
                    <a:pt x="5716" y="1746"/>
                    <a:pt x="5619" y="1797"/>
                  </a:cubicBezTo>
                  <a:cubicBezTo>
                    <a:pt x="5429" y="1897"/>
                    <a:pt x="5334" y="2094"/>
                    <a:pt x="5146" y="2180"/>
                  </a:cubicBezTo>
                  <a:cubicBezTo>
                    <a:pt x="5103" y="2141"/>
                    <a:pt x="5081" y="2077"/>
                    <a:pt x="5015" y="2067"/>
                  </a:cubicBezTo>
                  <a:lnTo>
                    <a:pt x="5015" y="2067"/>
                  </a:lnTo>
                  <a:cubicBezTo>
                    <a:pt x="4928" y="2167"/>
                    <a:pt x="5026" y="2425"/>
                    <a:pt x="4827" y="2425"/>
                  </a:cubicBezTo>
                  <a:cubicBezTo>
                    <a:pt x="4797" y="2425"/>
                    <a:pt x="4762" y="2419"/>
                    <a:pt x="4718" y="2407"/>
                  </a:cubicBezTo>
                  <a:cubicBezTo>
                    <a:pt x="4482" y="2413"/>
                    <a:pt x="4451" y="2551"/>
                    <a:pt x="4476" y="2672"/>
                  </a:cubicBezTo>
                  <a:lnTo>
                    <a:pt x="4476" y="2672"/>
                  </a:lnTo>
                  <a:cubicBezTo>
                    <a:pt x="4463" y="2640"/>
                    <a:pt x="4432" y="2623"/>
                    <a:pt x="4389" y="2623"/>
                  </a:cubicBezTo>
                  <a:cubicBezTo>
                    <a:pt x="4357" y="2623"/>
                    <a:pt x="4319" y="2632"/>
                    <a:pt x="4276" y="2653"/>
                  </a:cubicBezTo>
                  <a:cubicBezTo>
                    <a:pt x="4182" y="2697"/>
                    <a:pt x="4092" y="2753"/>
                    <a:pt x="3985" y="2760"/>
                  </a:cubicBezTo>
                  <a:cubicBezTo>
                    <a:pt x="3969" y="2795"/>
                    <a:pt x="3954" y="2832"/>
                    <a:pt x="3939" y="2867"/>
                  </a:cubicBezTo>
                  <a:cubicBezTo>
                    <a:pt x="3947" y="2995"/>
                    <a:pt x="4073" y="2987"/>
                    <a:pt x="4141" y="3047"/>
                  </a:cubicBezTo>
                  <a:cubicBezTo>
                    <a:pt x="4160" y="3063"/>
                    <a:pt x="4171" y="3089"/>
                    <a:pt x="4195" y="3101"/>
                  </a:cubicBezTo>
                  <a:cubicBezTo>
                    <a:pt x="4193" y="3101"/>
                    <a:pt x="4191" y="3102"/>
                    <a:pt x="4189" y="3102"/>
                  </a:cubicBezTo>
                  <a:cubicBezTo>
                    <a:pt x="4168" y="3102"/>
                    <a:pt x="4162" y="3075"/>
                    <a:pt x="4146" y="3071"/>
                  </a:cubicBezTo>
                  <a:cubicBezTo>
                    <a:pt x="4129" y="3067"/>
                    <a:pt x="4111" y="3065"/>
                    <a:pt x="4093" y="3065"/>
                  </a:cubicBezTo>
                  <a:cubicBezTo>
                    <a:pt x="3883" y="3065"/>
                    <a:pt x="3605" y="3317"/>
                    <a:pt x="3592" y="3537"/>
                  </a:cubicBezTo>
                  <a:cubicBezTo>
                    <a:pt x="3588" y="3592"/>
                    <a:pt x="3648" y="3692"/>
                    <a:pt x="3572" y="3695"/>
                  </a:cubicBezTo>
                  <a:cubicBezTo>
                    <a:pt x="3461" y="3701"/>
                    <a:pt x="3352" y="3764"/>
                    <a:pt x="3241" y="3764"/>
                  </a:cubicBezTo>
                  <a:cubicBezTo>
                    <a:pt x="3194" y="3764"/>
                    <a:pt x="3146" y="3753"/>
                    <a:pt x="3098" y="3721"/>
                  </a:cubicBezTo>
                  <a:cubicBezTo>
                    <a:pt x="3073" y="3724"/>
                    <a:pt x="3051" y="3734"/>
                    <a:pt x="3031" y="3749"/>
                  </a:cubicBezTo>
                  <a:cubicBezTo>
                    <a:pt x="2880" y="4024"/>
                    <a:pt x="2933" y="4112"/>
                    <a:pt x="3272" y="4156"/>
                  </a:cubicBezTo>
                  <a:cubicBezTo>
                    <a:pt x="3266" y="4198"/>
                    <a:pt x="3225" y="4200"/>
                    <a:pt x="3200" y="4216"/>
                  </a:cubicBezTo>
                  <a:cubicBezTo>
                    <a:pt x="3083" y="4293"/>
                    <a:pt x="3089" y="4390"/>
                    <a:pt x="3166" y="4484"/>
                  </a:cubicBezTo>
                  <a:cubicBezTo>
                    <a:pt x="3199" y="4525"/>
                    <a:pt x="3232" y="4541"/>
                    <a:pt x="3264" y="4541"/>
                  </a:cubicBezTo>
                  <a:cubicBezTo>
                    <a:pt x="3315" y="4541"/>
                    <a:pt x="3363" y="4501"/>
                    <a:pt x="3409" y="4459"/>
                  </a:cubicBezTo>
                  <a:cubicBezTo>
                    <a:pt x="3436" y="4434"/>
                    <a:pt x="3453" y="4405"/>
                    <a:pt x="3478" y="4380"/>
                  </a:cubicBezTo>
                  <a:cubicBezTo>
                    <a:pt x="3504" y="4355"/>
                    <a:pt x="3536" y="4341"/>
                    <a:pt x="3556" y="4338"/>
                  </a:cubicBezTo>
                  <a:lnTo>
                    <a:pt x="3556" y="4338"/>
                  </a:lnTo>
                  <a:cubicBezTo>
                    <a:pt x="3328" y="4449"/>
                    <a:pt x="3426" y="4680"/>
                    <a:pt x="3390" y="4862"/>
                  </a:cubicBezTo>
                  <a:cubicBezTo>
                    <a:pt x="3383" y="4897"/>
                    <a:pt x="3393" y="4932"/>
                    <a:pt x="3344" y="4934"/>
                  </a:cubicBezTo>
                  <a:cubicBezTo>
                    <a:pt x="3343" y="4934"/>
                    <a:pt x="3342" y="4934"/>
                    <a:pt x="3342" y="4934"/>
                  </a:cubicBezTo>
                  <a:cubicBezTo>
                    <a:pt x="3302" y="4934"/>
                    <a:pt x="3282" y="4906"/>
                    <a:pt x="3282" y="4868"/>
                  </a:cubicBezTo>
                  <a:cubicBezTo>
                    <a:pt x="3282" y="4807"/>
                    <a:pt x="3338" y="4749"/>
                    <a:pt x="3306" y="4690"/>
                  </a:cubicBezTo>
                  <a:cubicBezTo>
                    <a:pt x="3274" y="4629"/>
                    <a:pt x="3230" y="4611"/>
                    <a:pt x="3181" y="4611"/>
                  </a:cubicBezTo>
                  <a:cubicBezTo>
                    <a:pt x="3110" y="4611"/>
                    <a:pt x="3029" y="4649"/>
                    <a:pt x="2955" y="4649"/>
                  </a:cubicBezTo>
                  <a:cubicBezTo>
                    <a:pt x="2906" y="4649"/>
                    <a:pt x="2860" y="4631"/>
                    <a:pt x="2824" y="4572"/>
                  </a:cubicBezTo>
                  <a:cubicBezTo>
                    <a:pt x="2821" y="4567"/>
                    <a:pt x="2817" y="4565"/>
                    <a:pt x="2811" y="4565"/>
                  </a:cubicBezTo>
                  <a:cubicBezTo>
                    <a:pt x="2784" y="4565"/>
                    <a:pt x="2726" y="4607"/>
                    <a:pt x="2701" y="4646"/>
                  </a:cubicBezTo>
                  <a:cubicBezTo>
                    <a:pt x="2641" y="4734"/>
                    <a:pt x="2749" y="4810"/>
                    <a:pt x="2730" y="4875"/>
                  </a:cubicBezTo>
                  <a:cubicBezTo>
                    <a:pt x="2654" y="4864"/>
                    <a:pt x="2579" y="4857"/>
                    <a:pt x="2505" y="4857"/>
                  </a:cubicBezTo>
                  <a:cubicBezTo>
                    <a:pt x="2388" y="4857"/>
                    <a:pt x="2272" y="4873"/>
                    <a:pt x="2158" y="4911"/>
                  </a:cubicBezTo>
                  <a:cubicBezTo>
                    <a:pt x="2133" y="4943"/>
                    <a:pt x="2127" y="4980"/>
                    <a:pt x="2132" y="5018"/>
                  </a:cubicBezTo>
                  <a:cubicBezTo>
                    <a:pt x="2159" y="5127"/>
                    <a:pt x="2210" y="5207"/>
                    <a:pt x="2335" y="5207"/>
                  </a:cubicBezTo>
                  <a:cubicBezTo>
                    <a:pt x="2338" y="5207"/>
                    <a:pt x="2341" y="5207"/>
                    <a:pt x="2345" y="5207"/>
                  </a:cubicBezTo>
                  <a:cubicBezTo>
                    <a:pt x="2349" y="5207"/>
                    <a:pt x="2353" y="5207"/>
                    <a:pt x="2357" y="5207"/>
                  </a:cubicBezTo>
                  <a:cubicBezTo>
                    <a:pt x="2425" y="5207"/>
                    <a:pt x="2472" y="5234"/>
                    <a:pt x="2508" y="5305"/>
                  </a:cubicBezTo>
                  <a:cubicBezTo>
                    <a:pt x="2562" y="5410"/>
                    <a:pt x="2629" y="5444"/>
                    <a:pt x="2704" y="5444"/>
                  </a:cubicBezTo>
                  <a:cubicBezTo>
                    <a:pt x="2777" y="5444"/>
                    <a:pt x="2858" y="5411"/>
                    <a:pt x="2940" y="5381"/>
                  </a:cubicBezTo>
                  <a:lnTo>
                    <a:pt x="2940" y="5381"/>
                  </a:lnTo>
                  <a:cubicBezTo>
                    <a:pt x="2796" y="5488"/>
                    <a:pt x="2693" y="5637"/>
                    <a:pt x="2564" y="5766"/>
                  </a:cubicBezTo>
                  <a:cubicBezTo>
                    <a:pt x="2500" y="5639"/>
                    <a:pt x="2409" y="5597"/>
                    <a:pt x="2314" y="5597"/>
                  </a:cubicBezTo>
                  <a:cubicBezTo>
                    <a:pt x="2260" y="5597"/>
                    <a:pt x="2205" y="5611"/>
                    <a:pt x="2152" y="5631"/>
                  </a:cubicBezTo>
                  <a:cubicBezTo>
                    <a:pt x="1909" y="5725"/>
                    <a:pt x="1795" y="5949"/>
                    <a:pt x="1697" y="6175"/>
                  </a:cubicBezTo>
                  <a:cubicBezTo>
                    <a:pt x="1681" y="6212"/>
                    <a:pt x="1702" y="6285"/>
                    <a:pt x="1730" y="6285"/>
                  </a:cubicBezTo>
                  <a:cubicBezTo>
                    <a:pt x="1732" y="6285"/>
                    <a:pt x="1733" y="6285"/>
                    <a:pt x="1735" y="6285"/>
                  </a:cubicBezTo>
                  <a:cubicBezTo>
                    <a:pt x="1795" y="6269"/>
                    <a:pt x="1854" y="6257"/>
                    <a:pt x="1909" y="6257"/>
                  </a:cubicBezTo>
                  <a:cubicBezTo>
                    <a:pt x="1993" y="6257"/>
                    <a:pt x="2071" y="6285"/>
                    <a:pt x="2139" y="6369"/>
                  </a:cubicBezTo>
                  <a:cubicBezTo>
                    <a:pt x="2140" y="6370"/>
                    <a:pt x="2141" y="6371"/>
                    <a:pt x="2143" y="6371"/>
                  </a:cubicBezTo>
                  <a:cubicBezTo>
                    <a:pt x="2156" y="6371"/>
                    <a:pt x="2187" y="6350"/>
                    <a:pt x="2204" y="6335"/>
                  </a:cubicBezTo>
                  <a:cubicBezTo>
                    <a:pt x="2223" y="6318"/>
                    <a:pt x="2228" y="6269"/>
                    <a:pt x="2254" y="6269"/>
                  </a:cubicBezTo>
                  <a:cubicBezTo>
                    <a:pt x="2266" y="6269"/>
                    <a:pt x="2282" y="6279"/>
                    <a:pt x="2306" y="6307"/>
                  </a:cubicBezTo>
                  <a:cubicBezTo>
                    <a:pt x="2380" y="6397"/>
                    <a:pt x="2303" y="6410"/>
                    <a:pt x="2259" y="6439"/>
                  </a:cubicBezTo>
                  <a:cubicBezTo>
                    <a:pt x="2195" y="6482"/>
                    <a:pt x="2069" y="6506"/>
                    <a:pt x="2076" y="6569"/>
                  </a:cubicBezTo>
                  <a:cubicBezTo>
                    <a:pt x="2104" y="6817"/>
                    <a:pt x="1888" y="6714"/>
                    <a:pt x="1798" y="6816"/>
                  </a:cubicBezTo>
                  <a:cubicBezTo>
                    <a:pt x="1765" y="6702"/>
                    <a:pt x="1897" y="6596"/>
                    <a:pt x="1772" y="6530"/>
                  </a:cubicBezTo>
                  <a:cubicBezTo>
                    <a:pt x="1745" y="6516"/>
                    <a:pt x="1721" y="6510"/>
                    <a:pt x="1699" y="6510"/>
                  </a:cubicBezTo>
                  <a:cubicBezTo>
                    <a:pt x="1624" y="6510"/>
                    <a:pt x="1580" y="6585"/>
                    <a:pt x="1522" y="6648"/>
                  </a:cubicBezTo>
                  <a:cubicBezTo>
                    <a:pt x="1433" y="6746"/>
                    <a:pt x="1294" y="6796"/>
                    <a:pt x="1332" y="6980"/>
                  </a:cubicBezTo>
                  <a:cubicBezTo>
                    <a:pt x="1339" y="7014"/>
                    <a:pt x="1309" y="7020"/>
                    <a:pt x="1271" y="7020"/>
                  </a:cubicBezTo>
                  <a:cubicBezTo>
                    <a:pt x="1247" y="7020"/>
                    <a:pt x="1220" y="7018"/>
                    <a:pt x="1197" y="7018"/>
                  </a:cubicBezTo>
                  <a:cubicBezTo>
                    <a:pt x="1191" y="7018"/>
                    <a:pt x="1185" y="7018"/>
                    <a:pt x="1179" y="7018"/>
                  </a:cubicBezTo>
                  <a:cubicBezTo>
                    <a:pt x="1140" y="6949"/>
                    <a:pt x="1304" y="6795"/>
                    <a:pt x="1139" y="6795"/>
                  </a:cubicBezTo>
                  <a:cubicBezTo>
                    <a:pt x="1131" y="6795"/>
                    <a:pt x="1122" y="6795"/>
                    <a:pt x="1112" y="6796"/>
                  </a:cubicBezTo>
                  <a:cubicBezTo>
                    <a:pt x="977" y="6806"/>
                    <a:pt x="835" y="6804"/>
                    <a:pt x="700" y="6835"/>
                  </a:cubicBezTo>
                  <a:cubicBezTo>
                    <a:pt x="614" y="6855"/>
                    <a:pt x="540" y="6888"/>
                    <a:pt x="522" y="6997"/>
                  </a:cubicBezTo>
                  <a:cubicBezTo>
                    <a:pt x="496" y="7153"/>
                    <a:pt x="648" y="7280"/>
                    <a:pt x="610" y="7410"/>
                  </a:cubicBezTo>
                  <a:cubicBezTo>
                    <a:pt x="573" y="7536"/>
                    <a:pt x="358" y="7582"/>
                    <a:pt x="395" y="7767"/>
                  </a:cubicBezTo>
                  <a:cubicBezTo>
                    <a:pt x="415" y="7873"/>
                    <a:pt x="325" y="7853"/>
                    <a:pt x="281" y="7870"/>
                  </a:cubicBezTo>
                  <a:cubicBezTo>
                    <a:pt x="269" y="7874"/>
                    <a:pt x="260" y="7875"/>
                    <a:pt x="251" y="7875"/>
                  </a:cubicBezTo>
                  <a:cubicBezTo>
                    <a:pt x="205" y="7875"/>
                    <a:pt x="198" y="7821"/>
                    <a:pt x="191" y="7778"/>
                  </a:cubicBezTo>
                  <a:cubicBezTo>
                    <a:pt x="176" y="7695"/>
                    <a:pt x="191" y="7598"/>
                    <a:pt x="94" y="7551"/>
                  </a:cubicBezTo>
                  <a:cubicBezTo>
                    <a:pt x="4" y="7561"/>
                    <a:pt x="7" y="7630"/>
                    <a:pt x="1" y="7694"/>
                  </a:cubicBezTo>
                  <a:lnTo>
                    <a:pt x="213" y="8414"/>
                  </a:lnTo>
                  <a:cubicBezTo>
                    <a:pt x="366" y="8474"/>
                    <a:pt x="438" y="8638"/>
                    <a:pt x="612" y="8688"/>
                  </a:cubicBezTo>
                  <a:cubicBezTo>
                    <a:pt x="633" y="8694"/>
                    <a:pt x="653" y="8697"/>
                    <a:pt x="672" y="8697"/>
                  </a:cubicBezTo>
                  <a:cubicBezTo>
                    <a:pt x="777" y="8697"/>
                    <a:pt x="850" y="8617"/>
                    <a:pt x="955" y="8617"/>
                  </a:cubicBezTo>
                  <a:cubicBezTo>
                    <a:pt x="960" y="8617"/>
                    <a:pt x="964" y="8617"/>
                    <a:pt x="969" y="8618"/>
                  </a:cubicBezTo>
                  <a:cubicBezTo>
                    <a:pt x="971" y="8618"/>
                    <a:pt x="972" y="8618"/>
                    <a:pt x="974" y="8618"/>
                  </a:cubicBezTo>
                  <a:cubicBezTo>
                    <a:pt x="1044" y="8618"/>
                    <a:pt x="945" y="8490"/>
                    <a:pt x="951" y="8428"/>
                  </a:cubicBezTo>
                  <a:cubicBezTo>
                    <a:pt x="963" y="8296"/>
                    <a:pt x="992" y="8161"/>
                    <a:pt x="1075" y="8028"/>
                  </a:cubicBezTo>
                  <a:cubicBezTo>
                    <a:pt x="1164" y="8116"/>
                    <a:pt x="1112" y="8252"/>
                    <a:pt x="1211" y="8312"/>
                  </a:cubicBezTo>
                  <a:cubicBezTo>
                    <a:pt x="1224" y="8311"/>
                    <a:pt x="1236" y="8310"/>
                    <a:pt x="1248" y="8308"/>
                  </a:cubicBezTo>
                  <a:cubicBezTo>
                    <a:pt x="1289" y="8287"/>
                    <a:pt x="1293" y="8227"/>
                    <a:pt x="1329" y="8209"/>
                  </a:cubicBezTo>
                  <a:cubicBezTo>
                    <a:pt x="1565" y="8089"/>
                    <a:pt x="1632" y="7905"/>
                    <a:pt x="1594" y="7646"/>
                  </a:cubicBezTo>
                  <a:cubicBezTo>
                    <a:pt x="1569" y="7469"/>
                    <a:pt x="1848" y="7191"/>
                    <a:pt x="2024" y="7171"/>
                  </a:cubicBezTo>
                  <a:cubicBezTo>
                    <a:pt x="2032" y="7170"/>
                    <a:pt x="2040" y="7169"/>
                    <a:pt x="2047" y="7169"/>
                  </a:cubicBezTo>
                  <a:cubicBezTo>
                    <a:pt x="2074" y="7169"/>
                    <a:pt x="2089" y="7179"/>
                    <a:pt x="2099" y="7212"/>
                  </a:cubicBezTo>
                  <a:cubicBezTo>
                    <a:pt x="2121" y="7284"/>
                    <a:pt x="2148" y="7308"/>
                    <a:pt x="2178" y="7308"/>
                  </a:cubicBezTo>
                  <a:cubicBezTo>
                    <a:pt x="2219" y="7308"/>
                    <a:pt x="2266" y="7260"/>
                    <a:pt x="2308" y="7232"/>
                  </a:cubicBezTo>
                  <a:cubicBezTo>
                    <a:pt x="2374" y="7188"/>
                    <a:pt x="2388" y="7079"/>
                    <a:pt x="2494" y="7079"/>
                  </a:cubicBezTo>
                  <a:cubicBezTo>
                    <a:pt x="2498" y="7079"/>
                    <a:pt x="2502" y="7079"/>
                    <a:pt x="2506" y="7079"/>
                  </a:cubicBezTo>
                  <a:cubicBezTo>
                    <a:pt x="2485" y="7141"/>
                    <a:pt x="2609" y="7220"/>
                    <a:pt x="2474" y="7263"/>
                  </a:cubicBezTo>
                  <a:cubicBezTo>
                    <a:pt x="2114" y="7380"/>
                    <a:pt x="2195" y="7761"/>
                    <a:pt x="2038" y="8000"/>
                  </a:cubicBezTo>
                  <a:cubicBezTo>
                    <a:pt x="2038" y="8000"/>
                    <a:pt x="2051" y="8009"/>
                    <a:pt x="2059" y="8014"/>
                  </a:cubicBezTo>
                  <a:cubicBezTo>
                    <a:pt x="2136" y="8009"/>
                    <a:pt x="2159" y="7908"/>
                    <a:pt x="2240" y="7908"/>
                  </a:cubicBezTo>
                  <a:cubicBezTo>
                    <a:pt x="2242" y="7908"/>
                    <a:pt x="2245" y="7908"/>
                    <a:pt x="2247" y="7908"/>
                  </a:cubicBezTo>
                  <a:cubicBezTo>
                    <a:pt x="2274" y="7886"/>
                    <a:pt x="2300" y="7863"/>
                    <a:pt x="2327" y="7841"/>
                  </a:cubicBezTo>
                  <a:cubicBezTo>
                    <a:pt x="2344" y="7850"/>
                    <a:pt x="2361" y="7853"/>
                    <a:pt x="2377" y="7853"/>
                  </a:cubicBezTo>
                  <a:cubicBezTo>
                    <a:pt x="2424" y="7853"/>
                    <a:pt x="2468" y="7823"/>
                    <a:pt x="2515" y="7818"/>
                  </a:cubicBezTo>
                  <a:cubicBezTo>
                    <a:pt x="2526" y="7831"/>
                    <a:pt x="2538" y="7844"/>
                    <a:pt x="2549" y="7857"/>
                  </a:cubicBezTo>
                  <a:cubicBezTo>
                    <a:pt x="2729" y="7801"/>
                    <a:pt x="2727" y="7653"/>
                    <a:pt x="2778" y="7504"/>
                  </a:cubicBezTo>
                  <a:cubicBezTo>
                    <a:pt x="2815" y="7396"/>
                    <a:pt x="3064" y="7407"/>
                    <a:pt x="3118" y="7232"/>
                  </a:cubicBezTo>
                  <a:cubicBezTo>
                    <a:pt x="3123" y="7139"/>
                    <a:pt x="3168" y="7094"/>
                    <a:pt x="3251" y="7094"/>
                  </a:cubicBezTo>
                  <a:cubicBezTo>
                    <a:pt x="3260" y="7094"/>
                    <a:pt x="3268" y="7094"/>
                    <a:pt x="3277" y="7095"/>
                  </a:cubicBezTo>
                  <a:cubicBezTo>
                    <a:pt x="3294" y="7101"/>
                    <a:pt x="3312" y="7104"/>
                    <a:pt x="3330" y="7104"/>
                  </a:cubicBezTo>
                  <a:cubicBezTo>
                    <a:pt x="3418" y="7104"/>
                    <a:pt x="3517" y="7044"/>
                    <a:pt x="3566" y="7044"/>
                  </a:cubicBezTo>
                  <a:cubicBezTo>
                    <a:pt x="3579" y="7044"/>
                    <a:pt x="3588" y="7047"/>
                    <a:pt x="3593" y="7056"/>
                  </a:cubicBezTo>
                  <a:cubicBezTo>
                    <a:pt x="3629" y="7120"/>
                    <a:pt x="3654" y="7142"/>
                    <a:pt x="3673" y="7142"/>
                  </a:cubicBezTo>
                  <a:cubicBezTo>
                    <a:pt x="3712" y="7142"/>
                    <a:pt x="3727" y="7050"/>
                    <a:pt x="3759" y="7030"/>
                  </a:cubicBezTo>
                  <a:cubicBezTo>
                    <a:pt x="3974" y="6898"/>
                    <a:pt x="4050" y="6606"/>
                    <a:pt x="4326" y="6544"/>
                  </a:cubicBezTo>
                  <a:cubicBezTo>
                    <a:pt x="4438" y="6474"/>
                    <a:pt x="4525" y="6372"/>
                    <a:pt x="4469" y="6244"/>
                  </a:cubicBezTo>
                  <a:cubicBezTo>
                    <a:pt x="4447" y="6193"/>
                    <a:pt x="4418" y="6176"/>
                    <a:pt x="4385" y="6176"/>
                  </a:cubicBezTo>
                  <a:cubicBezTo>
                    <a:pt x="4328" y="6176"/>
                    <a:pt x="4260" y="6226"/>
                    <a:pt x="4202" y="6226"/>
                  </a:cubicBezTo>
                  <a:cubicBezTo>
                    <a:pt x="4201" y="6226"/>
                    <a:pt x="4199" y="6226"/>
                    <a:pt x="4198" y="6226"/>
                  </a:cubicBezTo>
                  <a:cubicBezTo>
                    <a:pt x="4174" y="6225"/>
                    <a:pt x="4167" y="6216"/>
                    <a:pt x="4178" y="6202"/>
                  </a:cubicBezTo>
                  <a:cubicBezTo>
                    <a:pt x="4279" y="6041"/>
                    <a:pt x="4507" y="6049"/>
                    <a:pt x="4599" y="5868"/>
                  </a:cubicBezTo>
                  <a:cubicBezTo>
                    <a:pt x="4650" y="5769"/>
                    <a:pt x="4722" y="5723"/>
                    <a:pt x="4809" y="5723"/>
                  </a:cubicBezTo>
                  <a:cubicBezTo>
                    <a:pt x="4862" y="5723"/>
                    <a:pt x="4920" y="5740"/>
                    <a:pt x="4982" y="5773"/>
                  </a:cubicBezTo>
                  <a:cubicBezTo>
                    <a:pt x="4890" y="5821"/>
                    <a:pt x="4841" y="5896"/>
                    <a:pt x="4818" y="5990"/>
                  </a:cubicBezTo>
                  <a:cubicBezTo>
                    <a:pt x="4806" y="6039"/>
                    <a:pt x="4815" y="6110"/>
                    <a:pt x="4855" y="6110"/>
                  </a:cubicBezTo>
                  <a:cubicBezTo>
                    <a:pt x="4860" y="6110"/>
                    <a:pt x="4865" y="6109"/>
                    <a:pt x="4871" y="6107"/>
                  </a:cubicBezTo>
                  <a:cubicBezTo>
                    <a:pt x="4896" y="6097"/>
                    <a:pt x="4919" y="6093"/>
                    <a:pt x="4940" y="6093"/>
                  </a:cubicBezTo>
                  <a:cubicBezTo>
                    <a:pt x="5063" y="6093"/>
                    <a:pt x="5126" y="6235"/>
                    <a:pt x="5242" y="6243"/>
                  </a:cubicBezTo>
                  <a:cubicBezTo>
                    <a:pt x="5449" y="6059"/>
                    <a:pt x="5655" y="5875"/>
                    <a:pt x="5862" y="5692"/>
                  </a:cubicBezTo>
                  <a:cubicBezTo>
                    <a:pt x="6052" y="5498"/>
                    <a:pt x="6223" y="5290"/>
                    <a:pt x="6368" y="5060"/>
                  </a:cubicBezTo>
                  <a:cubicBezTo>
                    <a:pt x="6360" y="5048"/>
                    <a:pt x="6350" y="5036"/>
                    <a:pt x="6341" y="5024"/>
                  </a:cubicBezTo>
                  <a:cubicBezTo>
                    <a:pt x="6179" y="5049"/>
                    <a:pt x="6125" y="5192"/>
                    <a:pt x="6035" y="5299"/>
                  </a:cubicBezTo>
                  <a:cubicBezTo>
                    <a:pt x="6022" y="5313"/>
                    <a:pt x="6011" y="5321"/>
                    <a:pt x="6002" y="5323"/>
                  </a:cubicBezTo>
                  <a:cubicBezTo>
                    <a:pt x="6014" y="5320"/>
                    <a:pt x="6023" y="5311"/>
                    <a:pt x="6030" y="5297"/>
                  </a:cubicBezTo>
                  <a:cubicBezTo>
                    <a:pt x="6063" y="5258"/>
                    <a:pt x="6047" y="5206"/>
                    <a:pt x="6105" y="5155"/>
                  </a:cubicBezTo>
                  <a:cubicBezTo>
                    <a:pt x="6264" y="5015"/>
                    <a:pt x="6458" y="4880"/>
                    <a:pt x="6543" y="4690"/>
                  </a:cubicBezTo>
                  <a:cubicBezTo>
                    <a:pt x="6584" y="4599"/>
                    <a:pt x="6624" y="4507"/>
                    <a:pt x="6661" y="4413"/>
                  </a:cubicBezTo>
                  <a:lnTo>
                    <a:pt x="6661" y="4413"/>
                  </a:lnTo>
                  <a:cubicBezTo>
                    <a:pt x="6666" y="4441"/>
                    <a:pt x="6682" y="4469"/>
                    <a:pt x="6716" y="4496"/>
                  </a:cubicBezTo>
                  <a:cubicBezTo>
                    <a:pt x="6897" y="4359"/>
                    <a:pt x="7024" y="4183"/>
                    <a:pt x="7091" y="3967"/>
                  </a:cubicBezTo>
                  <a:cubicBezTo>
                    <a:pt x="7105" y="3884"/>
                    <a:pt x="7177" y="3814"/>
                    <a:pt x="7136" y="3721"/>
                  </a:cubicBezTo>
                  <a:cubicBezTo>
                    <a:pt x="7129" y="3701"/>
                    <a:pt x="7125" y="3676"/>
                    <a:pt x="7132" y="3653"/>
                  </a:cubicBezTo>
                  <a:lnTo>
                    <a:pt x="7132" y="3653"/>
                  </a:lnTo>
                  <a:cubicBezTo>
                    <a:pt x="7136" y="3679"/>
                    <a:pt x="7136" y="3705"/>
                    <a:pt x="7145" y="3729"/>
                  </a:cubicBezTo>
                  <a:cubicBezTo>
                    <a:pt x="7156" y="3764"/>
                    <a:pt x="7176" y="3789"/>
                    <a:pt x="7217" y="3790"/>
                  </a:cubicBezTo>
                  <a:cubicBezTo>
                    <a:pt x="7405" y="3640"/>
                    <a:pt x="7497" y="3417"/>
                    <a:pt x="7632" y="3227"/>
                  </a:cubicBezTo>
                  <a:lnTo>
                    <a:pt x="7632" y="3227"/>
                  </a:lnTo>
                  <a:cubicBezTo>
                    <a:pt x="7592" y="3257"/>
                    <a:pt x="7538" y="3279"/>
                    <a:pt x="7494" y="3279"/>
                  </a:cubicBezTo>
                  <a:cubicBezTo>
                    <a:pt x="7463" y="3279"/>
                    <a:pt x="7437" y="3268"/>
                    <a:pt x="7425" y="3239"/>
                  </a:cubicBezTo>
                  <a:cubicBezTo>
                    <a:pt x="7398" y="3169"/>
                    <a:pt x="7414" y="3047"/>
                    <a:pt x="7532" y="3003"/>
                  </a:cubicBezTo>
                  <a:cubicBezTo>
                    <a:pt x="7562" y="2991"/>
                    <a:pt x="7588" y="2954"/>
                    <a:pt x="7618" y="2951"/>
                  </a:cubicBezTo>
                  <a:cubicBezTo>
                    <a:pt x="7767" y="2945"/>
                    <a:pt x="7778" y="2841"/>
                    <a:pt x="7834" y="2688"/>
                  </a:cubicBezTo>
                  <a:lnTo>
                    <a:pt x="7834" y="2688"/>
                  </a:lnTo>
                  <a:cubicBezTo>
                    <a:pt x="7579" y="2822"/>
                    <a:pt x="7380" y="2927"/>
                    <a:pt x="7180" y="3032"/>
                  </a:cubicBezTo>
                  <a:cubicBezTo>
                    <a:pt x="7329" y="2900"/>
                    <a:pt x="7318" y="2585"/>
                    <a:pt x="7592" y="2585"/>
                  </a:cubicBezTo>
                  <a:cubicBezTo>
                    <a:pt x="7642" y="2585"/>
                    <a:pt x="7700" y="2595"/>
                    <a:pt x="7771" y="2618"/>
                  </a:cubicBezTo>
                  <a:cubicBezTo>
                    <a:pt x="7615" y="2503"/>
                    <a:pt x="7512" y="2445"/>
                    <a:pt x="7440" y="2445"/>
                  </a:cubicBezTo>
                  <a:cubicBezTo>
                    <a:pt x="7356" y="2445"/>
                    <a:pt x="7315" y="2525"/>
                    <a:pt x="7284" y="2687"/>
                  </a:cubicBezTo>
                  <a:cubicBezTo>
                    <a:pt x="7260" y="2805"/>
                    <a:pt x="7185" y="2874"/>
                    <a:pt x="7087" y="2911"/>
                  </a:cubicBezTo>
                  <a:cubicBezTo>
                    <a:pt x="7075" y="2915"/>
                    <a:pt x="7064" y="2917"/>
                    <a:pt x="7054" y="2917"/>
                  </a:cubicBezTo>
                  <a:cubicBezTo>
                    <a:pt x="7008" y="2917"/>
                    <a:pt x="6974" y="2875"/>
                    <a:pt x="6968" y="2816"/>
                  </a:cubicBezTo>
                  <a:cubicBezTo>
                    <a:pt x="6980" y="2802"/>
                    <a:pt x="6998" y="2797"/>
                    <a:pt x="7017" y="2797"/>
                  </a:cubicBezTo>
                  <a:cubicBezTo>
                    <a:pt x="7049" y="2797"/>
                    <a:pt x="7086" y="2810"/>
                    <a:pt x="7113" y="2810"/>
                  </a:cubicBezTo>
                  <a:cubicBezTo>
                    <a:pt x="7141" y="2810"/>
                    <a:pt x="7159" y="2797"/>
                    <a:pt x="7152" y="2747"/>
                  </a:cubicBezTo>
                  <a:cubicBezTo>
                    <a:pt x="7125" y="2541"/>
                    <a:pt x="6908" y="2667"/>
                    <a:pt x="6787" y="2579"/>
                  </a:cubicBezTo>
                  <a:lnTo>
                    <a:pt x="6787" y="2579"/>
                  </a:lnTo>
                  <a:cubicBezTo>
                    <a:pt x="6904" y="2679"/>
                    <a:pt x="6887" y="2772"/>
                    <a:pt x="6814" y="2872"/>
                  </a:cubicBezTo>
                  <a:cubicBezTo>
                    <a:pt x="6757" y="2949"/>
                    <a:pt x="6713" y="3031"/>
                    <a:pt x="6708" y="3134"/>
                  </a:cubicBezTo>
                  <a:cubicBezTo>
                    <a:pt x="6705" y="3221"/>
                    <a:pt x="6685" y="3312"/>
                    <a:pt x="6565" y="3312"/>
                  </a:cubicBezTo>
                  <a:cubicBezTo>
                    <a:pt x="6565" y="3312"/>
                    <a:pt x="6564" y="3312"/>
                    <a:pt x="6563" y="3312"/>
                  </a:cubicBezTo>
                  <a:cubicBezTo>
                    <a:pt x="6562" y="3312"/>
                    <a:pt x="6562" y="3312"/>
                    <a:pt x="6561" y="3312"/>
                  </a:cubicBezTo>
                  <a:cubicBezTo>
                    <a:pt x="6488" y="3312"/>
                    <a:pt x="6473" y="3366"/>
                    <a:pt x="6439" y="3421"/>
                  </a:cubicBezTo>
                  <a:cubicBezTo>
                    <a:pt x="6341" y="3583"/>
                    <a:pt x="6204" y="3724"/>
                    <a:pt x="6165" y="3921"/>
                  </a:cubicBezTo>
                  <a:cubicBezTo>
                    <a:pt x="6149" y="3919"/>
                    <a:pt x="6134" y="3917"/>
                    <a:pt x="6120" y="3917"/>
                  </a:cubicBezTo>
                  <a:cubicBezTo>
                    <a:pt x="5892" y="3917"/>
                    <a:pt x="5797" y="4197"/>
                    <a:pt x="5566" y="4208"/>
                  </a:cubicBezTo>
                  <a:cubicBezTo>
                    <a:pt x="5547" y="4108"/>
                    <a:pt x="5624" y="4043"/>
                    <a:pt x="5676" y="4022"/>
                  </a:cubicBezTo>
                  <a:cubicBezTo>
                    <a:pt x="5895" y="3936"/>
                    <a:pt x="5868" y="3801"/>
                    <a:pt x="5777" y="3642"/>
                  </a:cubicBezTo>
                  <a:cubicBezTo>
                    <a:pt x="5563" y="3601"/>
                    <a:pt x="5717" y="3411"/>
                    <a:pt x="5628" y="3312"/>
                  </a:cubicBezTo>
                  <a:lnTo>
                    <a:pt x="5628" y="3312"/>
                  </a:lnTo>
                  <a:cubicBezTo>
                    <a:pt x="5671" y="3328"/>
                    <a:pt x="5709" y="3336"/>
                    <a:pt x="5744" y="3336"/>
                  </a:cubicBezTo>
                  <a:cubicBezTo>
                    <a:pt x="5854" y="3336"/>
                    <a:pt x="5922" y="3261"/>
                    <a:pt x="5972" y="3158"/>
                  </a:cubicBezTo>
                  <a:cubicBezTo>
                    <a:pt x="6002" y="3098"/>
                    <a:pt x="6001" y="3028"/>
                    <a:pt x="6077" y="2990"/>
                  </a:cubicBezTo>
                  <a:cubicBezTo>
                    <a:pt x="6270" y="2896"/>
                    <a:pt x="6301" y="2809"/>
                    <a:pt x="6217" y="2621"/>
                  </a:cubicBezTo>
                  <a:cubicBezTo>
                    <a:pt x="6197" y="2574"/>
                    <a:pt x="6192" y="2539"/>
                    <a:pt x="6242" y="2513"/>
                  </a:cubicBezTo>
                  <a:cubicBezTo>
                    <a:pt x="6372" y="2449"/>
                    <a:pt x="6279" y="2446"/>
                    <a:pt x="6227" y="2394"/>
                  </a:cubicBezTo>
                  <a:cubicBezTo>
                    <a:pt x="6177" y="2345"/>
                    <a:pt x="6179" y="2244"/>
                    <a:pt x="6142" y="2103"/>
                  </a:cubicBezTo>
                  <a:lnTo>
                    <a:pt x="6142" y="2103"/>
                  </a:lnTo>
                  <a:cubicBezTo>
                    <a:pt x="6383" y="2309"/>
                    <a:pt x="6544" y="2482"/>
                    <a:pt x="6514" y="2763"/>
                  </a:cubicBezTo>
                  <a:cubicBezTo>
                    <a:pt x="6779" y="2719"/>
                    <a:pt x="6387" y="2417"/>
                    <a:pt x="6688" y="2414"/>
                  </a:cubicBezTo>
                  <a:cubicBezTo>
                    <a:pt x="6647" y="2305"/>
                    <a:pt x="6462" y="2351"/>
                    <a:pt x="6500" y="2218"/>
                  </a:cubicBezTo>
                  <a:cubicBezTo>
                    <a:pt x="6527" y="2121"/>
                    <a:pt x="6644" y="2118"/>
                    <a:pt x="6735" y="2085"/>
                  </a:cubicBezTo>
                  <a:cubicBezTo>
                    <a:pt x="6849" y="2043"/>
                    <a:pt x="6989" y="2003"/>
                    <a:pt x="7051" y="1839"/>
                  </a:cubicBezTo>
                  <a:lnTo>
                    <a:pt x="7051" y="1839"/>
                  </a:lnTo>
                  <a:cubicBezTo>
                    <a:pt x="6967" y="1847"/>
                    <a:pt x="6885" y="1883"/>
                    <a:pt x="6812" y="1883"/>
                  </a:cubicBezTo>
                  <a:cubicBezTo>
                    <a:pt x="6753" y="1883"/>
                    <a:pt x="6700" y="1860"/>
                    <a:pt x="6657" y="1780"/>
                  </a:cubicBezTo>
                  <a:lnTo>
                    <a:pt x="6656" y="1778"/>
                  </a:lnTo>
                  <a:cubicBezTo>
                    <a:pt x="6673" y="1656"/>
                    <a:pt x="6945" y="1714"/>
                    <a:pt x="6842" y="1532"/>
                  </a:cubicBezTo>
                  <a:cubicBezTo>
                    <a:pt x="6762" y="1388"/>
                    <a:pt x="6657" y="1301"/>
                    <a:pt x="6525" y="1301"/>
                  </a:cubicBezTo>
                  <a:cubicBezTo>
                    <a:pt x="6445" y="1301"/>
                    <a:pt x="6356" y="1332"/>
                    <a:pt x="6257" y="1400"/>
                  </a:cubicBezTo>
                  <a:cubicBezTo>
                    <a:pt x="6344" y="1152"/>
                    <a:pt x="6496" y="1021"/>
                    <a:pt x="6663" y="1021"/>
                  </a:cubicBezTo>
                  <a:cubicBezTo>
                    <a:pt x="6710" y="1021"/>
                    <a:pt x="6758" y="1032"/>
                    <a:pt x="6806" y="1052"/>
                  </a:cubicBezTo>
                  <a:cubicBezTo>
                    <a:pt x="6825" y="1061"/>
                    <a:pt x="6841" y="1065"/>
                    <a:pt x="6853" y="1065"/>
                  </a:cubicBezTo>
                  <a:cubicBezTo>
                    <a:pt x="6924" y="1065"/>
                    <a:pt x="6881" y="937"/>
                    <a:pt x="6946" y="932"/>
                  </a:cubicBezTo>
                  <a:cubicBezTo>
                    <a:pt x="6746" y="755"/>
                    <a:pt x="6984" y="678"/>
                    <a:pt x="7058" y="559"/>
                  </a:cubicBezTo>
                  <a:cubicBezTo>
                    <a:pt x="7047" y="557"/>
                    <a:pt x="7036" y="556"/>
                    <a:pt x="7026" y="556"/>
                  </a:cubicBezTo>
                  <a:cubicBezTo>
                    <a:pt x="6865" y="556"/>
                    <a:pt x="6837" y="766"/>
                    <a:pt x="6669" y="766"/>
                  </a:cubicBezTo>
                  <a:cubicBezTo>
                    <a:pt x="6667" y="766"/>
                    <a:pt x="6665" y="766"/>
                    <a:pt x="6663" y="766"/>
                  </a:cubicBezTo>
                  <a:cubicBezTo>
                    <a:pt x="6809" y="575"/>
                    <a:pt x="7018" y="464"/>
                    <a:pt x="7066" y="230"/>
                  </a:cubicBezTo>
                  <a:cubicBezTo>
                    <a:pt x="7073" y="196"/>
                    <a:pt x="7099" y="174"/>
                    <a:pt x="7130" y="174"/>
                  </a:cubicBezTo>
                  <a:cubicBezTo>
                    <a:pt x="7142" y="174"/>
                    <a:pt x="7155" y="178"/>
                    <a:pt x="7169" y="186"/>
                  </a:cubicBezTo>
                  <a:cubicBezTo>
                    <a:pt x="7227" y="222"/>
                    <a:pt x="7278" y="238"/>
                    <a:pt x="7324" y="238"/>
                  </a:cubicBezTo>
                  <a:cubicBezTo>
                    <a:pt x="7424" y="238"/>
                    <a:pt x="7500" y="163"/>
                    <a:pt x="7567" y="60"/>
                  </a:cubicBezTo>
                  <a:cubicBezTo>
                    <a:pt x="7551" y="54"/>
                    <a:pt x="7536" y="48"/>
                    <a:pt x="7519" y="43"/>
                  </a:cubicBezTo>
                  <a:cubicBezTo>
                    <a:pt x="7416" y="15"/>
                    <a:pt x="7333" y="0"/>
                    <a:pt x="7264" y="0"/>
                  </a:cubicBezTo>
                  <a:close/>
                </a:path>
              </a:pathLst>
            </a:custGeom>
            <a:solidFill>
              <a:srgbClr val="F088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128375" y="1149275"/>
              <a:ext cx="18475" cy="124525"/>
            </a:xfrm>
            <a:custGeom>
              <a:avLst/>
              <a:gdLst/>
              <a:ahLst/>
              <a:cxnLst/>
              <a:rect l="l" t="t" r="r" b="b"/>
              <a:pathLst>
                <a:path w="739" h="4981" extrusionOk="0">
                  <a:moveTo>
                    <a:pt x="484" y="1"/>
                  </a:moveTo>
                  <a:cubicBezTo>
                    <a:pt x="459" y="1"/>
                    <a:pt x="433" y="2"/>
                    <a:pt x="408" y="6"/>
                  </a:cubicBezTo>
                  <a:cubicBezTo>
                    <a:pt x="83" y="667"/>
                    <a:pt x="12" y="1363"/>
                    <a:pt x="17" y="2098"/>
                  </a:cubicBezTo>
                  <a:cubicBezTo>
                    <a:pt x="25" y="3063"/>
                    <a:pt x="1" y="4022"/>
                    <a:pt x="254" y="4964"/>
                  </a:cubicBezTo>
                  <a:cubicBezTo>
                    <a:pt x="273" y="4975"/>
                    <a:pt x="291" y="4981"/>
                    <a:pt x="306" y="4981"/>
                  </a:cubicBezTo>
                  <a:cubicBezTo>
                    <a:pt x="336" y="4981"/>
                    <a:pt x="360" y="4961"/>
                    <a:pt x="377" y="4924"/>
                  </a:cubicBezTo>
                  <a:cubicBezTo>
                    <a:pt x="386" y="4372"/>
                    <a:pt x="411" y="3818"/>
                    <a:pt x="404" y="3266"/>
                  </a:cubicBezTo>
                  <a:cubicBezTo>
                    <a:pt x="400" y="3075"/>
                    <a:pt x="481" y="2856"/>
                    <a:pt x="341" y="2672"/>
                  </a:cubicBezTo>
                  <a:cubicBezTo>
                    <a:pt x="323" y="2523"/>
                    <a:pt x="337" y="2374"/>
                    <a:pt x="375" y="2228"/>
                  </a:cubicBezTo>
                  <a:cubicBezTo>
                    <a:pt x="409" y="2161"/>
                    <a:pt x="374" y="2102"/>
                    <a:pt x="353" y="2040"/>
                  </a:cubicBezTo>
                  <a:lnTo>
                    <a:pt x="358" y="1967"/>
                  </a:lnTo>
                  <a:cubicBezTo>
                    <a:pt x="379" y="1913"/>
                    <a:pt x="237" y="1860"/>
                    <a:pt x="366" y="1800"/>
                  </a:cubicBezTo>
                  <a:cubicBezTo>
                    <a:pt x="436" y="1767"/>
                    <a:pt x="473" y="1687"/>
                    <a:pt x="473" y="1604"/>
                  </a:cubicBezTo>
                  <a:cubicBezTo>
                    <a:pt x="474" y="1287"/>
                    <a:pt x="511" y="974"/>
                    <a:pt x="582" y="665"/>
                  </a:cubicBezTo>
                  <a:cubicBezTo>
                    <a:pt x="593" y="490"/>
                    <a:pt x="633" y="319"/>
                    <a:pt x="699" y="158"/>
                  </a:cubicBezTo>
                  <a:cubicBezTo>
                    <a:pt x="739" y="59"/>
                    <a:pt x="727" y="9"/>
                    <a:pt x="614" y="6"/>
                  </a:cubicBezTo>
                  <a:cubicBezTo>
                    <a:pt x="571" y="5"/>
                    <a:pt x="527" y="1"/>
                    <a:pt x="484" y="1"/>
                  </a:cubicBezTo>
                  <a:close/>
                </a:path>
              </a:pathLst>
            </a:custGeom>
            <a:solidFill>
              <a:srgbClr val="F29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7134725" y="1269225"/>
              <a:ext cx="25425" cy="71600"/>
            </a:xfrm>
            <a:custGeom>
              <a:avLst/>
              <a:gdLst/>
              <a:ahLst/>
              <a:cxnLst/>
              <a:rect l="l" t="t" r="r" b="b"/>
              <a:pathLst>
                <a:path w="1017" h="2864" extrusionOk="0">
                  <a:moveTo>
                    <a:pt x="249" y="0"/>
                  </a:moveTo>
                  <a:cubicBezTo>
                    <a:pt x="184" y="0"/>
                    <a:pt x="132" y="43"/>
                    <a:pt x="99" y="145"/>
                  </a:cubicBezTo>
                  <a:cubicBezTo>
                    <a:pt x="66" y="152"/>
                    <a:pt x="32" y="159"/>
                    <a:pt x="0" y="166"/>
                  </a:cubicBezTo>
                  <a:cubicBezTo>
                    <a:pt x="10" y="252"/>
                    <a:pt x="17" y="339"/>
                    <a:pt x="32" y="424"/>
                  </a:cubicBezTo>
                  <a:cubicBezTo>
                    <a:pt x="166" y="1181"/>
                    <a:pt x="301" y="1937"/>
                    <a:pt x="436" y="2694"/>
                  </a:cubicBezTo>
                  <a:cubicBezTo>
                    <a:pt x="492" y="2742"/>
                    <a:pt x="526" y="2864"/>
                    <a:pt x="597" y="2864"/>
                  </a:cubicBezTo>
                  <a:cubicBezTo>
                    <a:pt x="627" y="2864"/>
                    <a:pt x="665" y="2841"/>
                    <a:pt x="714" y="2781"/>
                  </a:cubicBezTo>
                  <a:lnTo>
                    <a:pt x="714" y="2781"/>
                  </a:lnTo>
                  <a:cubicBezTo>
                    <a:pt x="704" y="2821"/>
                    <a:pt x="727" y="2842"/>
                    <a:pt x="759" y="2857"/>
                  </a:cubicBezTo>
                  <a:cubicBezTo>
                    <a:pt x="760" y="2857"/>
                    <a:pt x="761" y="2857"/>
                    <a:pt x="762" y="2857"/>
                  </a:cubicBezTo>
                  <a:cubicBezTo>
                    <a:pt x="882" y="2857"/>
                    <a:pt x="1016" y="2782"/>
                    <a:pt x="905" y="2690"/>
                  </a:cubicBezTo>
                  <a:cubicBezTo>
                    <a:pt x="691" y="2512"/>
                    <a:pt x="722" y="2273"/>
                    <a:pt x="660" y="2057"/>
                  </a:cubicBezTo>
                  <a:cubicBezTo>
                    <a:pt x="625" y="1937"/>
                    <a:pt x="609" y="1824"/>
                    <a:pt x="744" y="1738"/>
                  </a:cubicBezTo>
                  <a:cubicBezTo>
                    <a:pt x="847" y="1671"/>
                    <a:pt x="786" y="1604"/>
                    <a:pt x="710" y="1562"/>
                  </a:cubicBezTo>
                  <a:cubicBezTo>
                    <a:pt x="664" y="1537"/>
                    <a:pt x="612" y="1529"/>
                    <a:pt x="558" y="1529"/>
                  </a:cubicBezTo>
                  <a:cubicBezTo>
                    <a:pt x="540" y="1529"/>
                    <a:pt x="521" y="1530"/>
                    <a:pt x="502" y="1532"/>
                  </a:cubicBezTo>
                  <a:cubicBezTo>
                    <a:pt x="533" y="1459"/>
                    <a:pt x="655" y="1406"/>
                    <a:pt x="575" y="1313"/>
                  </a:cubicBezTo>
                  <a:cubicBezTo>
                    <a:pt x="487" y="1211"/>
                    <a:pt x="515" y="1100"/>
                    <a:pt x="516" y="991"/>
                  </a:cubicBezTo>
                  <a:cubicBezTo>
                    <a:pt x="517" y="795"/>
                    <a:pt x="526" y="595"/>
                    <a:pt x="241" y="569"/>
                  </a:cubicBezTo>
                  <a:cubicBezTo>
                    <a:pt x="338" y="404"/>
                    <a:pt x="516" y="309"/>
                    <a:pt x="448" y="113"/>
                  </a:cubicBezTo>
                  <a:cubicBezTo>
                    <a:pt x="436" y="89"/>
                    <a:pt x="419" y="69"/>
                    <a:pt x="398" y="53"/>
                  </a:cubicBezTo>
                  <a:cubicBezTo>
                    <a:pt x="343" y="20"/>
                    <a:pt x="293" y="0"/>
                    <a:pt x="249" y="0"/>
                  </a:cubicBezTo>
                  <a:close/>
                </a:path>
              </a:pathLst>
            </a:custGeom>
            <a:solidFill>
              <a:srgbClr val="F193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7145625" y="1336550"/>
              <a:ext cx="18525" cy="50575"/>
            </a:xfrm>
            <a:custGeom>
              <a:avLst/>
              <a:gdLst/>
              <a:ahLst/>
              <a:cxnLst/>
              <a:rect l="l" t="t" r="r" b="b"/>
              <a:pathLst>
                <a:path w="741" h="2023" extrusionOk="0">
                  <a:moveTo>
                    <a:pt x="0" y="1"/>
                  </a:moveTo>
                  <a:cubicBezTo>
                    <a:pt x="197" y="677"/>
                    <a:pt x="369" y="1362"/>
                    <a:pt x="618" y="2023"/>
                  </a:cubicBezTo>
                  <a:cubicBezTo>
                    <a:pt x="643" y="1977"/>
                    <a:pt x="669" y="1931"/>
                    <a:pt x="695" y="1884"/>
                  </a:cubicBezTo>
                  <a:cubicBezTo>
                    <a:pt x="741" y="1633"/>
                    <a:pt x="731" y="1386"/>
                    <a:pt x="620" y="1152"/>
                  </a:cubicBezTo>
                  <a:cubicBezTo>
                    <a:pt x="497" y="890"/>
                    <a:pt x="440" y="616"/>
                    <a:pt x="431" y="329"/>
                  </a:cubicBezTo>
                  <a:cubicBezTo>
                    <a:pt x="415" y="251"/>
                    <a:pt x="385" y="182"/>
                    <a:pt x="310" y="143"/>
                  </a:cubicBezTo>
                  <a:cubicBezTo>
                    <a:pt x="207" y="96"/>
                    <a:pt x="103" y="48"/>
                    <a:pt x="0" y="1"/>
                  </a:cubicBezTo>
                  <a:close/>
                </a:path>
              </a:pathLst>
            </a:custGeom>
            <a:solidFill>
              <a:srgbClr val="F29D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138575" y="1138650"/>
              <a:ext cx="17775" cy="27675"/>
            </a:xfrm>
            <a:custGeom>
              <a:avLst/>
              <a:gdLst/>
              <a:ahLst/>
              <a:cxnLst/>
              <a:rect l="l" t="t" r="r" b="b"/>
              <a:pathLst>
                <a:path w="711" h="1107" extrusionOk="0">
                  <a:moveTo>
                    <a:pt x="278" y="1"/>
                  </a:moveTo>
                  <a:cubicBezTo>
                    <a:pt x="242" y="1"/>
                    <a:pt x="197" y="35"/>
                    <a:pt x="131" y="98"/>
                  </a:cubicBezTo>
                  <a:cubicBezTo>
                    <a:pt x="87" y="209"/>
                    <a:pt x="43" y="319"/>
                    <a:pt x="0" y="431"/>
                  </a:cubicBezTo>
                  <a:cubicBezTo>
                    <a:pt x="29" y="489"/>
                    <a:pt x="70" y="502"/>
                    <a:pt x="115" y="502"/>
                  </a:cubicBezTo>
                  <a:cubicBezTo>
                    <a:pt x="152" y="502"/>
                    <a:pt x="192" y="493"/>
                    <a:pt x="230" y="493"/>
                  </a:cubicBezTo>
                  <a:cubicBezTo>
                    <a:pt x="246" y="493"/>
                    <a:pt x="262" y="495"/>
                    <a:pt x="277" y="500"/>
                  </a:cubicBezTo>
                  <a:cubicBezTo>
                    <a:pt x="121" y="683"/>
                    <a:pt x="103" y="887"/>
                    <a:pt x="162" y="1106"/>
                  </a:cubicBezTo>
                  <a:cubicBezTo>
                    <a:pt x="164" y="1106"/>
                    <a:pt x="166" y="1107"/>
                    <a:pt x="167" y="1107"/>
                  </a:cubicBezTo>
                  <a:cubicBezTo>
                    <a:pt x="188" y="1107"/>
                    <a:pt x="200" y="1095"/>
                    <a:pt x="201" y="1072"/>
                  </a:cubicBezTo>
                  <a:cubicBezTo>
                    <a:pt x="190" y="1004"/>
                    <a:pt x="252" y="1023"/>
                    <a:pt x="281" y="1003"/>
                  </a:cubicBezTo>
                  <a:cubicBezTo>
                    <a:pt x="305" y="855"/>
                    <a:pt x="522" y="834"/>
                    <a:pt x="524" y="724"/>
                  </a:cubicBezTo>
                  <a:cubicBezTo>
                    <a:pt x="525" y="520"/>
                    <a:pt x="633" y="366"/>
                    <a:pt x="694" y="190"/>
                  </a:cubicBezTo>
                  <a:cubicBezTo>
                    <a:pt x="711" y="140"/>
                    <a:pt x="706" y="86"/>
                    <a:pt x="649" y="56"/>
                  </a:cubicBezTo>
                  <a:cubicBezTo>
                    <a:pt x="536" y="74"/>
                    <a:pt x="480" y="164"/>
                    <a:pt x="410" y="239"/>
                  </a:cubicBezTo>
                  <a:cubicBezTo>
                    <a:pt x="363" y="74"/>
                    <a:pt x="331" y="1"/>
                    <a:pt x="278" y="1"/>
                  </a:cubicBezTo>
                  <a:close/>
                </a:path>
              </a:pathLst>
            </a:custGeom>
            <a:solidFill>
              <a:srgbClr val="F18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7141825" y="1128725"/>
              <a:ext cx="14250" cy="20300"/>
            </a:xfrm>
            <a:custGeom>
              <a:avLst/>
              <a:gdLst/>
              <a:ahLst/>
              <a:cxnLst/>
              <a:rect l="l" t="t" r="r" b="b"/>
              <a:pathLst>
                <a:path w="570" h="812" extrusionOk="0">
                  <a:moveTo>
                    <a:pt x="198" y="0"/>
                  </a:moveTo>
                  <a:cubicBezTo>
                    <a:pt x="131" y="165"/>
                    <a:pt x="66" y="330"/>
                    <a:pt x="1" y="495"/>
                  </a:cubicBezTo>
                  <a:cubicBezTo>
                    <a:pt x="46" y="454"/>
                    <a:pt x="82" y="435"/>
                    <a:pt x="112" y="435"/>
                  </a:cubicBezTo>
                  <a:cubicBezTo>
                    <a:pt x="159" y="435"/>
                    <a:pt x="189" y="483"/>
                    <a:pt x="209" y="570"/>
                  </a:cubicBezTo>
                  <a:cubicBezTo>
                    <a:pt x="225" y="646"/>
                    <a:pt x="157" y="742"/>
                    <a:pt x="271" y="812"/>
                  </a:cubicBezTo>
                  <a:cubicBezTo>
                    <a:pt x="306" y="654"/>
                    <a:pt x="429" y="570"/>
                    <a:pt x="521" y="462"/>
                  </a:cubicBezTo>
                  <a:cubicBezTo>
                    <a:pt x="564" y="412"/>
                    <a:pt x="569" y="352"/>
                    <a:pt x="564" y="289"/>
                  </a:cubicBezTo>
                  <a:cubicBezTo>
                    <a:pt x="451" y="181"/>
                    <a:pt x="295" y="128"/>
                    <a:pt x="198" y="0"/>
                  </a:cubicBezTo>
                  <a:close/>
                </a:path>
              </a:pathLst>
            </a:custGeom>
            <a:solidFill>
              <a:srgbClr val="F29D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7180900" y="1438350"/>
              <a:ext cx="16900" cy="9050"/>
            </a:xfrm>
            <a:custGeom>
              <a:avLst/>
              <a:gdLst/>
              <a:ahLst/>
              <a:cxnLst/>
              <a:rect l="l" t="t" r="r" b="b"/>
              <a:pathLst>
                <a:path w="676" h="362" extrusionOk="0">
                  <a:moveTo>
                    <a:pt x="668" y="0"/>
                  </a:moveTo>
                  <a:cubicBezTo>
                    <a:pt x="511" y="0"/>
                    <a:pt x="357" y="71"/>
                    <a:pt x="200" y="71"/>
                  </a:cubicBezTo>
                  <a:cubicBezTo>
                    <a:pt x="137" y="71"/>
                    <a:pt x="73" y="59"/>
                    <a:pt x="8" y="27"/>
                  </a:cubicBezTo>
                  <a:lnTo>
                    <a:pt x="8" y="27"/>
                  </a:lnTo>
                  <a:cubicBezTo>
                    <a:pt x="0" y="159"/>
                    <a:pt x="29" y="313"/>
                    <a:pt x="139" y="354"/>
                  </a:cubicBezTo>
                  <a:cubicBezTo>
                    <a:pt x="152" y="359"/>
                    <a:pt x="166" y="362"/>
                    <a:pt x="181" y="362"/>
                  </a:cubicBezTo>
                  <a:cubicBezTo>
                    <a:pt x="267" y="362"/>
                    <a:pt x="368" y="279"/>
                    <a:pt x="443" y="204"/>
                  </a:cubicBezTo>
                  <a:cubicBezTo>
                    <a:pt x="489" y="155"/>
                    <a:pt x="547" y="117"/>
                    <a:pt x="600" y="74"/>
                  </a:cubicBezTo>
                  <a:lnTo>
                    <a:pt x="675" y="0"/>
                  </a:lnTo>
                  <a:cubicBezTo>
                    <a:pt x="673" y="0"/>
                    <a:pt x="670" y="0"/>
                    <a:pt x="668" y="0"/>
                  </a:cubicBezTo>
                  <a:close/>
                </a:path>
              </a:pathLst>
            </a:custGeom>
            <a:solidFill>
              <a:srgbClr val="F5B1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7146750" y="1125275"/>
              <a:ext cx="12550" cy="11300"/>
            </a:xfrm>
            <a:custGeom>
              <a:avLst/>
              <a:gdLst/>
              <a:ahLst/>
              <a:cxnLst/>
              <a:rect l="l" t="t" r="r" b="b"/>
              <a:pathLst>
                <a:path w="502" h="452" extrusionOk="0">
                  <a:moveTo>
                    <a:pt x="187" y="1"/>
                  </a:moveTo>
                  <a:cubicBezTo>
                    <a:pt x="155" y="1"/>
                    <a:pt x="115" y="18"/>
                    <a:pt x="67" y="60"/>
                  </a:cubicBezTo>
                  <a:cubicBezTo>
                    <a:pt x="45" y="85"/>
                    <a:pt x="23" y="112"/>
                    <a:pt x="1" y="138"/>
                  </a:cubicBezTo>
                  <a:cubicBezTo>
                    <a:pt x="21" y="340"/>
                    <a:pt x="173" y="402"/>
                    <a:pt x="336" y="452"/>
                  </a:cubicBezTo>
                  <a:cubicBezTo>
                    <a:pt x="453" y="416"/>
                    <a:pt x="502" y="352"/>
                    <a:pt x="428" y="236"/>
                  </a:cubicBezTo>
                  <a:lnTo>
                    <a:pt x="428" y="236"/>
                  </a:lnTo>
                  <a:cubicBezTo>
                    <a:pt x="402" y="253"/>
                    <a:pt x="384" y="259"/>
                    <a:pt x="371" y="259"/>
                  </a:cubicBezTo>
                  <a:cubicBezTo>
                    <a:pt x="333" y="259"/>
                    <a:pt x="344" y="197"/>
                    <a:pt x="329" y="161"/>
                  </a:cubicBezTo>
                  <a:cubicBezTo>
                    <a:pt x="295" y="77"/>
                    <a:pt x="256" y="1"/>
                    <a:pt x="187" y="1"/>
                  </a:cubicBezTo>
                  <a:close/>
                </a:path>
              </a:pathLst>
            </a:custGeom>
            <a:solidFill>
              <a:srgbClr val="F18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7224750" y="1375575"/>
              <a:ext cx="26525" cy="17425"/>
            </a:xfrm>
            <a:custGeom>
              <a:avLst/>
              <a:gdLst/>
              <a:ahLst/>
              <a:cxnLst/>
              <a:rect l="l" t="t" r="r" b="b"/>
              <a:pathLst>
                <a:path w="1061" h="697" extrusionOk="0">
                  <a:moveTo>
                    <a:pt x="570" y="0"/>
                  </a:moveTo>
                  <a:cubicBezTo>
                    <a:pt x="461" y="66"/>
                    <a:pt x="352" y="130"/>
                    <a:pt x="245" y="197"/>
                  </a:cubicBezTo>
                  <a:cubicBezTo>
                    <a:pt x="205" y="223"/>
                    <a:pt x="100" y="211"/>
                    <a:pt x="124" y="245"/>
                  </a:cubicBezTo>
                  <a:cubicBezTo>
                    <a:pt x="271" y="443"/>
                    <a:pt x="31" y="498"/>
                    <a:pt x="0" y="626"/>
                  </a:cubicBezTo>
                  <a:cubicBezTo>
                    <a:pt x="11" y="640"/>
                    <a:pt x="24" y="653"/>
                    <a:pt x="35" y="666"/>
                  </a:cubicBezTo>
                  <a:cubicBezTo>
                    <a:pt x="80" y="687"/>
                    <a:pt x="120" y="696"/>
                    <a:pt x="157" y="696"/>
                  </a:cubicBezTo>
                  <a:cubicBezTo>
                    <a:pt x="289" y="696"/>
                    <a:pt x="375" y="578"/>
                    <a:pt x="466" y="441"/>
                  </a:cubicBezTo>
                  <a:cubicBezTo>
                    <a:pt x="489" y="565"/>
                    <a:pt x="477" y="672"/>
                    <a:pt x="601" y="672"/>
                  </a:cubicBezTo>
                  <a:cubicBezTo>
                    <a:pt x="613" y="672"/>
                    <a:pt x="627" y="671"/>
                    <a:pt x="642" y="669"/>
                  </a:cubicBezTo>
                  <a:cubicBezTo>
                    <a:pt x="773" y="649"/>
                    <a:pt x="777" y="583"/>
                    <a:pt x="764" y="491"/>
                  </a:cubicBezTo>
                  <a:cubicBezTo>
                    <a:pt x="751" y="407"/>
                    <a:pt x="778" y="351"/>
                    <a:pt x="862" y="341"/>
                  </a:cubicBezTo>
                  <a:cubicBezTo>
                    <a:pt x="1060" y="319"/>
                    <a:pt x="1028" y="200"/>
                    <a:pt x="989" y="51"/>
                  </a:cubicBezTo>
                  <a:lnTo>
                    <a:pt x="989" y="51"/>
                  </a:lnTo>
                  <a:cubicBezTo>
                    <a:pt x="920" y="104"/>
                    <a:pt x="858" y="127"/>
                    <a:pt x="800" y="127"/>
                  </a:cubicBezTo>
                  <a:cubicBezTo>
                    <a:pt x="716" y="127"/>
                    <a:pt x="641" y="78"/>
                    <a:pt x="570" y="0"/>
                  </a:cubicBezTo>
                  <a:close/>
                </a:path>
              </a:pathLst>
            </a:custGeom>
            <a:solidFill>
              <a:srgbClr val="F29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7187675" y="1393875"/>
              <a:ext cx="24250" cy="18475"/>
            </a:xfrm>
            <a:custGeom>
              <a:avLst/>
              <a:gdLst/>
              <a:ahLst/>
              <a:cxnLst/>
              <a:rect l="l" t="t" r="r" b="b"/>
              <a:pathLst>
                <a:path w="970" h="739" extrusionOk="0">
                  <a:moveTo>
                    <a:pt x="795" y="1"/>
                  </a:moveTo>
                  <a:cubicBezTo>
                    <a:pt x="705" y="1"/>
                    <a:pt x="632" y="67"/>
                    <a:pt x="600" y="158"/>
                  </a:cubicBezTo>
                  <a:cubicBezTo>
                    <a:pt x="541" y="330"/>
                    <a:pt x="452" y="388"/>
                    <a:pt x="339" y="388"/>
                  </a:cubicBezTo>
                  <a:cubicBezTo>
                    <a:pt x="281" y="388"/>
                    <a:pt x="217" y="373"/>
                    <a:pt x="146" y="349"/>
                  </a:cubicBezTo>
                  <a:lnTo>
                    <a:pt x="145" y="349"/>
                  </a:lnTo>
                  <a:cubicBezTo>
                    <a:pt x="0" y="432"/>
                    <a:pt x="23" y="567"/>
                    <a:pt x="27" y="714"/>
                  </a:cubicBezTo>
                  <a:cubicBezTo>
                    <a:pt x="118" y="649"/>
                    <a:pt x="205" y="582"/>
                    <a:pt x="286" y="582"/>
                  </a:cubicBezTo>
                  <a:cubicBezTo>
                    <a:pt x="349" y="582"/>
                    <a:pt x="408" y="624"/>
                    <a:pt x="460" y="739"/>
                  </a:cubicBezTo>
                  <a:cubicBezTo>
                    <a:pt x="460" y="739"/>
                    <a:pt x="460" y="739"/>
                    <a:pt x="460" y="739"/>
                  </a:cubicBezTo>
                  <a:cubicBezTo>
                    <a:pt x="462" y="739"/>
                    <a:pt x="505" y="722"/>
                    <a:pt x="527" y="713"/>
                  </a:cubicBezTo>
                  <a:cubicBezTo>
                    <a:pt x="560" y="591"/>
                    <a:pt x="711" y="605"/>
                    <a:pt x="766" y="509"/>
                  </a:cubicBezTo>
                  <a:cubicBezTo>
                    <a:pt x="779" y="498"/>
                    <a:pt x="793" y="485"/>
                    <a:pt x="806" y="474"/>
                  </a:cubicBezTo>
                  <a:cubicBezTo>
                    <a:pt x="748" y="298"/>
                    <a:pt x="970" y="229"/>
                    <a:pt x="960" y="70"/>
                  </a:cubicBezTo>
                  <a:cubicBezTo>
                    <a:pt x="902" y="22"/>
                    <a:pt x="846" y="1"/>
                    <a:pt x="795" y="1"/>
                  </a:cubicBezTo>
                  <a:close/>
                </a:path>
              </a:pathLst>
            </a:custGeom>
            <a:solidFill>
              <a:srgbClr val="F088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7201925" y="1392400"/>
              <a:ext cx="18450" cy="13350"/>
            </a:xfrm>
            <a:custGeom>
              <a:avLst/>
              <a:gdLst/>
              <a:ahLst/>
              <a:cxnLst/>
              <a:rect l="l" t="t" r="r" b="b"/>
              <a:pathLst>
                <a:path w="738" h="534" extrusionOk="0">
                  <a:moveTo>
                    <a:pt x="581" y="0"/>
                  </a:moveTo>
                  <a:cubicBezTo>
                    <a:pt x="510" y="0"/>
                    <a:pt x="471" y="65"/>
                    <a:pt x="419" y="101"/>
                  </a:cubicBezTo>
                  <a:cubicBezTo>
                    <a:pt x="415" y="100"/>
                    <a:pt x="411" y="100"/>
                    <a:pt x="408" y="100"/>
                  </a:cubicBezTo>
                  <a:cubicBezTo>
                    <a:pt x="387" y="100"/>
                    <a:pt x="378" y="111"/>
                    <a:pt x="379" y="135"/>
                  </a:cubicBezTo>
                  <a:cubicBezTo>
                    <a:pt x="317" y="206"/>
                    <a:pt x="266" y="294"/>
                    <a:pt x="190" y="344"/>
                  </a:cubicBezTo>
                  <a:cubicBezTo>
                    <a:pt x="0" y="466"/>
                    <a:pt x="152" y="488"/>
                    <a:pt x="236" y="533"/>
                  </a:cubicBezTo>
                  <a:cubicBezTo>
                    <a:pt x="415" y="488"/>
                    <a:pt x="606" y="466"/>
                    <a:pt x="737" y="312"/>
                  </a:cubicBezTo>
                  <a:cubicBezTo>
                    <a:pt x="673" y="271"/>
                    <a:pt x="672" y="183"/>
                    <a:pt x="586" y="147"/>
                  </a:cubicBezTo>
                  <a:cubicBezTo>
                    <a:pt x="461" y="94"/>
                    <a:pt x="584" y="50"/>
                    <a:pt x="612" y="4"/>
                  </a:cubicBezTo>
                  <a:cubicBezTo>
                    <a:pt x="601" y="2"/>
                    <a:pt x="591" y="0"/>
                    <a:pt x="581" y="0"/>
                  </a:cubicBezTo>
                  <a:close/>
                </a:path>
              </a:pathLst>
            </a:custGeom>
            <a:solidFill>
              <a:srgbClr val="F1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7176125" y="1415250"/>
              <a:ext cx="6500" cy="9200"/>
            </a:xfrm>
            <a:custGeom>
              <a:avLst/>
              <a:gdLst/>
              <a:ahLst/>
              <a:cxnLst/>
              <a:rect l="l" t="t" r="r" b="b"/>
              <a:pathLst>
                <a:path w="260" h="368" extrusionOk="0">
                  <a:moveTo>
                    <a:pt x="107" y="0"/>
                  </a:moveTo>
                  <a:cubicBezTo>
                    <a:pt x="69" y="0"/>
                    <a:pt x="19" y="23"/>
                    <a:pt x="15" y="65"/>
                  </a:cubicBezTo>
                  <a:cubicBezTo>
                    <a:pt x="1" y="218"/>
                    <a:pt x="118" y="283"/>
                    <a:pt x="258" y="367"/>
                  </a:cubicBezTo>
                  <a:lnTo>
                    <a:pt x="259" y="367"/>
                  </a:lnTo>
                  <a:cubicBezTo>
                    <a:pt x="219" y="227"/>
                    <a:pt x="260" y="90"/>
                    <a:pt x="140" y="9"/>
                  </a:cubicBezTo>
                  <a:cubicBezTo>
                    <a:pt x="132" y="3"/>
                    <a:pt x="121" y="0"/>
                    <a:pt x="107" y="0"/>
                  </a:cubicBezTo>
                  <a:close/>
                </a:path>
              </a:pathLst>
            </a:custGeom>
            <a:solidFill>
              <a:srgbClr val="F088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7200850" y="1406400"/>
              <a:ext cx="7525" cy="6025"/>
            </a:xfrm>
            <a:custGeom>
              <a:avLst/>
              <a:gdLst/>
              <a:ahLst/>
              <a:cxnLst/>
              <a:rect l="l" t="t" r="r" b="b"/>
              <a:pathLst>
                <a:path w="301" h="241" extrusionOk="0">
                  <a:moveTo>
                    <a:pt x="180" y="1"/>
                  </a:moveTo>
                  <a:cubicBezTo>
                    <a:pt x="60" y="1"/>
                    <a:pt x="25" y="101"/>
                    <a:pt x="0" y="212"/>
                  </a:cubicBezTo>
                  <a:cubicBezTo>
                    <a:pt x="62" y="123"/>
                    <a:pt x="300" y="240"/>
                    <a:pt x="239" y="8"/>
                  </a:cubicBezTo>
                  <a:cubicBezTo>
                    <a:pt x="217" y="3"/>
                    <a:pt x="198" y="1"/>
                    <a:pt x="180" y="1"/>
                  </a:cubicBezTo>
                  <a:close/>
                </a:path>
              </a:pathLst>
            </a:custGeom>
            <a:solidFill>
              <a:srgbClr val="F1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7219150" y="1400250"/>
              <a:ext cx="4875" cy="4525"/>
            </a:xfrm>
            <a:custGeom>
              <a:avLst/>
              <a:gdLst/>
              <a:ahLst/>
              <a:cxnLst/>
              <a:rect l="l" t="t" r="r" b="b"/>
              <a:pathLst>
                <a:path w="195" h="181" extrusionOk="0">
                  <a:moveTo>
                    <a:pt x="51" y="0"/>
                  </a:moveTo>
                  <a:lnTo>
                    <a:pt x="51" y="0"/>
                  </a:lnTo>
                  <a:cubicBezTo>
                    <a:pt x="106" y="47"/>
                    <a:pt x="1" y="163"/>
                    <a:pt x="125" y="181"/>
                  </a:cubicBezTo>
                  <a:cubicBezTo>
                    <a:pt x="126" y="181"/>
                    <a:pt x="126" y="181"/>
                    <a:pt x="127" y="181"/>
                  </a:cubicBezTo>
                  <a:cubicBezTo>
                    <a:pt x="144" y="181"/>
                    <a:pt x="174" y="155"/>
                    <a:pt x="178" y="139"/>
                  </a:cubicBezTo>
                  <a:cubicBezTo>
                    <a:pt x="194" y="57"/>
                    <a:pt x="144" y="18"/>
                    <a:pt x="51" y="0"/>
                  </a:cubicBezTo>
                  <a:close/>
                </a:path>
              </a:pathLst>
            </a:custGeom>
            <a:solidFill>
              <a:srgbClr val="F1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7219200" y="1390225"/>
              <a:ext cx="4700" cy="4350"/>
            </a:xfrm>
            <a:custGeom>
              <a:avLst/>
              <a:gdLst/>
              <a:ahLst/>
              <a:cxnLst/>
              <a:rect l="l" t="t" r="r" b="b"/>
              <a:pathLst>
                <a:path w="188" h="174" extrusionOk="0">
                  <a:moveTo>
                    <a:pt x="188" y="1"/>
                  </a:moveTo>
                  <a:cubicBezTo>
                    <a:pt x="126" y="8"/>
                    <a:pt x="63" y="16"/>
                    <a:pt x="1" y="24"/>
                  </a:cubicBezTo>
                  <a:cubicBezTo>
                    <a:pt x="52" y="61"/>
                    <a:pt x="28" y="157"/>
                    <a:pt x="112" y="173"/>
                  </a:cubicBezTo>
                  <a:cubicBezTo>
                    <a:pt x="137" y="115"/>
                    <a:pt x="163" y="57"/>
                    <a:pt x="188" y="1"/>
                  </a:cubicBezTo>
                  <a:close/>
                </a:path>
              </a:pathLst>
            </a:custGeom>
            <a:solidFill>
              <a:srgbClr val="F1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7261525" y="1335925"/>
              <a:ext cx="30550" cy="24450"/>
            </a:xfrm>
            <a:custGeom>
              <a:avLst/>
              <a:gdLst/>
              <a:ahLst/>
              <a:cxnLst/>
              <a:rect l="l" t="t" r="r" b="b"/>
              <a:pathLst>
                <a:path w="1222" h="978" extrusionOk="0">
                  <a:moveTo>
                    <a:pt x="737" y="1"/>
                  </a:moveTo>
                  <a:cubicBezTo>
                    <a:pt x="679" y="1"/>
                    <a:pt x="638" y="26"/>
                    <a:pt x="607" y="79"/>
                  </a:cubicBezTo>
                  <a:cubicBezTo>
                    <a:pt x="462" y="324"/>
                    <a:pt x="177" y="389"/>
                    <a:pt x="0" y="599"/>
                  </a:cubicBezTo>
                  <a:cubicBezTo>
                    <a:pt x="52" y="635"/>
                    <a:pt x="104" y="649"/>
                    <a:pt x="154" y="649"/>
                  </a:cubicBezTo>
                  <a:cubicBezTo>
                    <a:pt x="238" y="649"/>
                    <a:pt x="318" y="612"/>
                    <a:pt x="394" y="577"/>
                  </a:cubicBezTo>
                  <a:lnTo>
                    <a:pt x="394" y="577"/>
                  </a:lnTo>
                  <a:cubicBezTo>
                    <a:pt x="472" y="728"/>
                    <a:pt x="299" y="784"/>
                    <a:pt x="306" y="899"/>
                  </a:cubicBezTo>
                  <a:lnTo>
                    <a:pt x="306" y="898"/>
                  </a:lnTo>
                  <a:cubicBezTo>
                    <a:pt x="328" y="924"/>
                    <a:pt x="351" y="951"/>
                    <a:pt x="373" y="977"/>
                  </a:cubicBezTo>
                  <a:cubicBezTo>
                    <a:pt x="488" y="938"/>
                    <a:pt x="556" y="832"/>
                    <a:pt x="651" y="770"/>
                  </a:cubicBezTo>
                  <a:lnTo>
                    <a:pt x="651" y="770"/>
                  </a:lnTo>
                  <a:cubicBezTo>
                    <a:pt x="639" y="826"/>
                    <a:pt x="603" y="889"/>
                    <a:pt x="678" y="930"/>
                  </a:cubicBezTo>
                  <a:cubicBezTo>
                    <a:pt x="697" y="940"/>
                    <a:pt x="713" y="944"/>
                    <a:pt x="729" y="944"/>
                  </a:cubicBezTo>
                  <a:cubicBezTo>
                    <a:pt x="770" y="944"/>
                    <a:pt x="804" y="916"/>
                    <a:pt x="840" y="889"/>
                  </a:cubicBezTo>
                  <a:cubicBezTo>
                    <a:pt x="909" y="837"/>
                    <a:pt x="944" y="733"/>
                    <a:pt x="1049" y="733"/>
                  </a:cubicBezTo>
                  <a:cubicBezTo>
                    <a:pt x="1054" y="733"/>
                    <a:pt x="1058" y="734"/>
                    <a:pt x="1062" y="734"/>
                  </a:cubicBezTo>
                  <a:cubicBezTo>
                    <a:pt x="1116" y="689"/>
                    <a:pt x="1169" y="642"/>
                    <a:pt x="1222" y="597"/>
                  </a:cubicBezTo>
                  <a:cubicBezTo>
                    <a:pt x="1185" y="576"/>
                    <a:pt x="1133" y="562"/>
                    <a:pt x="1139" y="509"/>
                  </a:cubicBezTo>
                  <a:cubicBezTo>
                    <a:pt x="1150" y="393"/>
                    <a:pt x="1133" y="333"/>
                    <a:pt x="1084" y="333"/>
                  </a:cubicBezTo>
                  <a:cubicBezTo>
                    <a:pt x="1053" y="333"/>
                    <a:pt x="1008" y="358"/>
                    <a:pt x="948" y="409"/>
                  </a:cubicBezTo>
                  <a:cubicBezTo>
                    <a:pt x="926" y="428"/>
                    <a:pt x="887" y="427"/>
                    <a:pt x="848" y="438"/>
                  </a:cubicBezTo>
                  <a:cubicBezTo>
                    <a:pt x="851" y="259"/>
                    <a:pt x="942" y="172"/>
                    <a:pt x="1121" y="152"/>
                  </a:cubicBezTo>
                  <a:cubicBezTo>
                    <a:pt x="940" y="52"/>
                    <a:pt x="821" y="1"/>
                    <a:pt x="737" y="1"/>
                  </a:cubicBezTo>
                  <a:close/>
                </a:path>
              </a:pathLst>
            </a:custGeom>
            <a:solidFill>
              <a:srgbClr val="F1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7266450" y="1351800"/>
              <a:ext cx="21650" cy="20850"/>
            </a:xfrm>
            <a:custGeom>
              <a:avLst/>
              <a:gdLst/>
              <a:ahLst/>
              <a:cxnLst/>
              <a:rect l="l" t="t" r="r" b="b"/>
              <a:pathLst>
                <a:path w="866" h="834" extrusionOk="0">
                  <a:moveTo>
                    <a:pt x="533" y="0"/>
                  </a:moveTo>
                  <a:cubicBezTo>
                    <a:pt x="490" y="0"/>
                    <a:pt x="472" y="91"/>
                    <a:pt x="428" y="106"/>
                  </a:cubicBezTo>
                  <a:cubicBezTo>
                    <a:pt x="305" y="143"/>
                    <a:pt x="219" y="220"/>
                    <a:pt x="176" y="342"/>
                  </a:cubicBezTo>
                  <a:cubicBezTo>
                    <a:pt x="0" y="491"/>
                    <a:pt x="78" y="662"/>
                    <a:pt x="120" y="834"/>
                  </a:cubicBezTo>
                  <a:cubicBezTo>
                    <a:pt x="176" y="743"/>
                    <a:pt x="196" y="646"/>
                    <a:pt x="222" y="549"/>
                  </a:cubicBezTo>
                  <a:cubicBezTo>
                    <a:pt x="238" y="496"/>
                    <a:pt x="261" y="401"/>
                    <a:pt x="302" y="401"/>
                  </a:cubicBezTo>
                  <a:cubicBezTo>
                    <a:pt x="304" y="401"/>
                    <a:pt x="306" y="401"/>
                    <a:pt x="309" y="402"/>
                  </a:cubicBezTo>
                  <a:cubicBezTo>
                    <a:pt x="345" y="412"/>
                    <a:pt x="378" y="417"/>
                    <a:pt x="409" y="417"/>
                  </a:cubicBezTo>
                  <a:cubicBezTo>
                    <a:pt x="623" y="417"/>
                    <a:pt x="706" y="190"/>
                    <a:pt x="865" y="99"/>
                  </a:cubicBezTo>
                  <a:cubicBezTo>
                    <a:pt x="836" y="83"/>
                    <a:pt x="812" y="77"/>
                    <a:pt x="791" y="77"/>
                  </a:cubicBezTo>
                  <a:cubicBezTo>
                    <a:pt x="710" y="77"/>
                    <a:pt x="685" y="179"/>
                    <a:pt x="631" y="227"/>
                  </a:cubicBezTo>
                  <a:cubicBezTo>
                    <a:pt x="604" y="252"/>
                    <a:pt x="573" y="271"/>
                    <a:pt x="541" y="271"/>
                  </a:cubicBezTo>
                  <a:cubicBezTo>
                    <a:pt x="525" y="271"/>
                    <a:pt x="508" y="266"/>
                    <a:pt x="491" y="254"/>
                  </a:cubicBezTo>
                  <a:cubicBezTo>
                    <a:pt x="477" y="243"/>
                    <a:pt x="480" y="189"/>
                    <a:pt x="493" y="163"/>
                  </a:cubicBezTo>
                  <a:cubicBezTo>
                    <a:pt x="517" y="113"/>
                    <a:pt x="666" y="121"/>
                    <a:pt x="579" y="27"/>
                  </a:cubicBezTo>
                  <a:cubicBezTo>
                    <a:pt x="561" y="8"/>
                    <a:pt x="546" y="0"/>
                    <a:pt x="533" y="0"/>
                  </a:cubicBezTo>
                  <a:close/>
                </a:path>
              </a:pathLst>
            </a:custGeom>
            <a:solidFill>
              <a:srgbClr val="F088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7241600" y="1372250"/>
              <a:ext cx="3525" cy="2925"/>
            </a:xfrm>
            <a:custGeom>
              <a:avLst/>
              <a:gdLst/>
              <a:ahLst/>
              <a:cxnLst/>
              <a:rect l="l" t="t" r="r" b="b"/>
              <a:pathLst>
                <a:path w="141" h="117" extrusionOk="0">
                  <a:moveTo>
                    <a:pt x="59" y="1"/>
                  </a:moveTo>
                  <a:cubicBezTo>
                    <a:pt x="54" y="1"/>
                    <a:pt x="48" y="5"/>
                    <a:pt x="39" y="16"/>
                  </a:cubicBezTo>
                  <a:cubicBezTo>
                    <a:pt x="18" y="41"/>
                    <a:pt x="0" y="74"/>
                    <a:pt x="31" y="101"/>
                  </a:cubicBezTo>
                  <a:cubicBezTo>
                    <a:pt x="41" y="110"/>
                    <a:pt x="62" y="117"/>
                    <a:pt x="79" y="117"/>
                  </a:cubicBezTo>
                  <a:cubicBezTo>
                    <a:pt x="86" y="117"/>
                    <a:pt x="92" y="116"/>
                    <a:pt x="97" y="113"/>
                  </a:cubicBezTo>
                  <a:cubicBezTo>
                    <a:pt x="141" y="87"/>
                    <a:pt x="99" y="60"/>
                    <a:pt x="87" y="33"/>
                  </a:cubicBezTo>
                  <a:cubicBezTo>
                    <a:pt x="86" y="33"/>
                    <a:pt x="86" y="33"/>
                    <a:pt x="86" y="33"/>
                  </a:cubicBezTo>
                  <a:cubicBezTo>
                    <a:pt x="73" y="33"/>
                    <a:pt x="72" y="1"/>
                    <a:pt x="59" y="1"/>
                  </a:cubicBezTo>
                  <a:close/>
                </a:path>
              </a:pathLst>
            </a:custGeom>
            <a:solidFill>
              <a:srgbClr val="F29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7307225" y="1169175"/>
              <a:ext cx="13200" cy="14875"/>
            </a:xfrm>
            <a:custGeom>
              <a:avLst/>
              <a:gdLst/>
              <a:ahLst/>
              <a:cxnLst/>
              <a:rect l="l" t="t" r="r" b="b"/>
              <a:pathLst>
                <a:path w="528" h="595" extrusionOk="0">
                  <a:moveTo>
                    <a:pt x="255" y="0"/>
                  </a:moveTo>
                  <a:cubicBezTo>
                    <a:pt x="226" y="0"/>
                    <a:pt x="200" y="16"/>
                    <a:pt x="176" y="36"/>
                  </a:cubicBezTo>
                  <a:cubicBezTo>
                    <a:pt x="290" y="166"/>
                    <a:pt x="273" y="270"/>
                    <a:pt x="121" y="361"/>
                  </a:cubicBezTo>
                  <a:cubicBezTo>
                    <a:pt x="14" y="425"/>
                    <a:pt x="0" y="541"/>
                    <a:pt x="110" y="586"/>
                  </a:cubicBezTo>
                  <a:cubicBezTo>
                    <a:pt x="124" y="592"/>
                    <a:pt x="138" y="594"/>
                    <a:pt x="152" y="594"/>
                  </a:cubicBezTo>
                  <a:cubicBezTo>
                    <a:pt x="240" y="594"/>
                    <a:pt x="324" y="489"/>
                    <a:pt x="436" y="489"/>
                  </a:cubicBezTo>
                  <a:cubicBezTo>
                    <a:pt x="441" y="489"/>
                    <a:pt x="446" y="489"/>
                    <a:pt x="452" y="489"/>
                  </a:cubicBezTo>
                  <a:cubicBezTo>
                    <a:pt x="454" y="490"/>
                    <a:pt x="456" y="490"/>
                    <a:pt x="457" y="490"/>
                  </a:cubicBezTo>
                  <a:cubicBezTo>
                    <a:pt x="527" y="490"/>
                    <a:pt x="514" y="366"/>
                    <a:pt x="498" y="314"/>
                  </a:cubicBezTo>
                  <a:cubicBezTo>
                    <a:pt x="462" y="194"/>
                    <a:pt x="433" y="58"/>
                    <a:pt x="289" y="7"/>
                  </a:cubicBezTo>
                  <a:cubicBezTo>
                    <a:pt x="277" y="2"/>
                    <a:pt x="266" y="0"/>
                    <a:pt x="255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7367225" y="1144675"/>
              <a:ext cx="13325" cy="13150"/>
            </a:xfrm>
            <a:custGeom>
              <a:avLst/>
              <a:gdLst/>
              <a:ahLst/>
              <a:cxnLst/>
              <a:rect l="l" t="t" r="r" b="b"/>
              <a:pathLst>
                <a:path w="533" h="526" extrusionOk="0">
                  <a:moveTo>
                    <a:pt x="86" y="1"/>
                  </a:moveTo>
                  <a:lnTo>
                    <a:pt x="86" y="1"/>
                  </a:lnTo>
                  <a:cubicBezTo>
                    <a:pt x="250" y="108"/>
                    <a:pt x="1" y="230"/>
                    <a:pt x="97" y="338"/>
                  </a:cubicBezTo>
                  <a:cubicBezTo>
                    <a:pt x="122" y="366"/>
                    <a:pt x="149" y="387"/>
                    <a:pt x="185" y="387"/>
                  </a:cubicBezTo>
                  <a:cubicBezTo>
                    <a:pt x="191" y="387"/>
                    <a:pt x="198" y="386"/>
                    <a:pt x="205" y="385"/>
                  </a:cubicBezTo>
                  <a:cubicBezTo>
                    <a:pt x="254" y="406"/>
                    <a:pt x="283" y="449"/>
                    <a:pt x="319" y="485"/>
                  </a:cubicBezTo>
                  <a:cubicBezTo>
                    <a:pt x="347" y="511"/>
                    <a:pt x="379" y="526"/>
                    <a:pt x="411" y="526"/>
                  </a:cubicBezTo>
                  <a:cubicBezTo>
                    <a:pt x="427" y="526"/>
                    <a:pt x="444" y="521"/>
                    <a:pt x="460" y="512"/>
                  </a:cubicBezTo>
                  <a:cubicBezTo>
                    <a:pt x="533" y="469"/>
                    <a:pt x="489" y="410"/>
                    <a:pt x="461" y="359"/>
                  </a:cubicBezTo>
                  <a:cubicBezTo>
                    <a:pt x="444" y="328"/>
                    <a:pt x="437" y="296"/>
                    <a:pt x="432" y="262"/>
                  </a:cubicBezTo>
                  <a:cubicBezTo>
                    <a:pt x="385" y="232"/>
                    <a:pt x="335" y="203"/>
                    <a:pt x="336" y="135"/>
                  </a:cubicBezTo>
                  <a:cubicBezTo>
                    <a:pt x="303" y="61"/>
                    <a:pt x="222" y="50"/>
                    <a:pt x="166" y="6"/>
                  </a:cubicBezTo>
                  <a:cubicBezTo>
                    <a:pt x="139" y="5"/>
                    <a:pt x="112" y="3"/>
                    <a:pt x="86" y="1"/>
                  </a:cubicBezTo>
                  <a:close/>
                </a:path>
              </a:pathLst>
            </a:custGeom>
            <a:solidFill>
              <a:srgbClr val="F29D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7322425" y="1158250"/>
              <a:ext cx="7700" cy="5350"/>
            </a:xfrm>
            <a:custGeom>
              <a:avLst/>
              <a:gdLst/>
              <a:ahLst/>
              <a:cxnLst/>
              <a:rect l="l" t="t" r="r" b="b"/>
              <a:pathLst>
                <a:path w="308" h="214" extrusionOk="0">
                  <a:moveTo>
                    <a:pt x="200" y="0"/>
                  </a:moveTo>
                  <a:cubicBezTo>
                    <a:pt x="127" y="50"/>
                    <a:pt x="20" y="58"/>
                    <a:pt x="1" y="171"/>
                  </a:cubicBezTo>
                  <a:cubicBezTo>
                    <a:pt x="31" y="202"/>
                    <a:pt x="61" y="213"/>
                    <a:pt x="89" y="213"/>
                  </a:cubicBezTo>
                  <a:cubicBezTo>
                    <a:pt x="142" y="213"/>
                    <a:pt x="191" y="174"/>
                    <a:pt x="232" y="148"/>
                  </a:cubicBezTo>
                  <a:cubicBezTo>
                    <a:pt x="307" y="100"/>
                    <a:pt x="229" y="47"/>
                    <a:pt x="200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7372350" y="1151225"/>
              <a:ext cx="9675" cy="8900"/>
            </a:xfrm>
            <a:custGeom>
              <a:avLst/>
              <a:gdLst/>
              <a:ahLst/>
              <a:cxnLst/>
              <a:rect l="l" t="t" r="r" b="b"/>
              <a:pathLst>
                <a:path w="387" h="356" extrusionOk="0">
                  <a:moveTo>
                    <a:pt x="227" y="0"/>
                  </a:moveTo>
                  <a:cubicBezTo>
                    <a:pt x="127" y="71"/>
                    <a:pt x="278" y="147"/>
                    <a:pt x="232" y="217"/>
                  </a:cubicBezTo>
                  <a:cubicBezTo>
                    <a:pt x="223" y="219"/>
                    <a:pt x="216" y="220"/>
                    <a:pt x="208" y="220"/>
                  </a:cubicBezTo>
                  <a:cubicBezTo>
                    <a:pt x="128" y="220"/>
                    <a:pt x="95" y="121"/>
                    <a:pt x="21" y="121"/>
                  </a:cubicBezTo>
                  <a:cubicBezTo>
                    <a:pt x="14" y="121"/>
                    <a:pt x="8" y="121"/>
                    <a:pt x="0" y="123"/>
                  </a:cubicBezTo>
                  <a:cubicBezTo>
                    <a:pt x="45" y="200"/>
                    <a:pt x="88" y="278"/>
                    <a:pt x="132" y="355"/>
                  </a:cubicBezTo>
                  <a:cubicBezTo>
                    <a:pt x="166" y="326"/>
                    <a:pt x="201" y="312"/>
                    <a:pt x="239" y="312"/>
                  </a:cubicBezTo>
                  <a:cubicBezTo>
                    <a:pt x="265" y="312"/>
                    <a:pt x="292" y="319"/>
                    <a:pt x="320" y="333"/>
                  </a:cubicBezTo>
                  <a:cubicBezTo>
                    <a:pt x="387" y="286"/>
                    <a:pt x="350" y="210"/>
                    <a:pt x="371" y="151"/>
                  </a:cubicBezTo>
                  <a:cubicBezTo>
                    <a:pt x="379" y="128"/>
                    <a:pt x="371" y="114"/>
                    <a:pt x="349" y="106"/>
                  </a:cubicBezTo>
                  <a:cubicBezTo>
                    <a:pt x="308" y="71"/>
                    <a:pt x="268" y="36"/>
                    <a:pt x="227" y="0"/>
                  </a:cubicBezTo>
                  <a:close/>
                </a:path>
              </a:pathLst>
            </a:custGeom>
            <a:solidFill>
              <a:srgbClr val="F08A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7310025" y="1277900"/>
              <a:ext cx="27025" cy="50225"/>
            </a:xfrm>
            <a:custGeom>
              <a:avLst/>
              <a:gdLst/>
              <a:ahLst/>
              <a:cxnLst/>
              <a:rect l="l" t="t" r="r" b="b"/>
              <a:pathLst>
                <a:path w="1081" h="2009" extrusionOk="0">
                  <a:moveTo>
                    <a:pt x="878" y="0"/>
                  </a:moveTo>
                  <a:cubicBezTo>
                    <a:pt x="870" y="0"/>
                    <a:pt x="862" y="2"/>
                    <a:pt x="852" y="4"/>
                  </a:cubicBezTo>
                  <a:cubicBezTo>
                    <a:pt x="771" y="22"/>
                    <a:pt x="689" y="70"/>
                    <a:pt x="631" y="129"/>
                  </a:cubicBezTo>
                  <a:cubicBezTo>
                    <a:pt x="591" y="168"/>
                    <a:pt x="631" y="232"/>
                    <a:pt x="672" y="232"/>
                  </a:cubicBezTo>
                  <a:cubicBezTo>
                    <a:pt x="678" y="232"/>
                    <a:pt x="685" y="231"/>
                    <a:pt x="691" y="227"/>
                  </a:cubicBezTo>
                  <a:cubicBezTo>
                    <a:pt x="744" y="200"/>
                    <a:pt x="779" y="189"/>
                    <a:pt x="800" y="189"/>
                  </a:cubicBezTo>
                  <a:cubicBezTo>
                    <a:pt x="873" y="189"/>
                    <a:pt x="794" y="315"/>
                    <a:pt x="798" y="355"/>
                  </a:cubicBezTo>
                  <a:cubicBezTo>
                    <a:pt x="832" y="698"/>
                    <a:pt x="646" y="989"/>
                    <a:pt x="562" y="1303"/>
                  </a:cubicBezTo>
                  <a:cubicBezTo>
                    <a:pt x="536" y="1403"/>
                    <a:pt x="433" y="1474"/>
                    <a:pt x="356" y="1553"/>
                  </a:cubicBezTo>
                  <a:cubicBezTo>
                    <a:pt x="230" y="1684"/>
                    <a:pt x="0" y="1762"/>
                    <a:pt x="22" y="2008"/>
                  </a:cubicBezTo>
                  <a:cubicBezTo>
                    <a:pt x="225" y="2002"/>
                    <a:pt x="222" y="1757"/>
                    <a:pt x="381" y="1700"/>
                  </a:cubicBezTo>
                  <a:cubicBezTo>
                    <a:pt x="456" y="1489"/>
                    <a:pt x="732" y="1419"/>
                    <a:pt x="756" y="1171"/>
                  </a:cubicBezTo>
                  <a:cubicBezTo>
                    <a:pt x="732" y="993"/>
                    <a:pt x="849" y="862"/>
                    <a:pt x="905" y="709"/>
                  </a:cubicBezTo>
                  <a:cubicBezTo>
                    <a:pt x="974" y="525"/>
                    <a:pt x="1080" y="348"/>
                    <a:pt x="961" y="147"/>
                  </a:cubicBezTo>
                  <a:cubicBezTo>
                    <a:pt x="932" y="99"/>
                    <a:pt x="951" y="0"/>
                    <a:pt x="878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7336650" y="1283075"/>
              <a:ext cx="4850" cy="10900"/>
            </a:xfrm>
            <a:custGeom>
              <a:avLst/>
              <a:gdLst/>
              <a:ahLst/>
              <a:cxnLst/>
              <a:rect l="l" t="t" r="r" b="b"/>
              <a:pathLst>
                <a:path w="194" h="436" extrusionOk="0">
                  <a:moveTo>
                    <a:pt x="111" y="0"/>
                  </a:moveTo>
                  <a:cubicBezTo>
                    <a:pt x="110" y="0"/>
                    <a:pt x="108" y="0"/>
                    <a:pt x="107" y="0"/>
                  </a:cubicBezTo>
                  <a:cubicBezTo>
                    <a:pt x="1" y="3"/>
                    <a:pt x="32" y="71"/>
                    <a:pt x="62" y="127"/>
                  </a:cubicBezTo>
                  <a:cubicBezTo>
                    <a:pt x="115" y="230"/>
                    <a:pt x="36" y="334"/>
                    <a:pt x="67" y="435"/>
                  </a:cubicBezTo>
                  <a:cubicBezTo>
                    <a:pt x="130" y="392"/>
                    <a:pt x="166" y="329"/>
                    <a:pt x="192" y="259"/>
                  </a:cubicBezTo>
                  <a:cubicBezTo>
                    <a:pt x="159" y="215"/>
                    <a:pt x="142" y="169"/>
                    <a:pt x="155" y="112"/>
                  </a:cubicBezTo>
                  <a:cubicBezTo>
                    <a:pt x="165" y="65"/>
                    <a:pt x="193" y="0"/>
                    <a:pt x="111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7145325" y="1123175"/>
              <a:ext cx="47550" cy="41200"/>
            </a:xfrm>
            <a:custGeom>
              <a:avLst/>
              <a:gdLst/>
              <a:ahLst/>
              <a:cxnLst/>
              <a:rect l="l" t="t" r="r" b="b"/>
              <a:pathLst>
                <a:path w="1902" h="1648" extrusionOk="0">
                  <a:moveTo>
                    <a:pt x="1353" y="822"/>
                  </a:moveTo>
                  <a:cubicBezTo>
                    <a:pt x="1365" y="822"/>
                    <a:pt x="1379" y="827"/>
                    <a:pt x="1398" y="836"/>
                  </a:cubicBezTo>
                  <a:lnTo>
                    <a:pt x="1398" y="836"/>
                  </a:lnTo>
                  <a:cubicBezTo>
                    <a:pt x="1383" y="837"/>
                    <a:pt x="1369" y="843"/>
                    <a:pt x="1354" y="843"/>
                  </a:cubicBezTo>
                  <a:cubicBezTo>
                    <a:pt x="1350" y="843"/>
                    <a:pt x="1345" y="843"/>
                    <a:pt x="1340" y="841"/>
                  </a:cubicBezTo>
                  <a:cubicBezTo>
                    <a:pt x="1334" y="838"/>
                    <a:pt x="1335" y="826"/>
                    <a:pt x="1342" y="823"/>
                  </a:cubicBezTo>
                  <a:cubicBezTo>
                    <a:pt x="1346" y="823"/>
                    <a:pt x="1349" y="822"/>
                    <a:pt x="1353" y="822"/>
                  </a:cubicBezTo>
                  <a:close/>
                  <a:moveTo>
                    <a:pt x="1100" y="1"/>
                  </a:moveTo>
                  <a:cubicBezTo>
                    <a:pt x="1070" y="1"/>
                    <a:pt x="1039" y="10"/>
                    <a:pt x="1007" y="32"/>
                  </a:cubicBezTo>
                  <a:cubicBezTo>
                    <a:pt x="841" y="147"/>
                    <a:pt x="629" y="171"/>
                    <a:pt x="485" y="320"/>
                  </a:cubicBezTo>
                  <a:cubicBezTo>
                    <a:pt x="487" y="406"/>
                    <a:pt x="450" y="476"/>
                    <a:pt x="393" y="536"/>
                  </a:cubicBezTo>
                  <a:cubicBezTo>
                    <a:pt x="389" y="585"/>
                    <a:pt x="385" y="634"/>
                    <a:pt x="381" y="684"/>
                  </a:cubicBezTo>
                  <a:cubicBezTo>
                    <a:pt x="384" y="700"/>
                    <a:pt x="395" y="725"/>
                    <a:pt x="389" y="734"/>
                  </a:cubicBezTo>
                  <a:cubicBezTo>
                    <a:pt x="201" y="957"/>
                    <a:pt x="292" y="1315"/>
                    <a:pt x="21" y="1501"/>
                  </a:cubicBezTo>
                  <a:cubicBezTo>
                    <a:pt x="0" y="1515"/>
                    <a:pt x="13" y="1580"/>
                    <a:pt x="11" y="1622"/>
                  </a:cubicBezTo>
                  <a:cubicBezTo>
                    <a:pt x="72" y="1580"/>
                    <a:pt x="187" y="1609"/>
                    <a:pt x="190" y="1483"/>
                  </a:cubicBezTo>
                  <a:cubicBezTo>
                    <a:pt x="190" y="1476"/>
                    <a:pt x="234" y="1384"/>
                    <a:pt x="279" y="1384"/>
                  </a:cubicBezTo>
                  <a:cubicBezTo>
                    <a:pt x="303" y="1384"/>
                    <a:pt x="327" y="1409"/>
                    <a:pt x="345" y="1483"/>
                  </a:cubicBezTo>
                  <a:cubicBezTo>
                    <a:pt x="354" y="1519"/>
                    <a:pt x="380" y="1540"/>
                    <a:pt x="404" y="1540"/>
                  </a:cubicBezTo>
                  <a:cubicBezTo>
                    <a:pt x="417" y="1540"/>
                    <a:pt x="429" y="1534"/>
                    <a:pt x="438" y="1519"/>
                  </a:cubicBezTo>
                  <a:cubicBezTo>
                    <a:pt x="510" y="1407"/>
                    <a:pt x="626" y="1453"/>
                    <a:pt x="719" y="1424"/>
                  </a:cubicBezTo>
                  <a:cubicBezTo>
                    <a:pt x="842" y="1385"/>
                    <a:pt x="884" y="1255"/>
                    <a:pt x="1002" y="1201"/>
                  </a:cubicBezTo>
                  <a:cubicBezTo>
                    <a:pt x="1057" y="1175"/>
                    <a:pt x="933" y="1113"/>
                    <a:pt x="896" y="1062"/>
                  </a:cubicBezTo>
                  <a:cubicBezTo>
                    <a:pt x="858" y="1007"/>
                    <a:pt x="880" y="945"/>
                    <a:pt x="909" y="889"/>
                  </a:cubicBezTo>
                  <a:cubicBezTo>
                    <a:pt x="922" y="863"/>
                    <a:pt x="941" y="844"/>
                    <a:pt x="964" y="844"/>
                  </a:cubicBezTo>
                  <a:cubicBezTo>
                    <a:pt x="973" y="844"/>
                    <a:pt x="982" y="847"/>
                    <a:pt x="992" y="852"/>
                  </a:cubicBezTo>
                  <a:cubicBezTo>
                    <a:pt x="1045" y="881"/>
                    <a:pt x="1047" y="936"/>
                    <a:pt x="1047" y="989"/>
                  </a:cubicBezTo>
                  <a:cubicBezTo>
                    <a:pt x="1048" y="1117"/>
                    <a:pt x="1097" y="1165"/>
                    <a:pt x="1238" y="1165"/>
                  </a:cubicBezTo>
                  <a:cubicBezTo>
                    <a:pt x="1382" y="1165"/>
                    <a:pt x="1458" y="1258"/>
                    <a:pt x="1361" y="1409"/>
                  </a:cubicBezTo>
                  <a:cubicBezTo>
                    <a:pt x="1307" y="1492"/>
                    <a:pt x="1331" y="1561"/>
                    <a:pt x="1380" y="1648"/>
                  </a:cubicBezTo>
                  <a:cubicBezTo>
                    <a:pt x="1546" y="1324"/>
                    <a:pt x="1549" y="1181"/>
                    <a:pt x="1399" y="837"/>
                  </a:cubicBezTo>
                  <a:lnTo>
                    <a:pt x="1399" y="837"/>
                  </a:lnTo>
                  <a:cubicBezTo>
                    <a:pt x="1401" y="839"/>
                    <a:pt x="1404" y="839"/>
                    <a:pt x="1405" y="839"/>
                  </a:cubicBezTo>
                  <a:cubicBezTo>
                    <a:pt x="1407" y="839"/>
                    <a:pt x="1409" y="839"/>
                    <a:pt x="1410" y="837"/>
                  </a:cubicBezTo>
                  <a:lnTo>
                    <a:pt x="1410" y="837"/>
                  </a:lnTo>
                  <a:cubicBezTo>
                    <a:pt x="1410" y="837"/>
                    <a:pt x="1411" y="838"/>
                    <a:pt x="1411" y="838"/>
                  </a:cubicBezTo>
                  <a:cubicBezTo>
                    <a:pt x="1411" y="837"/>
                    <a:pt x="1411" y="836"/>
                    <a:pt x="1411" y="835"/>
                  </a:cubicBezTo>
                  <a:lnTo>
                    <a:pt x="1411" y="835"/>
                  </a:lnTo>
                  <a:cubicBezTo>
                    <a:pt x="1411" y="836"/>
                    <a:pt x="1410" y="837"/>
                    <a:pt x="1410" y="837"/>
                  </a:cubicBezTo>
                  <a:lnTo>
                    <a:pt x="1410" y="837"/>
                  </a:lnTo>
                  <a:cubicBezTo>
                    <a:pt x="1407" y="837"/>
                    <a:pt x="1404" y="836"/>
                    <a:pt x="1401" y="836"/>
                  </a:cubicBezTo>
                  <a:lnTo>
                    <a:pt x="1401" y="836"/>
                  </a:lnTo>
                  <a:cubicBezTo>
                    <a:pt x="1405" y="836"/>
                    <a:pt x="1408" y="835"/>
                    <a:pt x="1411" y="835"/>
                  </a:cubicBezTo>
                  <a:lnTo>
                    <a:pt x="1411" y="835"/>
                  </a:lnTo>
                  <a:cubicBezTo>
                    <a:pt x="1411" y="835"/>
                    <a:pt x="1411" y="835"/>
                    <a:pt x="1411" y="835"/>
                  </a:cubicBezTo>
                  <a:lnTo>
                    <a:pt x="1411" y="835"/>
                  </a:lnTo>
                  <a:cubicBezTo>
                    <a:pt x="1411" y="835"/>
                    <a:pt x="1412" y="835"/>
                    <a:pt x="1412" y="834"/>
                  </a:cubicBezTo>
                  <a:lnTo>
                    <a:pt x="1412" y="834"/>
                  </a:lnTo>
                  <a:cubicBezTo>
                    <a:pt x="1483" y="821"/>
                    <a:pt x="1533" y="780"/>
                    <a:pt x="1541" y="724"/>
                  </a:cubicBezTo>
                  <a:cubicBezTo>
                    <a:pt x="1561" y="572"/>
                    <a:pt x="1592" y="518"/>
                    <a:pt x="1629" y="518"/>
                  </a:cubicBezTo>
                  <a:cubicBezTo>
                    <a:pt x="1677" y="518"/>
                    <a:pt x="1735" y="604"/>
                    <a:pt x="1796" y="688"/>
                  </a:cubicBezTo>
                  <a:cubicBezTo>
                    <a:pt x="1821" y="721"/>
                    <a:pt x="1866" y="739"/>
                    <a:pt x="1901" y="764"/>
                  </a:cubicBezTo>
                  <a:cubicBezTo>
                    <a:pt x="1839" y="465"/>
                    <a:pt x="1664" y="245"/>
                    <a:pt x="1387" y="139"/>
                  </a:cubicBezTo>
                  <a:cubicBezTo>
                    <a:pt x="1294" y="103"/>
                    <a:pt x="1202" y="1"/>
                    <a:pt x="1100" y="1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7195200" y="1255750"/>
              <a:ext cx="56925" cy="88350"/>
            </a:xfrm>
            <a:custGeom>
              <a:avLst/>
              <a:gdLst/>
              <a:ahLst/>
              <a:cxnLst/>
              <a:rect l="l" t="t" r="r" b="b"/>
              <a:pathLst>
                <a:path w="2277" h="3534" extrusionOk="0">
                  <a:moveTo>
                    <a:pt x="2092" y="1"/>
                  </a:moveTo>
                  <a:cubicBezTo>
                    <a:pt x="2036" y="1"/>
                    <a:pt x="2024" y="110"/>
                    <a:pt x="1964" y="122"/>
                  </a:cubicBezTo>
                  <a:cubicBezTo>
                    <a:pt x="1970" y="191"/>
                    <a:pt x="1925" y="253"/>
                    <a:pt x="1876" y="253"/>
                  </a:cubicBezTo>
                  <a:cubicBezTo>
                    <a:pt x="1873" y="253"/>
                    <a:pt x="1871" y="253"/>
                    <a:pt x="1868" y="252"/>
                  </a:cubicBezTo>
                  <a:cubicBezTo>
                    <a:pt x="1846" y="249"/>
                    <a:pt x="1826" y="248"/>
                    <a:pt x="1809" y="248"/>
                  </a:cubicBezTo>
                  <a:cubicBezTo>
                    <a:pt x="1645" y="248"/>
                    <a:pt x="1737" y="385"/>
                    <a:pt x="1757" y="477"/>
                  </a:cubicBezTo>
                  <a:cubicBezTo>
                    <a:pt x="1718" y="484"/>
                    <a:pt x="1681" y="488"/>
                    <a:pt x="1646" y="488"/>
                  </a:cubicBezTo>
                  <a:cubicBezTo>
                    <a:pt x="1556" y="488"/>
                    <a:pt x="1481" y="460"/>
                    <a:pt x="1422" y="379"/>
                  </a:cubicBezTo>
                  <a:cubicBezTo>
                    <a:pt x="1189" y="296"/>
                    <a:pt x="1410" y="163"/>
                    <a:pt x="1396" y="58"/>
                  </a:cubicBezTo>
                  <a:cubicBezTo>
                    <a:pt x="1370" y="48"/>
                    <a:pt x="1347" y="44"/>
                    <a:pt x="1327" y="44"/>
                  </a:cubicBezTo>
                  <a:cubicBezTo>
                    <a:pt x="1206" y="44"/>
                    <a:pt x="1185" y="194"/>
                    <a:pt x="1099" y="241"/>
                  </a:cubicBezTo>
                  <a:cubicBezTo>
                    <a:pt x="1050" y="371"/>
                    <a:pt x="1171" y="755"/>
                    <a:pt x="1297" y="862"/>
                  </a:cubicBezTo>
                  <a:cubicBezTo>
                    <a:pt x="1196" y="895"/>
                    <a:pt x="1022" y="908"/>
                    <a:pt x="1092" y="1055"/>
                  </a:cubicBezTo>
                  <a:cubicBezTo>
                    <a:pt x="1157" y="1193"/>
                    <a:pt x="1110" y="1244"/>
                    <a:pt x="1051" y="1281"/>
                  </a:cubicBezTo>
                  <a:lnTo>
                    <a:pt x="1051" y="1281"/>
                  </a:lnTo>
                  <a:cubicBezTo>
                    <a:pt x="1083" y="1237"/>
                    <a:pt x="1077" y="1168"/>
                    <a:pt x="1055" y="1092"/>
                  </a:cubicBezTo>
                  <a:cubicBezTo>
                    <a:pt x="1031" y="1012"/>
                    <a:pt x="1002" y="935"/>
                    <a:pt x="916" y="935"/>
                  </a:cubicBezTo>
                  <a:cubicBezTo>
                    <a:pt x="899" y="935"/>
                    <a:pt x="881" y="938"/>
                    <a:pt x="859" y="944"/>
                  </a:cubicBezTo>
                  <a:cubicBezTo>
                    <a:pt x="843" y="949"/>
                    <a:pt x="829" y="951"/>
                    <a:pt x="815" y="951"/>
                  </a:cubicBezTo>
                  <a:cubicBezTo>
                    <a:pt x="758" y="951"/>
                    <a:pt x="722" y="911"/>
                    <a:pt x="691" y="859"/>
                  </a:cubicBezTo>
                  <a:cubicBezTo>
                    <a:pt x="604" y="820"/>
                    <a:pt x="530" y="800"/>
                    <a:pt x="470" y="800"/>
                  </a:cubicBezTo>
                  <a:cubicBezTo>
                    <a:pt x="323" y="800"/>
                    <a:pt x="255" y="917"/>
                    <a:pt x="278" y="1162"/>
                  </a:cubicBezTo>
                  <a:cubicBezTo>
                    <a:pt x="300" y="1387"/>
                    <a:pt x="198" y="1606"/>
                    <a:pt x="281" y="1828"/>
                  </a:cubicBezTo>
                  <a:cubicBezTo>
                    <a:pt x="311" y="1909"/>
                    <a:pt x="254" y="1977"/>
                    <a:pt x="189" y="2028"/>
                  </a:cubicBezTo>
                  <a:cubicBezTo>
                    <a:pt x="134" y="2068"/>
                    <a:pt x="61" y="2094"/>
                    <a:pt x="57" y="2177"/>
                  </a:cubicBezTo>
                  <a:cubicBezTo>
                    <a:pt x="63" y="2201"/>
                    <a:pt x="77" y="2221"/>
                    <a:pt x="98" y="2236"/>
                  </a:cubicBezTo>
                  <a:cubicBezTo>
                    <a:pt x="119" y="2252"/>
                    <a:pt x="140" y="2258"/>
                    <a:pt x="163" y="2258"/>
                  </a:cubicBezTo>
                  <a:cubicBezTo>
                    <a:pt x="208" y="2258"/>
                    <a:pt x="260" y="2235"/>
                    <a:pt x="324" y="2222"/>
                  </a:cubicBezTo>
                  <a:lnTo>
                    <a:pt x="324" y="2222"/>
                  </a:lnTo>
                  <a:cubicBezTo>
                    <a:pt x="245" y="2305"/>
                    <a:pt x="164" y="2295"/>
                    <a:pt x="110" y="2336"/>
                  </a:cubicBezTo>
                  <a:cubicBezTo>
                    <a:pt x="68" y="2365"/>
                    <a:pt x="36" y="2399"/>
                    <a:pt x="18" y="2447"/>
                  </a:cubicBezTo>
                  <a:cubicBezTo>
                    <a:pt x="4" y="2518"/>
                    <a:pt x="0" y="2621"/>
                    <a:pt x="47" y="2642"/>
                  </a:cubicBezTo>
                  <a:cubicBezTo>
                    <a:pt x="205" y="2713"/>
                    <a:pt x="56" y="2793"/>
                    <a:pt x="70" y="2864"/>
                  </a:cubicBezTo>
                  <a:cubicBezTo>
                    <a:pt x="124" y="3026"/>
                    <a:pt x="227" y="3171"/>
                    <a:pt x="207" y="3358"/>
                  </a:cubicBezTo>
                  <a:cubicBezTo>
                    <a:pt x="196" y="3469"/>
                    <a:pt x="289" y="3534"/>
                    <a:pt x="391" y="3534"/>
                  </a:cubicBezTo>
                  <a:cubicBezTo>
                    <a:pt x="392" y="3534"/>
                    <a:pt x="392" y="3534"/>
                    <a:pt x="393" y="3534"/>
                  </a:cubicBezTo>
                  <a:cubicBezTo>
                    <a:pt x="498" y="3533"/>
                    <a:pt x="533" y="3448"/>
                    <a:pt x="528" y="3350"/>
                  </a:cubicBezTo>
                  <a:cubicBezTo>
                    <a:pt x="525" y="3270"/>
                    <a:pt x="522" y="3186"/>
                    <a:pt x="575" y="3125"/>
                  </a:cubicBezTo>
                  <a:cubicBezTo>
                    <a:pt x="718" y="2963"/>
                    <a:pt x="730" y="2750"/>
                    <a:pt x="807" y="2563"/>
                  </a:cubicBezTo>
                  <a:cubicBezTo>
                    <a:pt x="809" y="2538"/>
                    <a:pt x="812" y="2513"/>
                    <a:pt x="814" y="2489"/>
                  </a:cubicBezTo>
                  <a:cubicBezTo>
                    <a:pt x="839" y="2376"/>
                    <a:pt x="827" y="2303"/>
                    <a:pt x="743" y="2303"/>
                  </a:cubicBezTo>
                  <a:cubicBezTo>
                    <a:pt x="717" y="2303"/>
                    <a:pt x="686" y="2309"/>
                    <a:pt x="647" y="2323"/>
                  </a:cubicBezTo>
                  <a:cubicBezTo>
                    <a:pt x="650" y="2333"/>
                    <a:pt x="648" y="2336"/>
                    <a:pt x="645" y="2336"/>
                  </a:cubicBezTo>
                  <a:cubicBezTo>
                    <a:pt x="637" y="2336"/>
                    <a:pt x="620" y="2317"/>
                    <a:pt x="631" y="2316"/>
                  </a:cubicBezTo>
                  <a:cubicBezTo>
                    <a:pt x="899" y="2246"/>
                    <a:pt x="986" y="1947"/>
                    <a:pt x="1251" y="1888"/>
                  </a:cubicBezTo>
                  <a:cubicBezTo>
                    <a:pt x="1311" y="1876"/>
                    <a:pt x="1349" y="1785"/>
                    <a:pt x="1258" y="1726"/>
                  </a:cubicBezTo>
                  <a:cubicBezTo>
                    <a:pt x="1179" y="1677"/>
                    <a:pt x="1223" y="1628"/>
                    <a:pt x="1276" y="1628"/>
                  </a:cubicBezTo>
                  <a:cubicBezTo>
                    <a:pt x="1277" y="1628"/>
                    <a:pt x="1278" y="1628"/>
                    <a:pt x="1279" y="1628"/>
                  </a:cubicBezTo>
                  <a:cubicBezTo>
                    <a:pt x="1492" y="1628"/>
                    <a:pt x="1585" y="1476"/>
                    <a:pt x="1685" y="1328"/>
                  </a:cubicBezTo>
                  <a:cubicBezTo>
                    <a:pt x="1698" y="1317"/>
                    <a:pt x="1711" y="1306"/>
                    <a:pt x="1725" y="1294"/>
                  </a:cubicBezTo>
                  <a:lnTo>
                    <a:pt x="1725" y="1295"/>
                  </a:lnTo>
                  <a:cubicBezTo>
                    <a:pt x="1878" y="1277"/>
                    <a:pt x="2195" y="942"/>
                    <a:pt x="2182" y="811"/>
                  </a:cubicBezTo>
                  <a:cubicBezTo>
                    <a:pt x="2177" y="764"/>
                    <a:pt x="2152" y="735"/>
                    <a:pt x="2110" y="714"/>
                  </a:cubicBezTo>
                  <a:cubicBezTo>
                    <a:pt x="1939" y="628"/>
                    <a:pt x="2010" y="577"/>
                    <a:pt x="2134" y="519"/>
                  </a:cubicBezTo>
                  <a:cubicBezTo>
                    <a:pt x="2277" y="453"/>
                    <a:pt x="2273" y="447"/>
                    <a:pt x="2208" y="327"/>
                  </a:cubicBezTo>
                  <a:lnTo>
                    <a:pt x="2208" y="327"/>
                  </a:lnTo>
                  <a:cubicBezTo>
                    <a:pt x="2195" y="339"/>
                    <a:pt x="2182" y="350"/>
                    <a:pt x="2168" y="361"/>
                  </a:cubicBezTo>
                  <a:cubicBezTo>
                    <a:pt x="2051" y="354"/>
                    <a:pt x="2076" y="278"/>
                    <a:pt x="2110" y="217"/>
                  </a:cubicBezTo>
                  <a:cubicBezTo>
                    <a:pt x="2147" y="148"/>
                    <a:pt x="2210" y="68"/>
                    <a:pt x="2130" y="14"/>
                  </a:cubicBezTo>
                  <a:cubicBezTo>
                    <a:pt x="2115" y="5"/>
                    <a:pt x="2102" y="1"/>
                    <a:pt x="2092" y="1"/>
                  </a:cubicBezTo>
                  <a:close/>
                </a:path>
              </a:pathLst>
            </a:custGeom>
            <a:solidFill>
              <a:srgbClr val="EE7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7238300" y="1261925"/>
              <a:ext cx="29875" cy="29300"/>
            </a:xfrm>
            <a:custGeom>
              <a:avLst/>
              <a:gdLst/>
              <a:ahLst/>
              <a:cxnLst/>
              <a:rect l="l" t="t" r="r" b="b"/>
              <a:pathLst>
                <a:path w="1195" h="1172" extrusionOk="0">
                  <a:moveTo>
                    <a:pt x="649" y="0"/>
                  </a:moveTo>
                  <a:cubicBezTo>
                    <a:pt x="643" y="0"/>
                    <a:pt x="639" y="5"/>
                    <a:pt x="639" y="16"/>
                  </a:cubicBezTo>
                  <a:cubicBezTo>
                    <a:pt x="637" y="98"/>
                    <a:pt x="620" y="122"/>
                    <a:pt x="598" y="122"/>
                  </a:cubicBezTo>
                  <a:cubicBezTo>
                    <a:pt x="565" y="122"/>
                    <a:pt x="521" y="68"/>
                    <a:pt x="497" y="68"/>
                  </a:cubicBezTo>
                  <a:cubicBezTo>
                    <a:pt x="491" y="68"/>
                    <a:pt x="487" y="71"/>
                    <a:pt x="484" y="80"/>
                  </a:cubicBezTo>
                  <a:cubicBezTo>
                    <a:pt x="535" y="195"/>
                    <a:pt x="492" y="210"/>
                    <a:pt x="437" y="210"/>
                  </a:cubicBezTo>
                  <a:cubicBezTo>
                    <a:pt x="418" y="210"/>
                    <a:pt x="398" y="208"/>
                    <a:pt x="379" y="208"/>
                  </a:cubicBezTo>
                  <a:cubicBezTo>
                    <a:pt x="359" y="208"/>
                    <a:pt x="341" y="210"/>
                    <a:pt x="329" y="218"/>
                  </a:cubicBezTo>
                  <a:cubicBezTo>
                    <a:pt x="257" y="265"/>
                    <a:pt x="167" y="285"/>
                    <a:pt x="184" y="403"/>
                  </a:cubicBezTo>
                  <a:cubicBezTo>
                    <a:pt x="198" y="493"/>
                    <a:pt x="249" y="526"/>
                    <a:pt x="325" y="526"/>
                  </a:cubicBezTo>
                  <a:cubicBezTo>
                    <a:pt x="333" y="526"/>
                    <a:pt x="342" y="525"/>
                    <a:pt x="351" y="524"/>
                  </a:cubicBezTo>
                  <a:cubicBezTo>
                    <a:pt x="356" y="524"/>
                    <a:pt x="360" y="524"/>
                    <a:pt x="364" y="524"/>
                  </a:cubicBezTo>
                  <a:cubicBezTo>
                    <a:pt x="396" y="524"/>
                    <a:pt x="418" y="538"/>
                    <a:pt x="420" y="605"/>
                  </a:cubicBezTo>
                  <a:cubicBezTo>
                    <a:pt x="233" y="692"/>
                    <a:pt x="230" y="969"/>
                    <a:pt x="1" y="1047"/>
                  </a:cubicBezTo>
                  <a:lnTo>
                    <a:pt x="1" y="1048"/>
                  </a:lnTo>
                  <a:cubicBezTo>
                    <a:pt x="40" y="1142"/>
                    <a:pt x="87" y="1171"/>
                    <a:pt x="137" y="1171"/>
                  </a:cubicBezTo>
                  <a:cubicBezTo>
                    <a:pt x="222" y="1171"/>
                    <a:pt x="317" y="1086"/>
                    <a:pt x="404" y="1086"/>
                  </a:cubicBezTo>
                  <a:cubicBezTo>
                    <a:pt x="419" y="1086"/>
                    <a:pt x="433" y="1088"/>
                    <a:pt x="448" y="1094"/>
                  </a:cubicBezTo>
                  <a:cubicBezTo>
                    <a:pt x="461" y="1100"/>
                    <a:pt x="477" y="1102"/>
                    <a:pt x="495" y="1102"/>
                  </a:cubicBezTo>
                  <a:cubicBezTo>
                    <a:pt x="530" y="1102"/>
                    <a:pt x="569" y="1092"/>
                    <a:pt x="596" y="1076"/>
                  </a:cubicBezTo>
                  <a:cubicBezTo>
                    <a:pt x="659" y="1039"/>
                    <a:pt x="610" y="1001"/>
                    <a:pt x="586" y="953"/>
                  </a:cubicBezTo>
                  <a:cubicBezTo>
                    <a:pt x="509" y="798"/>
                    <a:pt x="572" y="590"/>
                    <a:pt x="698" y="590"/>
                  </a:cubicBezTo>
                  <a:cubicBezTo>
                    <a:pt x="699" y="590"/>
                    <a:pt x="699" y="590"/>
                    <a:pt x="700" y="590"/>
                  </a:cubicBezTo>
                  <a:cubicBezTo>
                    <a:pt x="881" y="590"/>
                    <a:pt x="896" y="456"/>
                    <a:pt x="991" y="387"/>
                  </a:cubicBezTo>
                  <a:cubicBezTo>
                    <a:pt x="1052" y="441"/>
                    <a:pt x="1091" y="524"/>
                    <a:pt x="1195" y="529"/>
                  </a:cubicBezTo>
                  <a:cubicBezTo>
                    <a:pt x="1171" y="314"/>
                    <a:pt x="967" y="290"/>
                    <a:pt x="848" y="182"/>
                  </a:cubicBezTo>
                  <a:cubicBezTo>
                    <a:pt x="782" y="136"/>
                    <a:pt x="681" y="0"/>
                    <a:pt x="649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7260625" y="1245225"/>
              <a:ext cx="19425" cy="22475"/>
            </a:xfrm>
            <a:custGeom>
              <a:avLst/>
              <a:gdLst/>
              <a:ahLst/>
              <a:cxnLst/>
              <a:rect l="l" t="t" r="r" b="b"/>
              <a:pathLst>
                <a:path w="777" h="899" extrusionOk="0">
                  <a:moveTo>
                    <a:pt x="675" y="0"/>
                  </a:moveTo>
                  <a:cubicBezTo>
                    <a:pt x="649" y="0"/>
                    <a:pt x="625" y="11"/>
                    <a:pt x="604" y="29"/>
                  </a:cubicBezTo>
                  <a:cubicBezTo>
                    <a:pt x="553" y="76"/>
                    <a:pt x="532" y="157"/>
                    <a:pt x="447" y="157"/>
                  </a:cubicBezTo>
                  <a:cubicBezTo>
                    <a:pt x="435" y="157"/>
                    <a:pt x="420" y="155"/>
                    <a:pt x="405" y="151"/>
                  </a:cubicBezTo>
                  <a:cubicBezTo>
                    <a:pt x="377" y="144"/>
                    <a:pt x="355" y="141"/>
                    <a:pt x="337" y="141"/>
                  </a:cubicBezTo>
                  <a:cubicBezTo>
                    <a:pt x="249" y="141"/>
                    <a:pt x="273" y="219"/>
                    <a:pt x="297" y="312"/>
                  </a:cubicBezTo>
                  <a:cubicBezTo>
                    <a:pt x="314" y="376"/>
                    <a:pt x="412" y="401"/>
                    <a:pt x="367" y="497"/>
                  </a:cubicBezTo>
                  <a:cubicBezTo>
                    <a:pt x="206" y="512"/>
                    <a:pt x="11" y="494"/>
                    <a:pt x="1" y="742"/>
                  </a:cubicBezTo>
                  <a:cubicBezTo>
                    <a:pt x="44" y="791"/>
                    <a:pt x="81" y="809"/>
                    <a:pt x="115" y="809"/>
                  </a:cubicBezTo>
                  <a:cubicBezTo>
                    <a:pt x="214" y="809"/>
                    <a:pt x="284" y="658"/>
                    <a:pt x="389" y="658"/>
                  </a:cubicBezTo>
                  <a:cubicBezTo>
                    <a:pt x="407" y="658"/>
                    <a:pt x="426" y="662"/>
                    <a:pt x="446" y="672"/>
                  </a:cubicBezTo>
                  <a:cubicBezTo>
                    <a:pt x="441" y="736"/>
                    <a:pt x="336" y="815"/>
                    <a:pt x="430" y="886"/>
                  </a:cubicBezTo>
                  <a:cubicBezTo>
                    <a:pt x="441" y="894"/>
                    <a:pt x="462" y="899"/>
                    <a:pt x="482" y="899"/>
                  </a:cubicBezTo>
                  <a:cubicBezTo>
                    <a:pt x="499" y="899"/>
                    <a:pt x="516" y="895"/>
                    <a:pt x="525" y="888"/>
                  </a:cubicBezTo>
                  <a:cubicBezTo>
                    <a:pt x="596" y="832"/>
                    <a:pt x="595" y="741"/>
                    <a:pt x="561" y="676"/>
                  </a:cubicBezTo>
                  <a:cubicBezTo>
                    <a:pt x="449" y="469"/>
                    <a:pt x="698" y="496"/>
                    <a:pt x="735" y="390"/>
                  </a:cubicBezTo>
                  <a:cubicBezTo>
                    <a:pt x="670" y="303"/>
                    <a:pt x="679" y="212"/>
                    <a:pt x="729" y="123"/>
                  </a:cubicBezTo>
                  <a:cubicBezTo>
                    <a:pt x="751" y="84"/>
                    <a:pt x="776" y="45"/>
                    <a:pt x="724" y="14"/>
                  </a:cubicBezTo>
                  <a:cubicBezTo>
                    <a:pt x="708" y="5"/>
                    <a:pt x="691" y="0"/>
                    <a:pt x="675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7318850" y="1165125"/>
              <a:ext cx="16150" cy="7625"/>
            </a:xfrm>
            <a:custGeom>
              <a:avLst/>
              <a:gdLst/>
              <a:ahLst/>
              <a:cxnLst/>
              <a:rect l="l" t="t" r="r" b="b"/>
              <a:pathLst>
                <a:path w="646" h="305" extrusionOk="0">
                  <a:moveTo>
                    <a:pt x="471" y="0"/>
                  </a:moveTo>
                  <a:cubicBezTo>
                    <a:pt x="467" y="0"/>
                    <a:pt x="463" y="2"/>
                    <a:pt x="460" y="5"/>
                  </a:cubicBezTo>
                  <a:cubicBezTo>
                    <a:pt x="352" y="144"/>
                    <a:pt x="135" y="68"/>
                    <a:pt x="0" y="290"/>
                  </a:cubicBezTo>
                  <a:cubicBezTo>
                    <a:pt x="49" y="264"/>
                    <a:pt x="94" y="255"/>
                    <a:pt x="136" y="255"/>
                  </a:cubicBezTo>
                  <a:cubicBezTo>
                    <a:pt x="237" y="255"/>
                    <a:pt x="324" y="305"/>
                    <a:pt x="412" y="305"/>
                  </a:cubicBezTo>
                  <a:cubicBezTo>
                    <a:pt x="452" y="305"/>
                    <a:pt x="493" y="294"/>
                    <a:pt x="536" y="263"/>
                  </a:cubicBezTo>
                  <a:cubicBezTo>
                    <a:pt x="578" y="231"/>
                    <a:pt x="645" y="204"/>
                    <a:pt x="608" y="152"/>
                  </a:cubicBezTo>
                  <a:cubicBezTo>
                    <a:pt x="570" y="102"/>
                    <a:pt x="503" y="0"/>
                    <a:pt x="471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7361200" y="1166625"/>
              <a:ext cx="14375" cy="10700"/>
            </a:xfrm>
            <a:custGeom>
              <a:avLst/>
              <a:gdLst/>
              <a:ahLst/>
              <a:cxnLst/>
              <a:rect l="l" t="t" r="r" b="b"/>
              <a:pathLst>
                <a:path w="575" h="428" extrusionOk="0">
                  <a:moveTo>
                    <a:pt x="500" y="0"/>
                  </a:moveTo>
                  <a:cubicBezTo>
                    <a:pt x="489" y="0"/>
                    <a:pt x="478" y="6"/>
                    <a:pt x="465" y="20"/>
                  </a:cubicBezTo>
                  <a:cubicBezTo>
                    <a:pt x="360" y="140"/>
                    <a:pt x="191" y="108"/>
                    <a:pt x="0" y="220"/>
                  </a:cubicBezTo>
                  <a:cubicBezTo>
                    <a:pt x="172" y="227"/>
                    <a:pt x="233" y="289"/>
                    <a:pt x="161" y="428"/>
                  </a:cubicBezTo>
                  <a:cubicBezTo>
                    <a:pt x="297" y="325"/>
                    <a:pt x="398" y="243"/>
                    <a:pt x="506" y="170"/>
                  </a:cubicBezTo>
                  <a:cubicBezTo>
                    <a:pt x="559" y="133"/>
                    <a:pt x="575" y="93"/>
                    <a:pt x="546" y="39"/>
                  </a:cubicBezTo>
                  <a:cubicBezTo>
                    <a:pt x="535" y="20"/>
                    <a:pt x="519" y="0"/>
                    <a:pt x="500" y="0"/>
                  </a:cubicBezTo>
                  <a:close/>
                </a:path>
              </a:pathLst>
            </a:custGeom>
            <a:solidFill>
              <a:srgbClr val="F08A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7350875" y="1168325"/>
              <a:ext cx="7200" cy="3650"/>
            </a:xfrm>
            <a:custGeom>
              <a:avLst/>
              <a:gdLst/>
              <a:ahLst/>
              <a:cxnLst/>
              <a:rect l="l" t="t" r="r" b="b"/>
              <a:pathLst>
                <a:path w="288" h="146" extrusionOk="0">
                  <a:moveTo>
                    <a:pt x="92" y="1"/>
                  </a:moveTo>
                  <a:cubicBezTo>
                    <a:pt x="73" y="1"/>
                    <a:pt x="52" y="8"/>
                    <a:pt x="27" y="25"/>
                  </a:cubicBezTo>
                  <a:cubicBezTo>
                    <a:pt x="12" y="37"/>
                    <a:pt x="9" y="69"/>
                    <a:pt x="1" y="91"/>
                  </a:cubicBezTo>
                  <a:cubicBezTo>
                    <a:pt x="61" y="103"/>
                    <a:pt x="117" y="146"/>
                    <a:pt x="181" y="146"/>
                  </a:cubicBezTo>
                  <a:cubicBezTo>
                    <a:pt x="214" y="146"/>
                    <a:pt x="249" y="135"/>
                    <a:pt x="287" y="103"/>
                  </a:cubicBezTo>
                  <a:lnTo>
                    <a:pt x="287" y="103"/>
                  </a:lnTo>
                  <a:cubicBezTo>
                    <a:pt x="286" y="103"/>
                    <a:pt x="285" y="103"/>
                    <a:pt x="283" y="103"/>
                  </a:cubicBezTo>
                  <a:cubicBezTo>
                    <a:pt x="208" y="103"/>
                    <a:pt x="165" y="1"/>
                    <a:pt x="92" y="1"/>
                  </a:cubicBezTo>
                  <a:close/>
                </a:path>
              </a:pathLst>
            </a:custGeom>
            <a:solidFill>
              <a:srgbClr val="F08A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7304675" y="1279650"/>
              <a:ext cx="4625" cy="6475"/>
            </a:xfrm>
            <a:custGeom>
              <a:avLst/>
              <a:gdLst/>
              <a:ahLst/>
              <a:cxnLst/>
              <a:rect l="l" t="t" r="r" b="b"/>
              <a:pathLst>
                <a:path w="185" h="259" extrusionOk="0">
                  <a:moveTo>
                    <a:pt x="111" y="1"/>
                  </a:moveTo>
                  <a:cubicBezTo>
                    <a:pt x="110" y="1"/>
                    <a:pt x="109" y="1"/>
                    <a:pt x="108" y="1"/>
                  </a:cubicBezTo>
                  <a:cubicBezTo>
                    <a:pt x="0" y="42"/>
                    <a:pt x="25" y="137"/>
                    <a:pt x="23" y="258"/>
                  </a:cubicBezTo>
                  <a:cubicBezTo>
                    <a:pt x="90" y="188"/>
                    <a:pt x="184" y="149"/>
                    <a:pt x="162" y="41"/>
                  </a:cubicBezTo>
                  <a:cubicBezTo>
                    <a:pt x="159" y="25"/>
                    <a:pt x="126" y="1"/>
                    <a:pt x="111" y="1"/>
                  </a:cubicBezTo>
                  <a:close/>
                </a:path>
              </a:pathLst>
            </a:custGeom>
            <a:solidFill>
              <a:srgbClr val="F088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7335250" y="1156500"/>
              <a:ext cx="5100" cy="6675"/>
            </a:xfrm>
            <a:custGeom>
              <a:avLst/>
              <a:gdLst/>
              <a:ahLst/>
              <a:cxnLst/>
              <a:rect l="l" t="t" r="r" b="b"/>
              <a:pathLst>
                <a:path w="204" h="267" extrusionOk="0">
                  <a:moveTo>
                    <a:pt x="163" y="0"/>
                  </a:moveTo>
                  <a:lnTo>
                    <a:pt x="163" y="0"/>
                  </a:lnTo>
                  <a:cubicBezTo>
                    <a:pt x="36" y="67"/>
                    <a:pt x="30" y="174"/>
                    <a:pt x="0" y="266"/>
                  </a:cubicBezTo>
                  <a:cubicBezTo>
                    <a:pt x="73" y="200"/>
                    <a:pt x="204" y="168"/>
                    <a:pt x="163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7344725" y="1249600"/>
              <a:ext cx="6125" cy="3250"/>
            </a:xfrm>
            <a:custGeom>
              <a:avLst/>
              <a:gdLst/>
              <a:ahLst/>
              <a:cxnLst/>
              <a:rect l="l" t="t" r="r" b="b"/>
              <a:pathLst>
                <a:path w="245" h="130" extrusionOk="0">
                  <a:moveTo>
                    <a:pt x="138" y="0"/>
                  </a:moveTo>
                  <a:cubicBezTo>
                    <a:pt x="100" y="0"/>
                    <a:pt x="56" y="17"/>
                    <a:pt x="1" y="51"/>
                  </a:cubicBezTo>
                  <a:cubicBezTo>
                    <a:pt x="76" y="64"/>
                    <a:pt x="109" y="129"/>
                    <a:pt x="165" y="129"/>
                  </a:cubicBezTo>
                  <a:cubicBezTo>
                    <a:pt x="180" y="129"/>
                    <a:pt x="198" y="124"/>
                    <a:pt x="218" y="112"/>
                  </a:cubicBezTo>
                  <a:cubicBezTo>
                    <a:pt x="232" y="103"/>
                    <a:pt x="244" y="58"/>
                    <a:pt x="236" y="49"/>
                  </a:cubicBezTo>
                  <a:cubicBezTo>
                    <a:pt x="207" y="17"/>
                    <a:pt x="176" y="0"/>
                    <a:pt x="138" y="0"/>
                  </a:cubicBezTo>
                  <a:close/>
                </a:path>
              </a:pathLst>
            </a:custGeom>
            <a:solidFill>
              <a:srgbClr val="F08A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7291700" y="1181850"/>
              <a:ext cx="5225" cy="5400"/>
            </a:xfrm>
            <a:custGeom>
              <a:avLst/>
              <a:gdLst/>
              <a:ahLst/>
              <a:cxnLst/>
              <a:rect l="l" t="t" r="r" b="b"/>
              <a:pathLst>
                <a:path w="209" h="216" extrusionOk="0">
                  <a:moveTo>
                    <a:pt x="165" y="0"/>
                  </a:moveTo>
                  <a:lnTo>
                    <a:pt x="165" y="0"/>
                  </a:lnTo>
                  <a:cubicBezTo>
                    <a:pt x="135" y="91"/>
                    <a:pt x="73" y="155"/>
                    <a:pt x="0" y="210"/>
                  </a:cubicBezTo>
                  <a:cubicBezTo>
                    <a:pt x="12" y="214"/>
                    <a:pt x="23" y="216"/>
                    <a:pt x="34" y="216"/>
                  </a:cubicBezTo>
                  <a:cubicBezTo>
                    <a:pt x="83" y="216"/>
                    <a:pt x="117" y="178"/>
                    <a:pt x="153" y="148"/>
                  </a:cubicBezTo>
                  <a:cubicBezTo>
                    <a:pt x="204" y="102"/>
                    <a:pt x="208" y="53"/>
                    <a:pt x="165" y="0"/>
                  </a:cubicBezTo>
                  <a:close/>
                </a:path>
              </a:pathLst>
            </a:custGeom>
            <a:solidFill>
              <a:srgbClr val="F088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7374825" y="1160100"/>
              <a:ext cx="2275" cy="5025"/>
            </a:xfrm>
            <a:custGeom>
              <a:avLst/>
              <a:gdLst/>
              <a:ahLst/>
              <a:cxnLst/>
              <a:rect l="l" t="t" r="r" b="b"/>
              <a:pathLst>
                <a:path w="91" h="201" extrusionOk="0">
                  <a:moveTo>
                    <a:pt x="32" y="0"/>
                  </a:moveTo>
                  <a:cubicBezTo>
                    <a:pt x="3" y="72"/>
                    <a:pt x="1" y="134"/>
                    <a:pt x="86" y="201"/>
                  </a:cubicBezTo>
                  <a:cubicBezTo>
                    <a:pt x="91" y="105"/>
                    <a:pt x="71" y="50"/>
                    <a:pt x="32" y="0"/>
                  </a:cubicBezTo>
                  <a:close/>
                </a:path>
              </a:pathLst>
            </a:custGeom>
            <a:solidFill>
              <a:srgbClr val="F08A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7362100" y="1165850"/>
              <a:ext cx="2125" cy="2550"/>
            </a:xfrm>
            <a:custGeom>
              <a:avLst/>
              <a:gdLst/>
              <a:ahLst/>
              <a:cxnLst/>
              <a:rect l="l" t="t" r="r" b="b"/>
              <a:pathLst>
                <a:path w="85" h="102" extrusionOk="0">
                  <a:moveTo>
                    <a:pt x="57" y="1"/>
                  </a:moveTo>
                  <a:cubicBezTo>
                    <a:pt x="45" y="1"/>
                    <a:pt x="31" y="9"/>
                    <a:pt x="15" y="22"/>
                  </a:cubicBezTo>
                  <a:cubicBezTo>
                    <a:pt x="13" y="37"/>
                    <a:pt x="1" y="61"/>
                    <a:pt x="8" y="79"/>
                  </a:cubicBezTo>
                  <a:cubicBezTo>
                    <a:pt x="13" y="94"/>
                    <a:pt x="25" y="102"/>
                    <a:pt x="37" y="102"/>
                  </a:cubicBezTo>
                  <a:cubicBezTo>
                    <a:pt x="47" y="102"/>
                    <a:pt x="57" y="97"/>
                    <a:pt x="65" y="86"/>
                  </a:cubicBezTo>
                  <a:cubicBezTo>
                    <a:pt x="77" y="69"/>
                    <a:pt x="85" y="39"/>
                    <a:pt x="78" y="20"/>
                  </a:cubicBezTo>
                  <a:cubicBezTo>
                    <a:pt x="74" y="7"/>
                    <a:pt x="66" y="1"/>
                    <a:pt x="57" y="1"/>
                  </a:cubicBezTo>
                  <a:close/>
                </a:path>
              </a:pathLst>
            </a:custGeom>
            <a:solidFill>
              <a:srgbClr val="F08A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7140800" y="1222675"/>
              <a:ext cx="62950" cy="58825"/>
            </a:xfrm>
            <a:custGeom>
              <a:avLst/>
              <a:gdLst/>
              <a:ahLst/>
              <a:cxnLst/>
              <a:rect l="l" t="t" r="r" b="b"/>
              <a:pathLst>
                <a:path w="2518" h="2353" extrusionOk="0">
                  <a:moveTo>
                    <a:pt x="162" y="1"/>
                  </a:moveTo>
                  <a:cubicBezTo>
                    <a:pt x="48" y="1"/>
                    <a:pt x="123" y="165"/>
                    <a:pt x="66" y="237"/>
                  </a:cubicBezTo>
                  <a:cubicBezTo>
                    <a:pt x="39" y="237"/>
                    <a:pt x="20" y="250"/>
                    <a:pt x="8" y="274"/>
                  </a:cubicBezTo>
                  <a:cubicBezTo>
                    <a:pt x="1" y="571"/>
                    <a:pt x="254" y="681"/>
                    <a:pt x="444" y="755"/>
                  </a:cubicBezTo>
                  <a:cubicBezTo>
                    <a:pt x="700" y="856"/>
                    <a:pt x="691" y="1012"/>
                    <a:pt x="660" y="1205"/>
                  </a:cubicBezTo>
                  <a:cubicBezTo>
                    <a:pt x="619" y="1467"/>
                    <a:pt x="705" y="1579"/>
                    <a:pt x="991" y="1612"/>
                  </a:cubicBezTo>
                  <a:cubicBezTo>
                    <a:pt x="1014" y="1606"/>
                    <a:pt x="1038" y="1596"/>
                    <a:pt x="1059" y="1584"/>
                  </a:cubicBezTo>
                  <a:cubicBezTo>
                    <a:pt x="1141" y="1544"/>
                    <a:pt x="1166" y="1429"/>
                    <a:pt x="1288" y="1417"/>
                  </a:cubicBezTo>
                  <a:lnTo>
                    <a:pt x="1288" y="1417"/>
                  </a:lnTo>
                  <a:cubicBezTo>
                    <a:pt x="1141" y="1525"/>
                    <a:pt x="1076" y="1678"/>
                    <a:pt x="981" y="1808"/>
                  </a:cubicBezTo>
                  <a:cubicBezTo>
                    <a:pt x="826" y="2070"/>
                    <a:pt x="1055" y="2148"/>
                    <a:pt x="1201" y="2265"/>
                  </a:cubicBezTo>
                  <a:cubicBezTo>
                    <a:pt x="1284" y="2325"/>
                    <a:pt x="1375" y="2353"/>
                    <a:pt x="1462" y="2353"/>
                  </a:cubicBezTo>
                  <a:cubicBezTo>
                    <a:pt x="1554" y="2353"/>
                    <a:pt x="1642" y="2322"/>
                    <a:pt x="1712" y="2265"/>
                  </a:cubicBezTo>
                  <a:cubicBezTo>
                    <a:pt x="1858" y="2145"/>
                    <a:pt x="2005" y="2099"/>
                    <a:pt x="2176" y="2072"/>
                  </a:cubicBezTo>
                  <a:cubicBezTo>
                    <a:pt x="2313" y="2051"/>
                    <a:pt x="2459" y="2041"/>
                    <a:pt x="2511" y="1876"/>
                  </a:cubicBezTo>
                  <a:cubicBezTo>
                    <a:pt x="2517" y="1852"/>
                    <a:pt x="2517" y="1828"/>
                    <a:pt x="2512" y="1802"/>
                  </a:cubicBezTo>
                  <a:cubicBezTo>
                    <a:pt x="2428" y="1712"/>
                    <a:pt x="2234" y="1827"/>
                    <a:pt x="2206" y="1664"/>
                  </a:cubicBezTo>
                  <a:cubicBezTo>
                    <a:pt x="2186" y="1541"/>
                    <a:pt x="2393" y="1502"/>
                    <a:pt x="2382" y="1359"/>
                  </a:cubicBezTo>
                  <a:cubicBezTo>
                    <a:pt x="2372" y="1355"/>
                    <a:pt x="2363" y="1353"/>
                    <a:pt x="2354" y="1353"/>
                  </a:cubicBezTo>
                  <a:cubicBezTo>
                    <a:pt x="2286" y="1353"/>
                    <a:pt x="2261" y="1457"/>
                    <a:pt x="2204" y="1457"/>
                  </a:cubicBezTo>
                  <a:cubicBezTo>
                    <a:pt x="2192" y="1457"/>
                    <a:pt x="2177" y="1452"/>
                    <a:pt x="2160" y="1438"/>
                  </a:cubicBezTo>
                  <a:cubicBezTo>
                    <a:pt x="2078" y="1372"/>
                    <a:pt x="2130" y="1279"/>
                    <a:pt x="2155" y="1197"/>
                  </a:cubicBezTo>
                  <a:cubicBezTo>
                    <a:pt x="2170" y="1154"/>
                    <a:pt x="2181" y="1098"/>
                    <a:pt x="2122" y="1094"/>
                  </a:cubicBezTo>
                  <a:cubicBezTo>
                    <a:pt x="1997" y="1083"/>
                    <a:pt x="1917" y="984"/>
                    <a:pt x="1813" y="937"/>
                  </a:cubicBezTo>
                  <a:cubicBezTo>
                    <a:pt x="1775" y="919"/>
                    <a:pt x="1742" y="912"/>
                    <a:pt x="1713" y="912"/>
                  </a:cubicBezTo>
                  <a:cubicBezTo>
                    <a:pt x="1660" y="912"/>
                    <a:pt x="1621" y="936"/>
                    <a:pt x="1589" y="967"/>
                  </a:cubicBezTo>
                  <a:cubicBezTo>
                    <a:pt x="1515" y="1036"/>
                    <a:pt x="1552" y="1129"/>
                    <a:pt x="1622" y="1194"/>
                  </a:cubicBezTo>
                  <a:cubicBezTo>
                    <a:pt x="1674" y="1241"/>
                    <a:pt x="1739" y="1276"/>
                    <a:pt x="1673" y="1371"/>
                  </a:cubicBezTo>
                  <a:cubicBezTo>
                    <a:pt x="1593" y="1314"/>
                    <a:pt x="1517" y="1259"/>
                    <a:pt x="1439" y="1205"/>
                  </a:cubicBezTo>
                  <a:cubicBezTo>
                    <a:pt x="1397" y="1175"/>
                    <a:pt x="1345" y="1155"/>
                    <a:pt x="1378" y="1085"/>
                  </a:cubicBezTo>
                  <a:cubicBezTo>
                    <a:pt x="1466" y="906"/>
                    <a:pt x="1544" y="720"/>
                    <a:pt x="1791" y="719"/>
                  </a:cubicBezTo>
                  <a:cubicBezTo>
                    <a:pt x="1889" y="719"/>
                    <a:pt x="1951" y="677"/>
                    <a:pt x="1966" y="567"/>
                  </a:cubicBezTo>
                  <a:cubicBezTo>
                    <a:pt x="1982" y="463"/>
                    <a:pt x="1997" y="368"/>
                    <a:pt x="1844" y="286"/>
                  </a:cubicBezTo>
                  <a:lnTo>
                    <a:pt x="1844" y="286"/>
                  </a:lnTo>
                  <a:cubicBezTo>
                    <a:pt x="1899" y="551"/>
                    <a:pt x="1729" y="606"/>
                    <a:pt x="1566" y="683"/>
                  </a:cubicBezTo>
                  <a:cubicBezTo>
                    <a:pt x="1524" y="703"/>
                    <a:pt x="1487" y="712"/>
                    <a:pt x="1456" y="712"/>
                  </a:cubicBezTo>
                  <a:cubicBezTo>
                    <a:pt x="1385" y="712"/>
                    <a:pt x="1343" y="665"/>
                    <a:pt x="1343" y="578"/>
                  </a:cubicBezTo>
                  <a:cubicBezTo>
                    <a:pt x="1343" y="475"/>
                    <a:pt x="1305" y="453"/>
                    <a:pt x="1260" y="453"/>
                  </a:cubicBezTo>
                  <a:cubicBezTo>
                    <a:pt x="1228" y="453"/>
                    <a:pt x="1191" y="464"/>
                    <a:pt x="1163" y="464"/>
                  </a:cubicBezTo>
                  <a:cubicBezTo>
                    <a:pt x="1159" y="464"/>
                    <a:pt x="1155" y="464"/>
                    <a:pt x="1151" y="463"/>
                  </a:cubicBezTo>
                  <a:cubicBezTo>
                    <a:pt x="1076" y="166"/>
                    <a:pt x="1404" y="263"/>
                    <a:pt x="1480" y="120"/>
                  </a:cubicBezTo>
                  <a:cubicBezTo>
                    <a:pt x="1423" y="97"/>
                    <a:pt x="1371" y="87"/>
                    <a:pt x="1325" y="87"/>
                  </a:cubicBezTo>
                  <a:cubicBezTo>
                    <a:pt x="1157" y="87"/>
                    <a:pt x="1054" y="220"/>
                    <a:pt x="955" y="367"/>
                  </a:cubicBezTo>
                  <a:cubicBezTo>
                    <a:pt x="930" y="403"/>
                    <a:pt x="893" y="423"/>
                    <a:pt x="852" y="423"/>
                  </a:cubicBezTo>
                  <a:cubicBezTo>
                    <a:pt x="831" y="423"/>
                    <a:pt x="810" y="418"/>
                    <a:pt x="790" y="408"/>
                  </a:cubicBezTo>
                  <a:cubicBezTo>
                    <a:pt x="743" y="385"/>
                    <a:pt x="697" y="343"/>
                    <a:pt x="764" y="292"/>
                  </a:cubicBezTo>
                  <a:cubicBezTo>
                    <a:pt x="789" y="273"/>
                    <a:pt x="844" y="286"/>
                    <a:pt x="862" y="265"/>
                  </a:cubicBezTo>
                  <a:cubicBezTo>
                    <a:pt x="926" y="188"/>
                    <a:pt x="896" y="153"/>
                    <a:pt x="824" y="153"/>
                  </a:cubicBezTo>
                  <a:cubicBezTo>
                    <a:pt x="815" y="153"/>
                    <a:pt x="806" y="153"/>
                    <a:pt x="795" y="154"/>
                  </a:cubicBezTo>
                  <a:cubicBezTo>
                    <a:pt x="782" y="156"/>
                    <a:pt x="768" y="156"/>
                    <a:pt x="753" y="156"/>
                  </a:cubicBezTo>
                  <a:cubicBezTo>
                    <a:pt x="747" y="156"/>
                    <a:pt x="741" y="156"/>
                    <a:pt x="734" y="156"/>
                  </a:cubicBezTo>
                  <a:cubicBezTo>
                    <a:pt x="667" y="156"/>
                    <a:pt x="599" y="160"/>
                    <a:pt x="587" y="256"/>
                  </a:cubicBezTo>
                  <a:cubicBezTo>
                    <a:pt x="576" y="339"/>
                    <a:pt x="551" y="403"/>
                    <a:pt x="480" y="448"/>
                  </a:cubicBezTo>
                  <a:cubicBezTo>
                    <a:pt x="412" y="379"/>
                    <a:pt x="479" y="292"/>
                    <a:pt x="435" y="222"/>
                  </a:cubicBezTo>
                  <a:cubicBezTo>
                    <a:pt x="369" y="116"/>
                    <a:pt x="273" y="4"/>
                    <a:pt x="166" y="1"/>
                  </a:cubicBezTo>
                  <a:cubicBezTo>
                    <a:pt x="164" y="1"/>
                    <a:pt x="163" y="1"/>
                    <a:pt x="162" y="1"/>
                  </a:cubicBezTo>
                  <a:close/>
                </a:path>
              </a:pathLst>
            </a:custGeom>
            <a:solidFill>
              <a:srgbClr val="EE7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7202600" y="1258225"/>
              <a:ext cx="28150" cy="33575"/>
            </a:xfrm>
            <a:custGeom>
              <a:avLst/>
              <a:gdLst/>
              <a:ahLst/>
              <a:cxnLst/>
              <a:rect l="l" t="t" r="r" b="b"/>
              <a:pathLst>
                <a:path w="1126" h="1343" extrusionOk="0">
                  <a:moveTo>
                    <a:pt x="617" y="0"/>
                  </a:moveTo>
                  <a:cubicBezTo>
                    <a:pt x="610" y="0"/>
                    <a:pt x="605" y="3"/>
                    <a:pt x="603" y="7"/>
                  </a:cubicBezTo>
                  <a:cubicBezTo>
                    <a:pt x="518" y="293"/>
                    <a:pt x="215" y="239"/>
                    <a:pt x="40" y="380"/>
                  </a:cubicBezTo>
                  <a:cubicBezTo>
                    <a:pt x="28" y="392"/>
                    <a:pt x="14" y="404"/>
                    <a:pt x="1" y="415"/>
                  </a:cubicBezTo>
                  <a:cubicBezTo>
                    <a:pt x="81" y="552"/>
                    <a:pt x="232" y="614"/>
                    <a:pt x="355" y="662"/>
                  </a:cubicBezTo>
                  <a:cubicBezTo>
                    <a:pt x="485" y="713"/>
                    <a:pt x="326" y="759"/>
                    <a:pt x="382" y="779"/>
                  </a:cubicBezTo>
                  <a:cubicBezTo>
                    <a:pt x="342" y="906"/>
                    <a:pt x="382" y="958"/>
                    <a:pt x="450" y="958"/>
                  </a:cubicBezTo>
                  <a:cubicBezTo>
                    <a:pt x="481" y="958"/>
                    <a:pt x="518" y="948"/>
                    <a:pt x="555" y="928"/>
                  </a:cubicBezTo>
                  <a:cubicBezTo>
                    <a:pt x="596" y="907"/>
                    <a:pt x="626" y="889"/>
                    <a:pt x="647" y="889"/>
                  </a:cubicBezTo>
                  <a:cubicBezTo>
                    <a:pt x="669" y="889"/>
                    <a:pt x="683" y="908"/>
                    <a:pt x="689" y="963"/>
                  </a:cubicBezTo>
                  <a:cubicBezTo>
                    <a:pt x="698" y="1032"/>
                    <a:pt x="803" y="1143"/>
                    <a:pt x="653" y="1166"/>
                  </a:cubicBezTo>
                  <a:cubicBezTo>
                    <a:pt x="547" y="1184"/>
                    <a:pt x="492" y="1226"/>
                    <a:pt x="553" y="1310"/>
                  </a:cubicBezTo>
                  <a:cubicBezTo>
                    <a:pt x="570" y="1334"/>
                    <a:pt x="586" y="1343"/>
                    <a:pt x="601" y="1343"/>
                  </a:cubicBezTo>
                  <a:cubicBezTo>
                    <a:pt x="642" y="1343"/>
                    <a:pt x="678" y="1276"/>
                    <a:pt x="713" y="1253"/>
                  </a:cubicBezTo>
                  <a:cubicBezTo>
                    <a:pt x="782" y="1208"/>
                    <a:pt x="882" y="1200"/>
                    <a:pt x="912" y="1101"/>
                  </a:cubicBezTo>
                  <a:cubicBezTo>
                    <a:pt x="923" y="1064"/>
                    <a:pt x="965" y="1045"/>
                    <a:pt x="924" y="992"/>
                  </a:cubicBezTo>
                  <a:cubicBezTo>
                    <a:pt x="837" y="875"/>
                    <a:pt x="842" y="872"/>
                    <a:pt x="993" y="859"/>
                  </a:cubicBezTo>
                  <a:cubicBezTo>
                    <a:pt x="1050" y="855"/>
                    <a:pt x="1125" y="858"/>
                    <a:pt x="1122" y="772"/>
                  </a:cubicBezTo>
                  <a:cubicBezTo>
                    <a:pt x="1121" y="729"/>
                    <a:pt x="1118" y="652"/>
                    <a:pt x="1065" y="652"/>
                  </a:cubicBezTo>
                  <a:cubicBezTo>
                    <a:pt x="1061" y="652"/>
                    <a:pt x="1057" y="653"/>
                    <a:pt x="1052" y="654"/>
                  </a:cubicBezTo>
                  <a:cubicBezTo>
                    <a:pt x="1014" y="662"/>
                    <a:pt x="986" y="665"/>
                    <a:pt x="966" y="665"/>
                  </a:cubicBezTo>
                  <a:cubicBezTo>
                    <a:pt x="876" y="665"/>
                    <a:pt x="945" y="594"/>
                    <a:pt x="980" y="520"/>
                  </a:cubicBezTo>
                  <a:cubicBezTo>
                    <a:pt x="993" y="493"/>
                    <a:pt x="948" y="420"/>
                    <a:pt x="912" y="396"/>
                  </a:cubicBezTo>
                  <a:cubicBezTo>
                    <a:pt x="817" y="332"/>
                    <a:pt x="796" y="245"/>
                    <a:pt x="803" y="142"/>
                  </a:cubicBezTo>
                  <a:lnTo>
                    <a:pt x="803" y="142"/>
                  </a:lnTo>
                  <a:cubicBezTo>
                    <a:pt x="789" y="146"/>
                    <a:pt x="777" y="147"/>
                    <a:pt x="767" y="147"/>
                  </a:cubicBezTo>
                  <a:cubicBezTo>
                    <a:pt x="723" y="147"/>
                    <a:pt x="715" y="117"/>
                    <a:pt x="735" y="63"/>
                  </a:cubicBezTo>
                  <a:cubicBezTo>
                    <a:pt x="705" y="32"/>
                    <a:pt x="644" y="0"/>
                    <a:pt x="617" y="0"/>
                  </a:cubicBezTo>
                  <a:close/>
                </a:path>
              </a:pathLst>
            </a:custGeom>
            <a:solidFill>
              <a:srgbClr val="EF82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7135000" y="1214850"/>
              <a:ext cx="12275" cy="57975"/>
            </a:xfrm>
            <a:custGeom>
              <a:avLst/>
              <a:gdLst/>
              <a:ahLst/>
              <a:cxnLst/>
              <a:rect l="l" t="t" r="r" b="b"/>
              <a:pathLst>
                <a:path w="491" h="2319" extrusionOk="0">
                  <a:moveTo>
                    <a:pt x="267" y="0"/>
                  </a:moveTo>
                  <a:cubicBezTo>
                    <a:pt x="220" y="5"/>
                    <a:pt x="183" y="71"/>
                    <a:pt x="129" y="71"/>
                  </a:cubicBezTo>
                  <a:cubicBezTo>
                    <a:pt x="113" y="71"/>
                    <a:pt x="95" y="65"/>
                    <a:pt x="76" y="49"/>
                  </a:cubicBezTo>
                  <a:lnTo>
                    <a:pt x="76" y="49"/>
                  </a:lnTo>
                  <a:cubicBezTo>
                    <a:pt x="76" y="303"/>
                    <a:pt x="69" y="556"/>
                    <a:pt x="77" y="809"/>
                  </a:cubicBezTo>
                  <a:cubicBezTo>
                    <a:pt x="91" y="1313"/>
                    <a:pt x="0" y="1816"/>
                    <a:pt x="87" y="2319"/>
                  </a:cubicBezTo>
                  <a:cubicBezTo>
                    <a:pt x="130" y="2255"/>
                    <a:pt x="180" y="2235"/>
                    <a:pt x="234" y="2235"/>
                  </a:cubicBezTo>
                  <a:cubicBezTo>
                    <a:pt x="284" y="2235"/>
                    <a:pt x="336" y="2252"/>
                    <a:pt x="389" y="2269"/>
                  </a:cubicBezTo>
                  <a:cubicBezTo>
                    <a:pt x="432" y="2225"/>
                    <a:pt x="491" y="2171"/>
                    <a:pt x="468" y="2113"/>
                  </a:cubicBezTo>
                  <a:cubicBezTo>
                    <a:pt x="391" y="1914"/>
                    <a:pt x="412" y="1720"/>
                    <a:pt x="475" y="1525"/>
                  </a:cubicBezTo>
                  <a:cubicBezTo>
                    <a:pt x="491" y="1480"/>
                    <a:pt x="484" y="1432"/>
                    <a:pt x="451" y="1404"/>
                  </a:cubicBezTo>
                  <a:cubicBezTo>
                    <a:pt x="184" y="1177"/>
                    <a:pt x="351" y="850"/>
                    <a:pt x="258" y="584"/>
                  </a:cubicBezTo>
                  <a:cubicBezTo>
                    <a:pt x="271" y="573"/>
                    <a:pt x="285" y="562"/>
                    <a:pt x="298" y="550"/>
                  </a:cubicBezTo>
                  <a:cubicBezTo>
                    <a:pt x="20" y="379"/>
                    <a:pt x="426" y="180"/>
                    <a:pt x="267" y="0"/>
                  </a:cubicBezTo>
                  <a:close/>
                </a:path>
              </a:pathLst>
            </a:custGeom>
            <a:solidFill>
              <a:srgbClr val="F087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7133200" y="1165425"/>
              <a:ext cx="11025" cy="33050"/>
            </a:xfrm>
            <a:custGeom>
              <a:avLst/>
              <a:gdLst/>
              <a:ahLst/>
              <a:cxnLst/>
              <a:rect l="l" t="t" r="r" b="b"/>
              <a:pathLst>
                <a:path w="441" h="1322" extrusionOk="0">
                  <a:moveTo>
                    <a:pt x="416" y="1"/>
                  </a:moveTo>
                  <a:cubicBezTo>
                    <a:pt x="403" y="12"/>
                    <a:pt x="390" y="23"/>
                    <a:pt x="377" y="35"/>
                  </a:cubicBezTo>
                  <a:cubicBezTo>
                    <a:pt x="273" y="200"/>
                    <a:pt x="249" y="381"/>
                    <a:pt x="233" y="574"/>
                  </a:cubicBezTo>
                  <a:cubicBezTo>
                    <a:pt x="216" y="772"/>
                    <a:pt x="316" y="1005"/>
                    <a:pt x="89" y="1167"/>
                  </a:cubicBezTo>
                  <a:cubicBezTo>
                    <a:pt x="0" y="1230"/>
                    <a:pt x="136" y="1269"/>
                    <a:pt x="165" y="1321"/>
                  </a:cubicBezTo>
                  <a:cubicBezTo>
                    <a:pt x="317" y="1165"/>
                    <a:pt x="337" y="963"/>
                    <a:pt x="382" y="763"/>
                  </a:cubicBezTo>
                  <a:cubicBezTo>
                    <a:pt x="441" y="508"/>
                    <a:pt x="428" y="255"/>
                    <a:pt x="416" y="1"/>
                  </a:cubicBezTo>
                  <a:close/>
                </a:path>
              </a:pathLst>
            </a:custGeom>
            <a:solidFill>
              <a:srgbClr val="EF85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7164300" y="1209875"/>
              <a:ext cx="12950" cy="12475"/>
            </a:xfrm>
            <a:custGeom>
              <a:avLst/>
              <a:gdLst/>
              <a:ahLst/>
              <a:cxnLst/>
              <a:rect l="l" t="t" r="r" b="b"/>
              <a:pathLst>
                <a:path w="518" h="499" extrusionOk="0">
                  <a:moveTo>
                    <a:pt x="466" y="0"/>
                  </a:moveTo>
                  <a:cubicBezTo>
                    <a:pt x="205" y="0"/>
                    <a:pt x="91" y="163"/>
                    <a:pt x="28" y="390"/>
                  </a:cubicBezTo>
                  <a:cubicBezTo>
                    <a:pt x="18" y="424"/>
                    <a:pt x="0" y="455"/>
                    <a:pt x="30" y="482"/>
                  </a:cubicBezTo>
                  <a:cubicBezTo>
                    <a:pt x="44" y="493"/>
                    <a:pt x="62" y="499"/>
                    <a:pt x="79" y="499"/>
                  </a:cubicBezTo>
                  <a:cubicBezTo>
                    <a:pt x="99" y="499"/>
                    <a:pt x="116" y="491"/>
                    <a:pt x="120" y="476"/>
                  </a:cubicBezTo>
                  <a:cubicBezTo>
                    <a:pt x="173" y="256"/>
                    <a:pt x="438" y="220"/>
                    <a:pt x="517" y="2"/>
                  </a:cubicBezTo>
                  <a:cubicBezTo>
                    <a:pt x="499" y="1"/>
                    <a:pt x="482" y="0"/>
                    <a:pt x="466" y="0"/>
                  </a:cubicBezTo>
                  <a:close/>
                </a:path>
              </a:pathLst>
            </a:custGeom>
            <a:solidFill>
              <a:srgbClr val="EE7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7211625" y="1249625"/>
              <a:ext cx="6725" cy="6050"/>
            </a:xfrm>
            <a:custGeom>
              <a:avLst/>
              <a:gdLst/>
              <a:ahLst/>
              <a:cxnLst/>
              <a:rect l="l" t="t" r="r" b="b"/>
              <a:pathLst>
                <a:path w="269" h="242" extrusionOk="0">
                  <a:moveTo>
                    <a:pt x="142" y="0"/>
                  </a:moveTo>
                  <a:cubicBezTo>
                    <a:pt x="1" y="0"/>
                    <a:pt x="54" y="129"/>
                    <a:pt x="38" y="220"/>
                  </a:cubicBezTo>
                  <a:cubicBezTo>
                    <a:pt x="115" y="170"/>
                    <a:pt x="261" y="242"/>
                    <a:pt x="266" y="89"/>
                  </a:cubicBezTo>
                  <a:cubicBezTo>
                    <a:pt x="269" y="25"/>
                    <a:pt x="214" y="4"/>
                    <a:pt x="157" y="1"/>
                  </a:cubicBezTo>
                  <a:cubicBezTo>
                    <a:pt x="152" y="0"/>
                    <a:pt x="147" y="0"/>
                    <a:pt x="142" y="0"/>
                  </a:cubicBezTo>
                  <a:close/>
                </a:path>
              </a:pathLst>
            </a:custGeom>
            <a:solidFill>
              <a:srgbClr val="EF82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7137175" y="1200275"/>
              <a:ext cx="4450" cy="4725"/>
            </a:xfrm>
            <a:custGeom>
              <a:avLst/>
              <a:gdLst/>
              <a:ahLst/>
              <a:cxnLst/>
              <a:rect l="l" t="t" r="r" b="b"/>
              <a:pathLst>
                <a:path w="178" h="189" extrusionOk="0">
                  <a:moveTo>
                    <a:pt x="1" y="0"/>
                  </a:moveTo>
                  <a:lnTo>
                    <a:pt x="1" y="0"/>
                  </a:lnTo>
                  <a:cubicBezTo>
                    <a:pt x="8" y="63"/>
                    <a:pt x="15" y="126"/>
                    <a:pt x="23" y="188"/>
                  </a:cubicBezTo>
                  <a:cubicBezTo>
                    <a:pt x="64" y="137"/>
                    <a:pt x="158" y="162"/>
                    <a:pt x="178" y="80"/>
                  </a:cubicBezTo>
                  <a:cubicBezTo>
                    <a:pt x="138" y="7"/>
                    <a:pt x="54" y="38"/>
                    <a:pt x="1" y="0"/>
                  </a:cubicBezTo>
                  <a:close/>
                </a:path>
              </a:pathLst>
            </a:custGeom>
            <a:solidFill>
              <a:srgbClr val="EF85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7268400" y="1230825"/>
              <a:ext cx="4425" cy="5875"/>
            </a:xfrm>
            <a:custGeom>
              <a:avLst/>
              <a:gdLst/>
              <a:ahLst/>
              <a:cxnLst/>
              <a:rect l="l" t="t" r="r" b="b"/>
              <a:pathLst>
                <a:path w="177" h="235" extrusionOk="0">
                  <a:moveTo>
                    <a:pt x="89" y="1"/>
                  </a:moveTo>
                  <a:cubicBezTo>
                    <a:pt x="81" y="1"/>
                    <a:pt x="76" y="2"/>
                    <a:pt x="73" y="4"/>
                  </a:cubicBezTo>
                  <a:cubicBezTo>
                    <a:pt x="1" y="68"/>
                    <a:pt x="16" y="145"/>
                    <a:pt x="46" y="234"/>
                  </a:cubicBezTo>
                  <a:lnTo>
                    <a:pt x="46" y="234"/>
                  </a:lnTo>
                  <a:cubicBezTo>
                    <a:pt x="134" y="176"/>
                    <a:pt x="176" y="111"/>
                    <a:pt x="140" y="19"/>
                  </a:cubicBezTo>
                  <a:cubicBezTo>
                    <a:pt x="136" y="9"/>
                    <a:pt x="108" y="1"/>
                    <a:pt x="89" y="1"/>
                  </a:cubicBezTo>
                  <a:close/>
                  <a:moveTo>
                    <a:pt x="46" y="234"/>
                  </a:moveTo>
                  <a:lnTo>
                    <a:pt x="46" y="234"/>
                  </a:lnTo>
                  <a:cubicBezTo>
                    <a:pt x="45" y="234"/>
                    <a:pt x="45" y="234"/>
                    <a:pt x="45" y="235"/>
                  </a:cubicBezTo>
                  <a:lnTo>
                    <a:pt x="46" y="235"/>
                  </a:lnTo>
                  <a:cubicBezTo>
                    <a:pt x="46" y="234"/>
                    <a:pt x="46" y="234"/>
                    <a:pt x="46" y="234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217975" y="1259775"/>
              <a:ext cx="4725" cy="4250"/>
            </a:xfrm>
            <a:custGeom>
              <a:avLst/>
              <a:gdLst/>
              <a:ahLst/>
              <a:cxnLst/>
              <a:rect l="l" t="t" r="r" b="b"/>
              <a:pathLst>
                <a:path w="189" h="170" extrusionOk="0">
                  <a:moveTo>
                    <a:pt x="120" y="1"/>
                  </a:moveTo>
                  <a:cubicBezTo>
                    <a:pt x="75" y="48"/>
                    <a:pt x="0" y="80"/>
                    <a:pt x="39" y="169"/>
                  </a:cubicBezTo>
                  <a:cubicBezTo>
                    <a:pt x="41" y="169"/>
                    <a:pt x="44" y="169"/>
                    <a:pt x="46" y="169"/>
                  </a:cubicBezTo>
                  <a:cubicBezTo>
                    <a:pt x="112" y="169"/>
                    <a:pt x="141" y="109"/>
                    <a:pt x="188" y="80"/>
                  </a:cubicBezTo>
                  <a:cubicBezTo>
                    <a:pt x="165" y="54"/>
                    <a:pt x="143" y="27"/>
                    <a:pt x="120" y="1"/>
                  </a:cubicBezTo>
                  <a:close/>
                </a:path>
              </a:pathLst>
            </a:custGeom>
            <a:solidFill>
              <a:srgbClr val="EE7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154525" y="1318300"/>
              <a:ext cx="81725" cy="76650"/>
            </a:xfrm>
            <a:custGeom>
              <a:avLst/>
              <a:gdLst/>
              <a:ahLst/>
              <a:cxnLst/>
              <a:rect l="l" t="t" r="r" b="b"/>
              <a:pathLst>
                <a:path w="3269" h="3066" extrusionOk="0">
                  <a:moveTo>
                    <a:pt x="1320" y="619"/>
                  </a:moveTo>
                  <a:cubicBezTo>
                    <a:pt x="1237" y="796"/>
                    <a:pt x="995" y="735"/>
                    <a:pt x="915" y="921"/>
                  </a:cubicBezTo>
                  <a:cubicBezTo>
                    <a:pt x="891" y="973"/>
                    <a:pt x="868" y="1066"/>
                    <a:pt x="797" y="1066"/>
                  </a:cubicBezTo>
                  <a:cubicBezTo>
                    <a:pt x="786" y="1066"/>
                    <a:pt x="775" y="1065"/>
                    <a:pt x="763" y="1060"/>
                  </a:cubicBezTo>
                  <a:cubicBezTo>
                    <a:pt x="677" y="1030"/>
                    <a:pt x="723" y="925"/>
                    <a:pt x="700" y="855"/>
                  </a:cubicBezTo>
                  <a:lnTo>
                    <a:pt x="700" y="855"/>
                  </a:lnTo>
                  <a:cubicBezTo>
                    <a:pt x="736" y="889"/>
                    <a:pt x="769" y="901"/>
                    <a:pt x="800" y="901"/>
                  </a:cubicBezTo>
                  <a:cubicBezTo>
                    <a:pt x="870" y="901"/>
                    <a:pt x="929" y="840"/>
                    <a:pt x="993" y="809"/>
                  </a:cubicBezTo>
                  <a:cubicBezTo>
                    <a:pt x="1106" y="755"/>
                    <a:pt x="1191" y="647"/>
                    <a:pt x="1320" y="619"/>
                  </a:cubicBezTo>
                  <a:close/>
                  <a:moveTo>
                    <a:pt x="1145" y="0"/>
                  </a:moveTo>
                  <a:cubicBezTo>
                    <a:pt x="1112" y="0"/>
                    <a:pt x="1071" y="35"/>
                    <a:pt x="1021" y="110"/>
                  </a:cubicBezTo>
                  <a:cubicBezTo>
                    <a:pt x="991" y="156"/>
                    <a:pt x="954" y="168"/>
                    <a:pt x="913" y="168"/>
                  </a:cubicBezTo>
                  <a:cubicBezTo>
                    <a:pt x="896" y="168"/>
                    <a:pt x="879" y="166"/>
                    <a:pt x="862" y="164"/>
                  </a:cubicBezTo>
                  <a:cubicBezTo>
                    <a:pt x="809" y="157"/>
                    <a:pt x="758" y="137"/>
                    <a:pt x="705" y="137"/>
                  </a:cubicBezTo>
                  <a:cubicBezTo>
                    <a:pt x="697" y="137"/>
                    <a:pt x="689" y="138"/>
                    <a:pt x="681" y="139"/>
                  </a:cubicBezTo>
                  <a:cubicBezTo>
                    <a:pt x="559" y="152"/>
                    <a:pt x="482" y="213"/>
                    <a:pt x="493" y="341"/>
                  </a:cubicBezTo>
                  <a:cubicBezTo>
                    <a:pt x="501" y="425"/>
                    <a:pt x="541" y="447"/>
                    <a:pt x="593" y="447"/>
                  </a:cubicBezTo>
                  <a:cubicBezTo>
                    <a:pt x="623" y="447"/>
                    <a:pt x="656" y="440"/>
                    <a:pt x="689" y="433"/>
                  </a:cubicBezTo>
                  <a:cubicBezTo>
                    <a:pt x="718" y="427"/>
                    <a:pt x="747" y="421"/>
                    <a:pt x="776" y="421"/>
                  </a:cubicBezTo>
                  <a:cubicBezTo>
                    <a:pt x="814" y="421"/>
                    <a:pt x="851" y="430"/>
                    <a:pt x="887" y="458"/>
                  </a:cubicBezTo>
                  <a:cubicBezTo>
                    <a:pt x="814" y="586"/>
                    <a:pt x="713" y="700"/>
                    <a:pt x="699" y="853"/>
                  </a:cubicBezTo>
                  <a:lnTo>
                    <a:pt x="699" y="853"/>
                  </a:lnTo>
                  <a:cubicBezTo>
                    <a:pt x="699" y="852"/>
                    <a:pt x="698" y="851"/>
                    <a:pt x="698" y="850"/>
                  </a:cubicBezTo>
                  <a:cubicBezTo>
                    <a:pt x="677" y="823"/>
                    <a:pt x="655" y="813"/>
                    <a:pt x="633" y="813"/>
                  </a:cubicBezTo>
                  <a:cubicBezTo>
                    <a:pt x="601" y="813"/>
                    <a:pt x="568" y="832"/>
                    <a:pt x="536" y="844"/>
                  </a:cubicBezTo>
                  <a:cubicBezTo>
                    <a:pt x="504" y="858"/>
                    <a:pt x="471" y="871"/>
                    <a:pt x="439" y="886"/>
                  </a:cubicBezTo>
                  <a:cubicBezTo>
                    <a:pt x="346" y="931"/>
                    <a:pt x="232" y="924"/>
                    <a:pt x="149" y="996"/>
                  </a:cubicBezTo>
                  <a:cubicBezTo>
                    <a:pt x="116" y="1008"/>
                    <a:pt x="124" y="1078"/>
                    <a:pt x="84" y="1078"/>
                  </a:cubicBezTo>
                  <a:cubicBezTo>
                    <a:pt x="75" y="1078"/>
                    <a:pt x="64" y="1074"/>
                    <a:pt x="49" y="1066"/>
                  </a:cubicBezTo>
                  <a:lnTo>
                    <a:pt x="49" y="1066"/>
                  </a:lnTo>
                  <a:cubicBezTo>
                    <a:pt x="27" y="1272"/>
                    <a:pt x="1" y="1470"/>
                    <a:pt x="119" y="1670"/>
                  </a:cubicBezTo>
                  <a:cubicBezTo>
                    <a:pt x="288" y="1957"/>
                    <a:pt x="279" y="2295"/>
                    <a:pt x="338" y="2614"/>
                  </a:cubicBezTo>
                  <a:cubicBezTo>
                    <a:pt x="421" y="2704"/>
                    <a:pt x="357" y="2819"/>
                    <a:pt x="391" y="2916"/>
                  </a:cubicBezTo>
                  <a:cubicBezTo>
                    <a:pt x="413" y="2979"/>
                    <a:pt x="417" y="3066"/>
                    <a:pt x="467" y="3066"/>
                  </a:cubicBezTo>
                  <a:cubicBezTo>
                    <a:pt x="490" y="3066"/>
                    <a:pt x="525" y="3046"/>
                    <a:pt x="576" y="2994"/>
                  </a:cubicBezTo>
                  <a:cubicBezTo>
                    <a:pt x="648" y="2922"/>
                    <a:pt x="733" y="2925"/>
                    <a:pt x="710" y="2763"/>
                  </a:cubicBezTo>
                  <a:cubicBezTo>
                    <a:pt x="690" y="2627"/>
                    <a:pt x="929" y="2564"/>
                    <a:pt x="1028" y="2413"/>
                  </a:cubicBezTo>
                  <a:cubicBezTo>
                    <a:pt x="812" y="2365"/>
                    <a:pt x="821" y="2169"/>
                    <a:pt x="848" y="2041"/>
                  </a:cubicBezTo>
                  <a:cubicBezTo>
                    <a:pt x="865" y="1966"/>
                    <a:pt x="921" y="1948"/>
                    <a:pt x="989" y="1948"/>
                  </a:cubicBezTo>
                  <a:cubicBezTo>
                    <a:pt x="1046" y="1948"/>
                    <a:pt x="1111" y="1960"/>
                    <a:pt x="1167" y="1963"/>
                  </a:cubicBezTo>
                  <a:cubicBezTo>
                    <a:pt x="1172" y="1964"/>
                    <a:pt x="1177" y="1964"/>
                    <a:pt x="1182" y="1964"/>
                  </a:cubicBezTo>
                  <a:cubicBezTo>
                    <a:pt x="1263" y="1964"/>
                    <a:pt x="1346" y="1923"/>
                    <a:pt x="1434" y="1900"/>
                  </a:cubicBezTo>
                  <a:lnTo>
                    <a:pt x="1434" y="1900"/>
                  </a:lnTo>
                  <a:cubicBezTo>
                    <a:pt x="1424" y="2017"/>
                    <a:pt x="1242" y="2044"/>
                    <a:pt x="1290" y="2136"/>
                  </a:cubicBezTo>
                  <a:cubicBezTo>
                    <a:pt x="1310" y="2174"/>
                    <a:pt x="1333" y="2187"/>
                    <a:pt x="1359" y="2187"/>
                  </a:cubicBezTo>
                  <a:cubicBezTo>
                    <a:pt x="1414" y="2187"/>
                    <a:pt x="1480" y="2127"/>
                    <a:pt x="1542" y="2127"/>
                  </a:cubicBezTo>
                  <a:cubicBezTo>
                    <a:pt x="1551" y="2127"/>
                    <a:pt x="1561" y="2129"/>
                    <a:pt x="1570" y="2132"/>
                  </a:cubicBezTo>
                  <a:cubicBezTo>
                    <a:pt x="1583" y="2136"/>
                    <a:pt x="1598" y="2137"/>
                    <a:pt x="1613" y="2137"/>
                  </a:cubicBezTo>
                  <a:cubicBezTo>
                    <a:pt x="1642" y="2137"/>
                    <a:pt x="1674" y="2132"/>
                    <a:pt x="1711" y="2132"/>
                  </a:cubicBezTo>
                  <a:cubicBezTo>
                    <a:pt x="1671" y="2022"/>
                    <a:pt x="1561" y="1875"/>
                    <a:pt x="1702" y="1847"/>
                  </a:cubicBezTo>
                  <a:cubicBezTo>
                    <a:pt x="1808" y="1826"/>
                    <a:pt x="1860" y="1856"/>
                    <a:pt x="1852" y="1720"/>
                  </a:cubicBezTo>
                  <a:cubicBezTo>
                    <a:pt x="1848" y="1655"/>
                    <a:pt x="1893" y="1610"/>
                    <a:pt x="1950" y="1610"/>
                  </a:cubicBezTo>
                  <a:cubicBezTo>
                    <a:pt x="1965" y="1610"/>
                    <a:pt x="1981" y="1613"/>
                    <a:pt x="1997" y="1620"/>
                  </a:cubicBezTo>
                  <a:cubicBezTo>
                    <a:pt x="2118" y="1672"/>
                    <a:pt x="1974" y="1709"/>
                    <a:pt x="1979" y="1751"/>
                  </a:cubicBezTo>
                  <a:cubicBezTo>
                    <a:pt x="1991" y="1831"/>
                    <a:pt x="1923" y="1918"/>
                    <a:pt x="2026" y="2029"/>
                  </a:cubicBezTo>
                  <a:cubicBezTo>
                    <a:pt x="2059" y="1890"/>
                    <a:pt x="2132" y="1866"/>
                    <a:pt x="2217" y="1866"/>
                  </a:cubicBezTo>
                  <a:cubicBezTo>
                    <a:pt x="2261" y="1866"/>
                    <a:pt x="2308" y="1872"/>
                    <a:pt x="2354" y="1872"/>
                  </a:cubicBezTo>
                  <a:cubicBezTo>
                    <a:pt x="2403" y="1872"/>
                    <a:pt x="2452" y="1865"/>
                    <a:pt x="2495" y="1836"/>
                  </a:cubicBezTo>
                  <a:cubicBezTo>
                    <a:pt x="2304" y="1709"/>
                    <a:pt x="2330" y="1617"/>
                    <a:pt x="2535" y="1568"/>
                  </a:cubicBezTo>
                  <a:cubicBezTo>
                    <a:pt x="2628" y="1545"/>
                    <a:pt x="2681" y="1482"/>
                    <a:pt x="2722" y="1401"/>
                  </a:cubicBezTo>
                  <a:cubicBezTo>
                    <a:pt x="2738" y="1369"/>
                    <a:pt x="2737" y="1319"/>
                    <a:pt x="2716" y="1319"/>
                  </a:cubicBezTo>
                  <a:cubicBezTo>
                    <a:pt x="2714" y="1319"/>
                    <a:pt x="2712" y="1320"/>
                    <a:pt x="2710" y="1321"/>
                  </a:cubicBezTo>
                  <a:cubicBezTo>
                    <a:pt x="2677" y="1334"/>
                    <a:pt x="2652" y="1339"/>
                    <a:pt x="2634" y="1339"/>
                  </a:cubicBezTo>
                  <a:cubicBezTo>
                    <a:pt x="2538" y="1339"/>
                    <a:pt x="2623" y="1181"/>
                    <a:pt x="2567" y="1143"/>
                  </a:cubicBezTo>
                  <a:lnTo>
                    <a:pt x="2567" y="1143"/>
                  </a:lnTo>
                  <a:cubicBezTo>
                    <a:pt x="2537" y="1167"/>
                    <a:pt x="2512" y="1179"/>
                    <a:pt x="2498" y="1198"/>
                  </a:cubicBezTo>
                  <a:cubicBezTo>
                    <a:pt x="2455" y="1256"/>
                    <a:pt x="2485" y="1383"/>
                    <a:pt x="2391" y="1383"/>
                  </a:cubicBezTo>
                  <a:cubicBezTo>
                    <a:pt x="2390" y="1383"/>
                    <a:pt x="2388" y="1383"/>
                    <a:pt x="2387" y="1382"/>
                  </a:cubicBezTo>
                  <a:cubicBezTo>
                    <a:pt x="2277" y="1377"/>
                    <a:pt x="2349" y="1280"/>
                    <a:pt x="2345" y="1220"/>
                  </a:cubicBezTo>
                  <a:cubicBezTo>
                    <a:pt x="2342" y="1194"/>
                    <a:pt x="2334" y="1186"/>
                    <a:pt x="2323" y="1186"/>
                  </a:cubicBezTo>
                  <a:cubicBezTo>
                    <a:pt x="2309" y="1186"/>
                    <a:pt x="2291" y="1196"/>
                    <a:pt x="2274" y="1198"/>
                  </a:cubicBezTo>
                  <a:cubicBezTo>
                    <a:pt x="2173" y="1207"/>
                    <a:pt x="2089" y="1249"/>
                    <a:pt x="2007" y="1314"/>
                  </a:cubicBezTo>
                  <a:cubicBezTo>
                    <a:pt x="2057" y="1083"/>
                    <a:pt x="2202" y="913"/>
                    <a:pt x="2359" y="771"/>
                  </a:cubicBezTo>
                  <a:cubicBezTo>
                    <a:pt x="2406" y="727"/>
                    <a:pt x="2462" y="708"/>
                    <a:pt x="2518" y="708"/>
                  </a:cubicBezTo>
                  <a:cubicBezTo>
                    <a:pt x="2637" y="708"/>
                    <a:pt x="2754" y="796"/>
                    <a:pt x="2786" y="928"/>
                  </a:cubicBezTo>
                  <a:cubicBezTo>
                    <a:pt x="3121" y="653"/>
                    <a:pt x="3269" y="419"/>
                    <a:pt x="3227" y="223"/>
                  </a:cubicBezTo>
                  <a:lnTo>
                    <a:pt x="3227" y="223"/>
                  </a:lnTo>
                  <a:cubicBezTo>
                    <a:pt x="3190" y="289"/>
                    <a:pt x="3168" y="344"/>
                    <a:pt x="3131" y="390"/>
                  </a:cubicBezTo>
                  <a:cubicBezTo>
                    <a:pt x="3109" y="418"/>
                    <a:pt x="3050" y="430"/>
                    <a:pt x="2990" y="430"/>
                  </a:cubicBezTo>
                  <a:cubicBezTo>
                    <a:pt x="2906" y="430"/>
                    <a:pt x="2821" y="407"/>
                    <a:pt x="2833" y="375"/>
                  </a:cubicBezTo>
                  <a:cubicBezTo>
                    <a:pt x="2888" y="219"/>
                    <a:pt x="2808" y="185"/>
                    <a:pt x="2732" y="185"/>
                  </a:cubicBezTo>
                  <a:cubicBezTo>
                    <a:pt x="2690" y="185"/>
                    <a:pt x="2650" y="195"/>
                    <a:pt x="2633" y="201"/>
                  </a:cubicBezTo>
                  <a:cubicBezTo>
                    <a:pt x="2607" y="210"/>
                    <a:pt x="2586" y="214"/>
                    <a:pt x="2568" y="214"/>
                  </a:cubicBezTo>
                  <a:cubicBezTo>
                    <a:pt x="2476" y="214"/>
                    <a:pt x="2480" y="108"/>
                    <a:pt x="2434" y="60"/>
                  </a:cubicBezTo>
                  <a:cubicBezTo>
                    <a:pt x="2434" y="162"/>
                    <a:pt x="2235" y="84"/>
                    <a:pt x="2279" y="245"/>
                  </a:cubicBezTo>
                  <a:cubicBezTo>
                    <a:pt x="2312" y="363"/>
                    <a:pt x="2277" y="477"/>
                    <a:pt x="2155" y="559"/>
                  </a:cubicBezTo>
                  <a:cubicBezTo>
                    <a:pt x="2070" y="616"/>
                    <a:pt x="2080" y="730"/>
                    <a:pt x="2082" y="825"/>
                  </a:cubicBezTo>
                  <a:cubicBezTo>
                    <a:pt x="2083" y="888"/>
                    <a:pt x="2150" y="982"/>
                    <a:pt x="2036" y="985"/>
                  </a:cubicBezTo>
                  <a:cubicBezTo>
                    <a:pt x="2033" y="985"/>
                    <a:pt x="2030" y="985"/>
                    <a:pt x="2028" y="985"/>
                  </a:cubicBezTo>
                  <a:cubicBezTo>
                    <a:pt x="1954" y="985"/>
                    <a:pt x="1853" y="942"/>
                    <a:pt x="1887" y="825"/>
                  </a:cubicBezTo>
                  <a:cubicBezTo>
                    <a:pt x="1946" y="616"/>
                    <a:pt x="1824" y="479"/>
                    <a:pt x="1706" y="339"/>
                  </a:cubicBezTo>
                  <a:cubicBezTo>
                    <a:pt x="1697" y="331"/>
                    <a:pt x="1689" y="323"/>
                    <a:pt x="1681" y="316"/>
                  </a:cubicBezTo>
                  <a:cubicBezTo>
                    <a:pt x="1589" y="270"/>
                    <a:pt x="1489" y="248"/>
                    <a:pt x="1386" y="242"/>
                  </a:cubicBezTo>
                  <a:cubicBezTo>
                    <a:pt x="1370" y="241"/>
                    <a:pt x="1355" y="240"/>
                    <a:pt x="1339" y="240"/>
                  </a:cubicBezTo>
                  <a:cubicBezTo>
                    <a:pt x="1332" y="240"/>
                    <a:pt x="1325" y="240"/>
                    <a:pt x="1319" y="240"/>
                  </a:cubicBezTo>
                  <a:cubicBezTo>
                    <a:pt x="1266" y="240"/>
                    <a:pt x="1244" y="213"/>
                    <a:pt x="1236" y="162"/>
                  </a:cubicBezTo>
                  <a:cubicBezTo>
                    <a:pt x="1219" y="59"/>
                    <a:pt x="1189" y="0"/>
                    <a:pt x="1145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7210300" y="1288950"/>
              <a:ext cx="43800" cy="32400"/>
            </a:xfrm>
            <a:custGeom>
              <a:avLst/>
              <a:gdLst/>
              <a:ahLst/>
              <a:cxnLst/>
              <a:rect l="l" t="t" r="r" b="b"/>
              <a:pathLst>
                <a:path w="1752" h="1296" extrusionOk="0">
                  <a:moveTo>
                    <a:pt x="1751" y="427"/>
                  </a:moveTo>
                  <a:lnTo>
                    <a:pt x="1751" y="427"/>
                  </a:lnTo>
                  <a:cubicBezTo>
                    <a:pt x="1749" y="430"/>
                    <a:pt x="1746" y="434"/>
                    <a:pt x="1743" y="437"/>
                  </a:cubicBezTo>
                  <a:lnTo>
                    <a:pt x="1743" y="437"/>
                  </a:lnTo>
                  <a:cubicBezTo>
                    <a:pt x="1746" y="434"/>
                    <a:pt x="1749" y="431"/>
                    <a:pt x="1751" y="427"/>
                  </a:cubicBezTo>
                  <a:close/>
                  <a:moveTo>
                    <a:pt x="1081" y="0"/>
                  </a:moveTo>
                  <a:lnTo>
                    <a:pt x="1081" y="0"/>
                  </a:lnTo>
                  <a:cubicBezTo>
                    <a:pt x="946" y="18"/>
                    <a:pt x="927" y="228"/>
                    <a:pt x="780" y="228"/>
                  </a:cubicBezTo>
                  <a:cubicBezTo>
                    <a:pt x="760" y="228"/>
                    <a:pt x="737" y="225"/>
                    <a:pt x="712" y="216"/>
                  </a:cubicBezTo>
                  <a:cubicBezTo>
                    <a:pt x="694" y="210"/>
                    <a:pt x="677" y="207"/>
                    <a:pt x="662" y="207"/>
                  </a:cubicBezTo>
                  <a:cubicBezTo>
                    <a:pt x="587" y="207"/>
                    <a:pt x="546" y="276"/>
                    <a:pt x="520" y="344"/>
                  </a:cubicBezTo>
                  <a:cubicBezTo>
                    <a:pt x="463" y="489"/>
                    <a:pt x="673" y="372"/>
                    <a:pt x="658" y="501"/>
                  </a:cubicBezTo>
                  <a:cubicBezTo>
                    <a:pt x="337" y="584"/>
                    <a:pt x="158" y="832"/>
                    <a:pt x="1" y="1101"/>
                  </a:cubicBezTo>
                  <a:cubicBezTo>
                    <a:pt x="9" y="1103"/>
                    <a:pt x="16" y="1104"/>
                    <a:pt x="22" y="1104"/>
                  </a:cubicBezTo>
                  <a:cubicBezTo>
                    <a:pt x="86" y="1104"/>
                    <a:pt x="50" y="1011"/>
                    <a:pt x="109" y="1011"/>
                  </a:cubicBezTo>
                  <a:cubicBezTo>
                    <a:pt x="113" y="1011"/>
                    <a:pt x="118" y="1012"/>
                    <a:pt x="123" y="1013"/>
                  </a:cubicBezTo>
                  <a:cubicBezTo>
                    <a:pt x="199" y="1028"/>
                    <a:pt x="188" y="1107"/>
                    <a:pt x="210" y="1160"/>
                  </a:cubicBezTo>
                  <a:cubicBezTo>
                    <a:pt x="237" y="1175"/>
                    <a:pt x="267" y="1180"/>
                    <a:pt x="298" y="1180"/>
                  </a:cubicBezTo>
                  <a:cubicBezTo>
                    <a:pt x="374" y="1180"/>
                    <a:pt x="458" y="1149"/>
                    <a:pt x="533" y="1149"/>
                  </a:cubicBezTo>
                  <a:cubicBezTo>
                    <a:pt x="608" y="1149"/>
                    <a:pt x="674" y="1179"/>
                    <a:pt x="717" y="1296"/>
                  </a:cubicBezTo>
                  <a:cubicBezTo>
                    <a:pt x="799" y="1150"/>
                    <a:pt x="804" y="1149"/>
                    <a:pt x="769" y="954"/>
                  </a:cubicBezTo>
                  <a:cubicBezTo>
                    <a:pt x="756" y="892"/>
                    <a:pt x="787" y="875"/>
                    <a:pt x="822" y="856"/>
                  </a:cubicBezTo>
                  <a:cubicBezTo>
                    <a:pt x="836" y="847"/>
                    <a:pt x="849" y="843"/>
                    <a:pt x="860" y="843"/>
                  </a:cubicBezTo>
                  <a:cubicBezTo>
                    <a:pt x="889" y="843"/>
                    <a:pt x="905" y="870"/>
                    <a:pt x="910" y="906"/>
                  </a:cubicBezTo>
                  <a:cubicBezTo>
                    <a:pt x="918" y="955"/>
                    <a:pt x="918" y="1006"/>
                    <a:pt x="921" y="1066"/>
                  </a:cubicBezTo>
                  <a:cubicBezTo>
                    <a:pt x="1029" y="951"/>
                    <a:pt x="1123" y="893"/>
                    <a:pt x="1197" y="893"/>
                  </a:cubicBezTo>
                  <a:cubicBezTo>
                    <a:pt x="1199" y="893"/>
                    <a:pt x="1202" y="893"/>
                    <a:pt x="1205" y="893"/>
                  </a:cubicBezTo>
                  <a:cubicBezTo>
                    <a:pt x="1259" y="895"/>
                    <a:pt x="1306" y="900"/>
                    <a:pt x="1291" y="981"/>
                  </a:cubicBezTo>
                  <a:cubicBezTo>
                    <a:pt x="1252" y="1177"/>
                    <a:pt x="1240" y="1245"/>
                    <a:pt x="1322" y="1245"/>
                  </a:cubicBezTo>
                  <a:cubicBezTo>
                    <a:pt x="1366" y="1245"/>
                    <a:pt x="1436" y="1226"/>
                    <a:pt x="1543" y="1196"/>
                  </a:cubicBezTo>
                  <a:cubicBezTo>
                    <a:pt x="1368" y="885"/>
                    <a:pt x="1547" y="665"/>
                    <a:pt x="1743" y="437"/>
                  </a:cubicBezTo>
                  <a:lnTo>
                    <a:pt x="1743" y="437"/>
                  </a:lnTo>
                  <a:cubicBezTo>
                    <a:pt x="1658" y="530"/>
                    <a:pt x="1521" y="507"/>
                    <a:pt x="1457" y="611"/>
                  </a:cubicBezTo>
                  <a:cubicBezTo>
                    <a:pt x="1422" y="668"/>
                    <a:pt x="1365" y="725"/>
                    <a:pt x="1295" y="725"/>
                  </a:cubicBezTo>
                  <a:cubicBezTo>
                    <a:pt x="1288" y="725"/>
                    <a:pt x="1280" y="724"/>
                    <a:pt x="1272" y="723"/>
                  </a:cubicBezTo>
                  <a:cubicBezTo>
                    <a:pt x="1239" y="717"/>
                    <a:pt x="1202" y="645"/>
                    <a:pt x="1196" y="599"/>
                  </a:cubicBezTo>
                  <a:cubicBezTo>
                    <a:pt x="1178" y="480"/>
                    <a:pt x="1273" y="490"/>
                    <a:pt x="1350" y="481"/>
                  </a:cubicBezTo>
                  <a:cubicBezTo>
                    <a:pt x="1420" y="473"/>
                    <a:pt x="1427" y="425"/>
                    <a:pt x="1413" y="368"/>
                  </a:cubicBezTo>
                  <a:cubicBezTo>
                    <a:pt x="1402" y="324"/>
                    <a:pt x="1398" y="306"/>
                    <a:pt x="1354" y="306"/>
                  </a:cubicBezTo>
                  <a:cubicBezTo>
                    <a:pt x="1344" y="306"/>
                    <a:pt x="1331" y="307"/>
                    <a:pt x="1316" y="309"/>
                  </a:cubicBezTo>
                  <a:cubicBezTo>
                    <a:pt x="1270" y="315"/>
                    <a:pt x="1230" y="318"/>
                    <a:pt x="1196" y="318"/>
                  </a:cubicBezTo>
                  <a:cubicBezTo>
                    <a:pt x="1015" y="318"/>
                    <a:pt x="996" y="231"/>
                    <a:pt x="1081" y="0"/>
                  </a:cubicBezTo>
                  <a:close/>
                </a:path>
              </a:pathLst>
            </a:custGeom>
            <a:solidFill>
              <a:srgbClr val="EF7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7191325" y="1369525"/>
              <a:ext cx="36950" cy="36625"/>
            </a:xfrm>
            <a:custGeom>
              <a:avLst/>
              <a:gdLst/>
              <a:ahLst/>
              <a:cxnLst/>
              <a:rect l="l" t="t" r="r" b="b"/>
              <a:pathLst>
                <a:path w="1478" h="1465" extrusionOk="0">
                  <a:moveTo>
                    <a:pt x="1262" y="0"/>
                  </a:moveTo>
                  <a:cubicBezTo>
                    <a:pt x="1203" y="0"/>
                    <a:pt x="1148" y="17"/>
                    <a:pt x="1123" y="100"/>
                  </a:cubicBezTo>
                  <a:cubicBezTo>
                    <a:pt x="1097" y="185"/>
                    <a:pt x="1044" y="251"/>
                    <a:pt x="948" y="272"/>
                  </a:cubicBezTo>
                  <a:cubicBezTo>
                    <a:pt x="964" y="147"/>
                    <a:pt x="951" y="84"/>
                    <a:pt x="907" y="83"/>
                  </a:cubicBezTo>
                  <a:cubicBezTo>
                    <a:pt x="903" y="83"/>
                    <a:pt x="900" y="83"/>
                    <a:pt x="896" y="83"/>
                  </a:cubicBezTo>
                  <a:cubicBezTo>
                    <a:pt x="605" y="83"/>
                    <a:pt x="267" y="478"/>
                    <a:pt x="330" y="747"/>
                  </a:cubicBezTo>
                  <a:cubicBezTo>
                    <a:pt x="367" y="898"/>
                    <a:pt x="320" y="1034"/>
                    <a:pt x="189" y="1100"/>
                  </a:cubicBezTo>
                  <a:cubicBezTo>
                    <a:pt x="81" y="1152"/>
                    <a:pt x="54" y="1241"/>
                    <a:pt x="0" y="1323"/>
                  </a:cubicBezTo>
                  <a:cubicBezTo>
                    <a:pt x="97" y="1418"/>
                    <a:pt x="180" y="1465"/>
                    <a:pt x="249" y="1465"/>
                  </a:cubicBezTo>
                  <a:cubicBezTo>
                    <a:pt x="330" y="1465"/>
                    <a:pt x="393" y="1401"/>
                    <a:pt x="438" y="1273"/>
                  </a:cubicBezTo>
                  <a:cubicBezTo>
                    <a:pt x="486" y="1139"/>
                    <a:pt x="557" y="1030"/>
                    <a:pt x="694" y="1030"/>
                  </a:cubicBezTo>
                  <a:cubicBezTo>
                    <a:pt x="726" y="1030"/>
                    <a:pt x="762" y="1037"/>
                    <a:pt x="803" y="1050"/>
                  </a:cubicBezTo>
                  <a:lnTo>
                    <a:pt x="823" y="1033"/>
                  </a:lnTo>
                  <a:lnTo>
                    <a:pt x="843" y="1016"/>
                  </a:lnTo>
                  <a:cubicBezTo>
                    <a:pt x="848" y="991"/>
                    <a:pt x="845" y="959"/>
                    <a:pt x="860" y="943"/>
                  </a:cubicBezTo>
                  <a:cubicBezTo>
                    <a:pt x="947" y="843"/>
                    <a:pt x="1074" y="791"/>
                    <a:pt x="1030" y="598"/>
                  </a:cubicBezTo>
                  <a:cubicBezTo>
                    <a:pt x="1004" y="483"/>
                    <a:pt x="1123" y="397"/>
                    <a:pt x="1243" y="397"/>
                  </a:cubicBezTo>
                  <a:cubicBezTo>
                    <a:pt x="1267" y="397"/>
                    <a:pt x="1291" y="401"/>
                    <a:pt x="1314" y="408"/>
                  </a:cubicBezTo>
                  <a:cubicBezTo>
                    <a:pt x="1328" y="412"/>
                    <a:pt x="1340" y="415"/>
                    <a:pt x="1351" y="415"/>
                  </a:cubicBezTo>
                  <a:cubicBezTo>
                    <a:pt x="1397" y="415"/>
                    <a:pt x="1415" y="378"/>
                    <a:pt x="1413" y="333"/>
                  </a:cubicBezTo>
                  <a:cubicBezTo>
                    <a:pt x="1408" y="274"/>
                    <a:pt x="1392" y="210"/>
                    <a:pt x="1359" y="161"/>
                  </a:cubicBezTo>
                  <a:cubicBezTo>
                    <a:pt x="1324" y="107"/>
                    <a:pt x="1478" y="21"/>
                    <a:pt x="1334" y="5"/>
                  </a:cubicBezTo>
                  <a:cubicBezTo>
                    <a:pt x="1311" y="3"/>
                    <a:pt x="1286" y="0"/>
                    <a:pt x="1262" y="0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7309975" y="1289750"/>
              <a:ext cx="17375" cy="15550"/>
            </a:xfrm>
            <a:custGeom>
              <a:avLst/>
              <a:gdLst/>
              <a:ahLst/>
              <a:cxnLst/>
              <a:rect l="l" t="t" r="r" b="b"/>
              <a:pathLst>
                <a:path w="695" h="622" extrusionOk="0">
                  <a:moveTo>
                    <a:pt x="562" y="0"/>
                  </a:moveTo>
                  <a:cubicBezTo>
                    <a:pt x="437" y="0"/>
                    <a:pt x="453" y="204"/>
                    <a:pt x="317" y="224"/>
                  </a:cubicBezTo>
                  <a:cubicBezTo>
                    <a:pt x="89" y="256"/>
                    <a:pt x="1" y="385"/>
                    <a:pt x="191" y="621"/>
                  </a:cubicBezTo>
                  <a:cubicBezTo>
                    <a:pt x="267" y="486"/>
                    <a:pt x="342" y="364"/>
                    <a:pt x="480" y="323"/>
                  </a:cubicBezTo>
                  <a:cubicBezTo>
                    <a:pt x="664" y="269"/>
                    <a:pt x="695" y="156"/>
                    <a:pt x="652" y="26"/>
                  </a:cubicBezTo>
                  <a:cubicBezTo>
                    <a:pt x="615" y="8"/>
                    <a:pt x="586" y="0"/>
                    <a:pt x="562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7307950" y="1232425"/>
              <a:ext cx="13000" cy="12925"/>
            </a:xfrm>
            <a:custGeom>
              <a:avLst/>
              <a:gdLst/>
              <a:ahLst/>
              <a:cxnLst/>
              <a:rect l="l" t="t" r="r" b="b"/>
              <a:pathLst>
                <a:path w="520" h="517" extrusionOk="0">
                  <a:moveTo>
                    <a:pt x="278" y="0"/>
                  </a:moveTo>
                  <a:cubicBezTo>
                    <a:pt x="233" y="0"/>
                    <a:pt x="197" y="32"/>
                    <a:pt x="168" y="32"/>
                  </a:cubicBezTo>
                  <a:cubicBezTo>
                    <a:pt x="164" y="32"/>
                    <a:pt x="160" y="31"/>
                    <a:pt x="156" y="30"/>
                  </a:cubicBezTo>
                  <a:cubicBezTo>
                    <a:pt x="129" y="20"/>
                    <a:pt x="108" y="16"/>
                    <a:pt x="90" y="16"/>
                  </a:cubicBezTo>
                  <a:cubicBezTo>
                    <a:pt x="0" y="16"/>
                    <a:pt x="21" y="130"/>
                    <a:pt x="14" y="175"/>
                  </a:cubicBezTo>
                  <a:cubicBezTo>
                    <a:pt x="6" y="229"/>
                    <a:pt x="11" y="246"/>
                    <a:pt x="24" y="246"/>
                  </a:cubicBezTo>
                  <a:cubicBezTo>
                    <a:pt x="45" y="246"/>
                    <a:pt x="86" y="199"/>
                    <a:pt x="114" y="199"/>
                  </a:cubicBezTo>
                  <a:cubicBezTo>
                    <a:pt x="117" y="199"/>
                    <a:pt x="120" y="199"/>
                    <a:pt x="123" y="200"/>
                  </a:cubicBezTo>
                  <a:cubicBezTo>
                    <a:pt x="209" y="243"/>
                    <a:pt x="216" y="283"/>
                    <a:pt x="146" y="324"/>
                  </a:cubicBezTo>
                  <a:cubicBezTo>
                    <a:pt x="42" y="386"/>
                    <a:pt x="55" y="447"/>
                    <a:pt x="137" y="497"/>
                  </a:cubicBezTo>
                  <a:cubicBezTo>
                    <a:pt x="159" y="511"/>
                    <a:pt x="175" y="516"/>
                    <a:pt x="186" y="516"/>
                  </a:cubicBezTo>
                  <a:cubicBezTo>
                    <a:pt x="230" y="516"/>
                    <a:pt x="206" y="429"/>
                    <a:pt x="235" y="407"/>
                  </a:cubicBezTo>
                  <a:cubicBezTo>
                    <a:pt x="288" y="365"/>
                    <a:pt x="336" y="314"/>
                    <a:pt x="395" y="279"/>
                  </a:cubicBezTo>
                  <a:cubicBezTo>
                    <a:pt x="446" y="249"/>
                    <a:pt x="519" y="238"/>
                    <a:pt x="487" y="155"/>
                  </a:cubicBezTo>
                  <a:cubicBezTo>
                    <a:pt x="471" y="115"/>
                    <a:pt x="455" y="102"/>
                    <a:pt x="439" y="102"/>
                  </a:cubicBezTo>
                  <a:cubicBezTo>
                    <a:pt x="409" y="102"/>
                    <a:pt x="378" y="150"/>
                    <a:pt x="348" y="157"/>
                  </a:cubicBezTo>
                  <a:cubicBezTo>
                    <a:pt x="327" y="162"/>
                    <a:pt x="304" y="170"/>
                    <a:pt x="284" y="170"/>
                  </a:cubicBezTo>
                  <a:cubicBezTo>
                    <a:pt x="264" y="170"/>
                    <a:pt x="247" y="162"/>
                    <a:pt x="236" y="136"/>
                  </a:cubicBezTo>
                  <a:cubicBezTo>
                    <a:pt x="207" y="68"/>
                    <a:pt x="303" y="72"/>
                    <a:pt x="317" y="8"/>
                  </a:cubicBezTo>
                  <a:cubicBezTo>
                    <a:pt x="303" y="2"/>
                    <a:pt x="290" y="0"/>
                    <a:pt x="278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7316775" y="1238675"/>
              <a:ext cx="11700" cy="7750"/>
            </a:xfrm>
            <a:custGeom>
              <a:avLst/>
              <a:gdLst/>
              <a:ahLst/>
              <a:cxnLst/>
              <a:rect l="l" t="t" r="r" b="b"/>
              <a:pathLst>
                <a:path w="468" h="310" extrusionOk="0">
                  <a:moveTo>
                    <a:pt x="467" y="0"/>
                  </a:moveTo>
                  <a:lnTo>
                    <a:pt x="467" y="0"/>
                  </a:lnTo>
                  <a:cubicBezTo>
                    <a:pt x="223" y="7"/>
                    <a:pt x="114" y="141"/>
                    <a:pt x="0" y="306"/>
                  </a:cubicBezTo>
                  <a:cubicBezTo>
                    <a:pt x="21" y="309"/>
                    <a:pt x="41" y="310"/>
                    <a:pt x="60" y="310"/>
                  </a:cubicBezTo>
                  <a:cubicBezTo>
                    <a:pt x="257" y="310"/>
                    <a:pt x="338" y="165"/>
                    <a:pt x="467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7320100" y="1206800"/>
              <a:ext cx="8275" cy="7675"/>
            </a:xfrm>
            <a:custGeom>
              <a:avLst/>
              <a:gdLst/>
              <a:ahLst/>
              <a:cxnLst/>
              <a:rect l="l" t="t" r="r" b="b"/>
              <a:pathLst>
                <a:path w="331" h="307" extrusionOk="0">
                  <a:moveTo>
                    <a:pt x="331" y="0"/>
                  </a:moveTo>
                  <a:cubicBezTo>
                    <a:pt x="225" y="0"/>
                    <a:pt x="165" y="29"/>
                    <a:pt x="113" y="78"/>
                  </a:cubicBezTo>
                  <a:cubicBezTo>
                    <a:pt x="63" y="123"/>
                    <a:pt x="1" y="161"/>
                    <a:pt x="3" y="241"/>
                  </a:cubicBezTo>
                  <a:cubicBezTo>
                    <a:pt x="4" y="281"/>
                    <a:pt x="28" y="304"/>
                    <a:pt x="65" y="306"/>
                  </a:cubicBezTo>
                  <a:cubicBezTo>
                    <a:pt x="69" y="306"/>
                    <a:pt x="72" y="306"/>
                    <a:pt x="75" y="306"/>
                  </a:cubicBezTo>
                  <a:cubicBezTo>
                    <a:pt x="150" y="306"/>
                    <a:pt x="185" y="248"/>
                    <a:pt x="220" y="192"/>
                  </a:cubicBezTo>
                  <a:cubicBezTo>
                    <a:pt x="254" y="134"/>
                    <a:pt x="288" y="76"/>
                    <a:pt x="331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7331050" y="1270375"/>
              <a:ext cx="6575" cy="4075"/>
            </a:xfrm>
            <a:custGeom>
              <a:avLst/>
              <a:gdLst/>
              <a:ahLst/>
              <a:cxnLst/>
              <a:rect l="l" t="t" r="r" b="b"/>
              <a:pathLst>
                <a:path w="263" h="163" extrusionOk="0">
                  <a:moveTo>
                    <a:pt x="130" y="0"/>
                  </a:moveTo>
                  <a:cubicBezTo>
                    <a:pt x="101" y="0"/>
                    <a:pt x="71" y="9"/>
                    <a:pt x="42" y="25"/>
                  </a:cubicBezTo>
                  <a:cubicBezTo>
                    <a:pt x="3" y="58"/>
                    <a:pt x="0" y="100"/>
                    <a:pt x="34" y="132"/>
                  </a:cubicBezTo>
                  <a:cubicBezTo>
                    <a:pt x="57" y="154"/>
                    <a:pt x="80" y="162"/>
                    <a:pt x="103" y="162"/>
                  </a:cubicBezTo>
                  <a:cubicBezTo>
                    <a:pt x="134" y="162"/>
                    <a:pt x="165" y="147"/>
                    <a:pt x="194" y="124"/>
                  </a:cubicBezTo>
                  <a:cubicBezTo>
                    <a:pt x="228" y="98"/>
                    <a:pt x="262" y="66"/>
                    <a:pt x="209" y="27"/>
                  </a:cubicBezTo>
                  <a:cubicBezTo>
                    <a:pt x="184" y="8"/>
                    <a:pt x="157" y="0"/>
                    <a:pt x="130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7301550" y="1242050"/>
              <a:ext cx="6475" cy="5075"/>
            </a:xfrm>
            <a:custGeom>
              <a:avLst/>
              <a:gdLst/>
              <a:ahLst/>
              <a:cxnLst/>
              <a:rect l="l" t="t" r="r" b="b"/>
              <a:pathLst>
                <a:path w="259" h="203" extrusionOk="0">
                  <a:moveTo>
                    <a:pt x="258" y="0"/>
                  </a:moveTo>
                  <a:cubicBezTo>
                    <a:pt x="132" y="20"/>
                    <a:pt x="30" y="11"/>
                    <a:pt x="0" y="203"/>
                  </a:cubicBezTo>
                  <a:cubicBezTo>
                    <a:pt x="100" y="130"/>
                    <a:pt x="213" y="157"/>
                    <a:pt x="258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7307075" y="1316550"/>
              <a:ext cx="6175" cy="3775"/>
            </a:xfrm>
            <a:custGeom>
              <a:avLst/>
              <a:gdLst/>
              <a:ahLst/>
              <a:cxnLst/>
              <a:rect l="l" t="t" r="r" b="b"/>
              <a:pathLst>
                <a:path w="247" h="151" extrusionOk="0">
                  <a:moveTo>
                    <a:pt x="215" y="1"/>
                  </a:moveTo>
                  <a:cubicBezTo>
                    <a:pt x="129" y="1"/>
                    <a:pt x="64" y="40"/>
                    <a:pt x="1" y="140"/>
                  </a:cubicBezTo>
                  <a:cubicBezTo>
                    <a:pt x="38" y="147"/>
                    <a:pt x="72" y="151"/>
                    <a:pt x="101" y="151"/>
                  </a:cubicBezTo>
                  <a:cubicBezTo>
                    <a:pt x="166" y="151"/>
                    <a:pt x="212" y="130"/>
                    <a:pt x="240" y="64"/>
                  </a:cubicBezTo>
                  <a:cubicBezTo>
                    <a:pt x="246" y="47"/>
                    <a:pt x="224" y="1"/>
                    <a:pt x="215" y="1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7317625" y="1302975"/>
              <a:ext cx="5250" cy="5500"/>
            </a:xfrm>
            <a:custGeom>
              <a:avLst/>
              <a:gdLst/>
              <a:ahLst/>
              <a:cxnLst/>
              <a:rect l="l" t="t" r="r" b="b"/>
              <a:pathLst>
                <a:path w="210" h="220" extrusionOk="0">
                  <a:moveTo>
                    <a:pt x="210" y="0"/>
                  </a:moveTo>
                  <a:lnTo>
                    <a:pt x="210" y="0"/>
                  </a:lnTo>
                  <a:cubicBezTo>
                    <a:pt x="54" y="11"/>
                    <a:pt x="0" y="69"/>
                    <a:pt x="50" y="219"/>
                  </a:cubicBezTo>
                  <a:cubicBezTo>
                    <a:pt x="103" y="146"/>
                    <a:pt x="150" y="82"/>
                    <a:pt x="210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303075" y="1232425"/>
              <a:ext cx="5975" cy="1975"/>
            </a:xfrm>
            <a:custGeom>
              <a:avLst/>
              <a:gdLst/>
              <a:ahLst/>
              <a:cxnLst/>
              <a:rect l="l" t="t" r="r" b="b"/>
              <a:pathLst>
                <a:path w="239" h="79" extrusionOk="0">
                  <a:moveTo>
                    <a:pt x="112" y="1"/>
                  </a:moveTo>
                  <a:cubicBezTo>
                    <a:pt x="75" y="1"/>
                    <a:pt x="38" y="14"/>
                    <a:pt x="0" y="64"/>
                  </a:cubicBezTo>
                  <a:cubicBezTo>
                    <a:pt x="28" y="74"/>
                    <a:pt x="53" y="79"/>
                    <a:pt x="77" y="79"/>
                  </a:cubicBezTo>
                  <a:cubicBezTo>
                    <a:pt x="135" y="79"/>
                    <a:pt x="182" y="52"/>
                    <a:pt x="238" y="16"/>
                  </a:cubicBezTo>
                  <a:lnTo>
                    <a:pt x="238" y="16"/>
                  </a:lnTo>
                  <a:cubicBezTo>
                    <a:pt x="237" y="16"/>
                    <a:pt x="235" y="16"/>
                    <a:pt x="234" y="16"/>
                  </a:cubicBezTo>
                  <a:cubicBezTo>
                    <a:pt x="191" y="16"/>
                    <a:pt x="151" y="1"/>
                    <a:pt x="112" y="1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307950" y="1328100"/>
              <a:ext cx="2650" cy="2300"/>
            </a:xfrm>
            <a:custGeom>
              <a:avLst/>
              <a:gdLst/>
              <a:ahLst/>
              <a:cxnLst/>
              <a:rect l="l" t="t" r="r" b="b"/>
              <a:pathLst>
                <a:path w="106" h="92" extrusionOk="0">
                  <a:moveTo>
                    <a:pt x="105" y="0"/>
                  </a:moveTo>
                  <a:lnTo>
                    <a:pt x="105" y="0"/>
                  </a:lnTo>
                  <a:cubicBezTo>
                    <a:pt x="73" y="8"/>
                    <a:pt x="38" y="9"/>
                    <a:pt x="11" y="24"/>
                  </a:cubicBezTo>
                  <a:cubicBezTo>
                    <a:pt x="0" y="31"/>
                    <a:pt x="7" y="69"/>
                    <a:pt x="6" y="92"/>
                  </a:cubicBezTo>
                  <a:cubicBezTo>
                    <a:pt x="28" y="87"/>
                    <a:pt x="50" y="83"/>
                    <a:pt x="65" y="81"/>
                  </a:cubicBezTo>
                  <a:cubicBezTo>
                    <a:pt x="82" y="47"/>
                    <a:pt x="93" y="23"/>
                    <a:pt x="105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7289300" y="1249275"/>
              <a:ext cx="2650" cy="3075"/>
            </a:xfrm>
            <a:custGeom>
              <a:avLst/>
              <a:gdLst/>
              <a:ahLst/>
              <a:cxnLst/>
              <a:rect l="l" t="t" r="r" b="b"/>
              <a:pathLst>
                <a:path w="106" h="123" extrusionOk="0">
                  <a:moveTo>
                    <a:pt x="16" y="0"/>
                  </a:moveTo>
                  <a:cubicBezTo>
                    <a:pt x="10" y="33"/>
                    <a:pt x="0" y="67"/>
                    <a:pt x="5" y="99"/>
                  </a:cubicBezTo>
                  <a:cubicBezTo>
                    <a:pt x="6" y="108"/>
                    <a:pt x="37" y="122"/>
                    <a:pt x="56" y="122"/>
                  </a:cubicBezTo>
                  <a:cubicBezTo>
                    <a:pt x="60" y="122"/>
                    <a:pt x="63" y="122"/>
                    <a:pt x="65" y="121"/>
                  </a:cubicBezTo>
                  <a:cubicBezTo>
                    <a:pt x="105" y="106"/>
                    <a:pt x="102" y="72"/>
                    <a:pt x="82" y="37"/>
                  </a:cubicBezTo>
                  <a:cubicBezTo>
                    <a:pt x="61" y="24"/>
                    <a:pt x="38" y="12"/>
                    <a:pt x="16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7337700" y="1275525"/>
              <a:ext cx="2725" cy="1925"/>
            </a:xfrm>
            <a:custGeom>
              <a:avLst/>
              <a:gdLst/>
              <a:ahLst/>
              <a:cxnLst/>
              <a:rect l="l" t="t" r="r" b="b"/>
              <a:pathLst>
                <a:path w="109" h="77" extrusionOk="0">
                  <a:moveTo>
                    <a:pt x="44" y="0"/>
                  </a:moveTo>
                  <a:cubicBezTo>
                    <a:pt x="44" y="0"/>
                    <a:pt x="43" y="0"/>
                    <a:pt x="43" y="0"/>
                  </a:cubicBezTo>
                  <a:cubicBezTo>
                    <a:pt x="14" y="3"/>
                    <a:pt x="1" y="34"/>
                    <a:pt x="21" y="55"/>
                  </a:cubicBezTo>
                  <a:cubicBezTo>
                    <a:pt x="35" y="70"/>
                    <a:pt x="65" y="73"/>
                    <a:pt x="88" y="77"/>
                  </a:cubicBezTo>
                  <a:cubicBezTo>
                    <a:pt x="92" y="77"/>
                    <a:pt x="99" y="51"/>
                    <a:pt x="108" y="31"/>
                  </a:cubicBezTo>
                  <a:cubicBezTo>
                    <a:pt x="87" y="21"/>
                    <a:pt x="65" y="0"/>
                    <a:pt x="44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7137350" y="1266900"/>
              <a:ext cx="62400" cy="79850"/>
            </a:xfrm>
            <a:custGeom>
              <a:avLst/>
              <a:gdLst/>
              <a:ahLst/>
              <a:cxnLst/>
              <a:rect l="l" t="t" r="r" b="b"/>
              <a:pathLst>
                <a:path w="2496" h="3194" extrusionOk="0">
                  <a:moveTo>
                    <a:pt x="1025" y="762"/>
                  </a:moveTo>
                  <a:cubicBezTo>
                    <a:pt x="1058" y="762"/>
                    <a:pt x="1052" y="806"/>
                    <a:pt x="1057" y="838"/>
                  </a:cubicBezTo>
                  <a:lnTo>
                    <a:pt x="1057" y="838"/>
                  </a:lnTo>
                  <a:cubicBezTo>
                    <a:pt x="1032" y="809"/>
                    <a:pt x="1010" y="798"/>
                    <a:pt x="988" y="798"/>
                  </a:cubicBezTo>
                  <a:cubicBezTo>
                    <a:pt x="932" y="798"/>
                    <a:pt x="883" y="871"/>
                    <a:pt x="827" y="871"/>
                  </a:cubicBezTo>
                  <a:cubicBezTo>
                    <a:pt x="825" y="871"/>
                    <a:pt x="823" y="871"/>
                    <a:pt x="820" y="871"/>
                  </a:cubicBezTo>
                  <a:cubicBezTo>
                    <a:pt x="876" y="847"/>
                    <a:pt x="923" y="809"/>
                    <a:pt x="975" y="780"/>
                  </a:cubicBezTo>
                  <a:cubicBezTo>
                    <a:pt x="998" y="767"/>
                    <a:pt x="1014" y="762"/>
                    <a:pt x="1025" y="762"/>
                  </a:cubicBezTo>
                  <a:close/>
                  <a:moveTo>
                    <a:pt x="1062" y="1"/>
                  </a:moveTo>
                  <a:cubicBezTo>
                    <a:pt x="1032" y="1"/>
                    <a:pt x="999" y="9"/>
                    <a:pt x="968" y="10"/>
                  </a:cubicBezTo>
                  <a:cubicBezTo>
                    <a:pt x="952" y="13"/>
                    <a:pt x="935" y="14"/>
                    <a:pt x="919" y="14"/>
                  </a:cubicBezTo>
                  <a:cubicBezTo>
                    <a:pt x="874" y="14"/>
                    <a:pt x="828" y="6"/>
                    <a:pt x="784" y="6"/>
                  </a:cubicBezTo>
                  <a:cubicBezTo>
                    <a:pt x="738" y="6"/>
                    <a:pt x="694" y="14"/>
                    <a:pt x="653" y="49"/>
                  </a:cubicBezTo>
                  <a:cubicBezTo>
                    <a:pt x="614" y="76"/>
                    <a:pt x="633" y="173"/>
                    <a:pt x="568" y="173"/>
                  </a:cubicBezTo>
                  <a:cubicBezTo>
                    <a:pt x="554" y="173"/>
                    <a:pt x="535" y="168"/>
                    <a:pt x="512" y="157"/>
                  </a:cubicBezTo>
                  <a:cubicBezTo>
                    <a:pt x="487" y="146"/>
                    <a:pt x="459" y="137"/>
                    <a:pt x="431" y="137"/>
                  </a:cubicBezTo>
                  <a:cubicBezTo>
                    <a:pt x="387" y="137"/>
                    <a:pt x="346" y="159"/>
                    <a:pt x="328" y="227"/>
                  </a:cubicBezTo>
                  <a:cubicBezTo>
                    <a:pt x="310" y="365"/>
                    <a:pt x="232" y="463"/>
                    <a:pt x="122" y="542"/>
                  </a:cubicBezTo>
                  <a:cubicBezTo>
                    <a:pt x="42" y="602"/>
                    <a:pt x="0" y="739"/>
                    <a:pt x="102" y="739"/>
                  </a:cubicBezTo>
                  <a:cubicBezTo>
                    <a:pt x="504" y="742"/>
                    <a:pt x="338" y="1036"/>
                    <a:pt x="332" y="1197"/>
                  </a:cubicBezTo>
                  <a:cubicBezTo>
                    <a:pt x="328" y="1348"/>
                    <a:pt x="573" y="1526"/>
                    <a:pt x="241" y="1661"/>
                  </a:cubicBezTo>
                  <a:cubicBezTo>
                    <a:pt x="421" y="1681"/>
                    <a:pt x="549" y="1667"/>
                    <a:pt x="714" y="1788"/>
                  </a:cubicBezTo>
                  <a:cubicBezTo>
                    <a:pt x="694" y="1787"/>
                    <a:pt x="675" y="1786"/>
                    <a:pt x="657" y="1786"/>
                  </a:cubicBezTo>
                  <a:cubicBezTo>
                    <a:pt x="408" y="1786"/>
                    <a:pt x="446" y="1941"/>
                    <a:pt x="468" y="2077"/>
                  </a:cubicBezTo>
                  <a:cubicBezTo>
                    <a:pt x="496" y="2254"/>
                    <a:pt x="543" y="2428"/>
                    <a:pt x="571" y="2604"/>
                  </a:cubicBezTo>
                  <a:cubicBezTo>
                    <a:pt x="582" y="2678"/>
                    <a:pt x="601" y="2738"/>
                    <a:pt x="668" y="2777"/>
                  </a:cubicBezTo>
                  <a:cubicBezTo>
                    <a:pt x="708" y="2800"/>
                    <a:pt x="793" y="2762"/>
                    <a:pt x="785" y="2842"/>
                  </a:cubicBezTo>
                  <a:cubicBezTo>
                    <a:pt x="778" y="2917"/>
                    <a:pt x="694" y="2907"/>
                    <a:pt x="641" y="2929"/>
                  </a:cubicBezTo>
                  <a:cubicBezTo>
                    <a:pt x="656" y="3002"/>
                    <a:pt x="681" y="3070"/>
                    <a:pt x="736" y="3122"/>
                  </a:cubicBezTo>
                  <a:cubicBezTo>
                    <a:pt x="754" y="3146"/>
                    <a:pt x="771" y="3171"/>
                    <a:pt x="788" y="3194"/>
                  </a:cubicBezTo>
                  <a:cubicBezTo>
                    <a:pt x="809" y="3161"/>
                    <a:pt x="830" y="3128"/>
                    <a:pt x="851" y="3094"/>
                  </a:cubicBezTo>
                  <a:cubicBezTo>
                    <a:pt x="862" y="2976"/>
                    <a:pt x="909" y="2948"/>
                    <a:pt x="967" y="2948"/>
                  </a:cubicBezTo>
                  <a:cubicBezTo>
                    <a:pt x="1020" y="2948"/>
                    <a:pt x="1083" y="2971"/>
                    <a:pt x="1136" y="2971"/>
                  </a:cubicBezTo>
                  <a:cubicBezTo>
                    <a:pt x="1144" y="2971"/>
                    <a:pt x="1152" y="2970"/>
                    <a:pt x="1159" y="2969"/>
                  </a:cubicBezTo>
                  <a:cubicBezTo>
                    <a:pt x="1183" y="2971"/>
                    <a:pt x="1208" y="2974"/>
                    <a:pt x="1232" y="2975"/>
                  </a:cubicBezTo>
                  <a:cubicBezTo>
                    <a:pt x="1284" y="2864"/>
                    <a:pt x="1372" y="2739"/>
                    <a:pt x="1139" y="2739"/>
                  </a:cubicBezTo>
                  <a:cubicBezTo>
                    <a:pt x="1094" y="2739"/>
                    <a:pt x="1034" y="2721"/>
                    <a:pt x="1049" y="2673"/>
                  </a:cubicBezTo>
                  <a:cubicBezTo>
                    <a:pt x="1097" y="2523"/>
                    <a:pt x="1064" y="2356"/>
                    <a:pt x="1144" y="2216"/>
                  </a:cubicBezTo>
                  <a:cubicBezTo>
                    <a:pt x="1178" y="2154"/>
                    <a:pt x="1222" y="2119"/>
                    <a:pt x="1275" y="2119"/>
                  </a:cubicBezTo>
                  <a:cubicBezTo>
                    <a:pt x="1307" y="2119"/>
                    <a:pt x="1342" y="2131"/>
                    <a:pt x="1381" y="2158"/>
                  </a:cubicBezTo>
                  <a:cubicBezTo>
                    <a:pt x="1445" y="2201"/>
                    <a:pt x="1513" y="2233"/>
                    <a:pt x="1597" y="2239"/>
                  </a:cubicBezTo>
                  <a:cubicBezTo>
                    <a:pt x="1600" y="2239"/>
                    <a:pt x="1604" y="2239"/>
                    <a:pt x="1607" y="2239"/>
                  </a:cubicBezTo>
                  <a:cubicBezTo>
                    <a:pt x="1734" y="2239"/>
                    <a:pt x="1720" y="2039"/>
                    <a:pt x="1822" y="2039"/>
                  </a:cubicBezTo>
                  <a:cubicBezTo>
                    <a:pt x="1834" y="2039"/>
                    <a:pt x="1847" y="2041"/>
                    <a:pt x="1863" y="2047"/>
                  </a:cubicBezTo>
                  <a:cubicBezTo>
                    <a:pt x="1972" y="2091"/>
                    <a:pt x="1870" y="2322"/>
                    <a:pt x="2063" y="2333"/>
                  </a:cubicBezTo>
                  <a:cubicBezTo>
                    <a:pt x="2225" y="2306"/>
                    <a:pt x="2107" y="2153"/>
                    <a:pt x="2176" y="2084"/>
                  </a:cubicBezTo>
                  <a:cubicBezTo>
                    <a:pt x="2194" y="2061"/>
                    <a:pt x="2218" y="2058"/>
                    <a:pt x="2244" y="2058"/>
                  </a:cubicBezTo>
                  <a:cubicBezTo>
                    <a:pt x="2253" y="2058"/>
                    <a:pt x="2263" y="2059"/>
                    <a:pt x="2272" y="2059"/>
                  </a:cubicBezTo>
                  <a:cubicBezTo>
                    <a:pt x="2302" y="2059"/>
                    <a:pt x="2331" y="2054"/>
                    <a:pt x="2349" y="2020"/>
                  </a:cubicBezTo>
                  <a:cubicBezTo>
                    <a:pt x="2389" y="1985"/>
                    <a:pt x="2427" y="1951"/>
                    <a:pt x="2467" y="1917"/>
                  </a:cubicBezTo>
                  <a:cubicBezTo>
                    <a:pt x="2496" y="1846"/>
                    <a:pt x="2490" y="1788"/>
                    <a:pt x="2405" y="1763"/>
                  </a:cubicBezTo>
                  <a:cubicBezTo>
                    <a:pt x="2331" y="1788"/>
                    <a:pt x="2261" y="1805"/>
                    <a:pt x="2202" y="1805"/>
                  </a:cubicBezTo>
                  <a:cubicBezTo>
                    <a:pt x="2083" y="1805"/>
                    <a:pt x="2003" y="1738"/>
                    <a:pt x="2002" y="1532"/>
                  </a:cubicBezTo>
                  <a:cubicBezTo>
                    <a:pt x="2002" y="1516"/>
                    <a:pt x="1993" y="1508"/>
                    <a:pt x="1992" y="1508"/>
                  </a:cubicBezTo>
                  <a:cubicBezTo>
                    <a:pt x="1964" y="1452"/>
                    <a:pt x="1935" y="1393"/>
                    <a:pt x="1878" y="1393"/>
                  </a:cubicBezTo>
                  <a:cubicBezTo>
                    <a:pt x="1860" y="1393"/>
                    <a:pt x="1841" y="1398"/>
                    <a:pt x="1817" y="1411"/>
                  </a:cubicBezTo>
                  <a:cubicBezTo>
                    <a:pt x="1737" y="1454"/>
                    <a:pt x="1607" y="1502"/>
                    <a:pt x="1657" y="1612"/>
                  </a:cubicBezTo>
                  <a:cubicBezTo>
                    <a:pt x="1726" y="1765"/>
                    <a:pt x="1645" y="1848"/>
                    <a:pt x="1567" y="1967"/>
                  </a:cubicBezTo>
                  <a:cubicBezTo>
                    <a:pt x="1493" y="1750"/>
                    <a:pt x="1403" y="1553"/>
                    <a:pt x="1625" y="1386"/>
                  </a:cubicBezTo>
                  <a:cubicBezTo>
                    <a:pt x="1659" y="1359"/>
                    <a:pt x="1673" y="1309"/>
                    <a:pt x="1651" y="1266"/>
                  </a:cubicBezTo>
                  <a:cubicBezTo>
                    <a:pt x="1634" y="1232"/>
                    <a:pt x="1607" y="1224"/>
                    <a:pt x="1575" y="1224"/>
                  </a:cubicBezTo>
                  <a:cubicBezTo>
                    <a:pt x="1564" y="1224"/>
                    <a:pt x="1552" y="1225"/>
                    <a:pt x="1540" y="1226"/>
                  </a:cubicBezTo>
                  <a:cubicBezTo>
                    <a:pt x="1358" y="1242"/>
                    <a:pt x="1171" y="1245"/>
                    <a:pt x="1125" y="1487"/>
                  </a:cubicBezTo>
                  <a:cubicBezTo>
                    <a:pt x="949" y="1346"/>
                    <a:pt x="909" y="1201"/>
                    <a:pt x="1011" y="1020"/>
                  </a:cubicBezTo>
                  <a:cubicBezTo>
                    <a:pt x="1037" y="973"/>
                    <a:pt x="1062" y="921"/>
                    <a:pt x="1064" y="863"/>
                  </a:cubicBezTo>
                  <a:lnTo>
                    <a:pt x="1064" y="863"/>
                  </a:lnTo>
                  <a:cubicBezTo>
                    <a:pt x="1065" y="864"/>
                    <a:pt x="1065" y="865"/>
                    <a:pt x="1066" y="865"/>
                  </a:cubicBezTo>
                  <a:cubicBezTo>
                    <a:pt x="1140" y="905"/>
                    <a:pt x="1291" y="919"/>
                    <a:pt x="1124" y="1038"/>
                  </a:cubicBezTo>
                  <a:cubicBezTo>
                    <a:pt x="1075" y="1074"/>
                    <a:pt x="1013" y="1109"/>
                    <a:pt x="1055" y="1182"/>
                  </a:cubicBezTo>
                  <a:cubicBezTo>
                    <a:pt x="1084" y="1231"/>
                    <a:pt x="1128" y="1244"/>
                    <a:pt x="1176" y="1244"/>
                  </a:cubicBezTo>
                  <a:cubicBezTo>
                    <a:pt x="1196" y="1244"/>
                    <a:pt x="1217" y="1241"/>
                    <a:pt x="1239" y="1238"/>
                  </a:cubicBezTo>
                  <a:cubicBezTo>
                    <a:pt x="1505" y="1199"/>
                    <a:pt x="1601" y="921"/>
                    <a:pt x="1405" y="683"/>
                  </a:cubicBezTo>
                  <a:cubicBezTo>
                    <a:pt x="1334" y="597"/>
                    <a:pt x="1348" y="535"/>
                    <a:pt x="1353" y="455"/>
                  </a:cubicBezTo>
                  <a:cubicBezTo>
                    <a:pt x="1311" y="314"/>
                    <a:pt x="1001" y="308"/>
                    <a:pt x="1159" y="68"/>
                  </a:cubicBezTo>
                  <a:cubicBezTo>
                    <a:pt x="1137" y="13"/>
                    <a:pt x="1101" y="1"/>
                    <a:pt x="1062" y="1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7135875" y="1229450"/>
              <a:ext cx="41575" cy="43975"/>
            </a:xfrm>
            <a:custGeom>
              <a:avLst/>
              <a:gdLst/>
              <a:ahLst/>
              <a:cxnLst/>
              <a:rect l="l" t="t" r="r" b="b"/>
              <a:pathLst>
                <a:path w="1663" h="1759" extrusionOk="0">
                  <a:moveTo>
                    <a:pt x="223" y="1"/>
                  </a:moveTo>
                  <a:lnTo>
                    <a:pt x="223" y="1"/>
                  </a:lnTo>
                  <a:cubicBezTo>
                    <a:pt x="138" y="124"/>
                    <a:pt x="168" y="240"/>
                    <a:pt x="244" y="354"/>
                  </a:cubicBezTo>
                  <a:cubicBezTo>
                    <a:pt x="1" y="511"/>
                    <a:pt x="223" y="616"/>
                    <a:pt x="280" y="748"/>
                  </a:cubicBezTo>
                  <a:cubicBezTo>
                    <a:pt x="309" y="817"/>
                    <a:pt x="425" y="853"/>
                    <a:pt x="395" y="899"/>
                  </a:cubicBezTo>
                  <a:cubicBezTo>
                    <a:pt x="229" y="1158"/>
                    <a:pt x="376" y="1425"/>
                    <a:pt x="354" y="1685"/>
                  </a:cubicBezTo>
                  <a:cubicBezTo>
                    <a:pt x="365" y="1698"/>
                    <a:pt x="376" y="1712"/>
                    <a:pt x="387" y="1725"/>
                  </a:cubicBezTo>
                  <a:cubicBezTo>
                    <a:pt x="415" y="1701"/>
                    <a:pt x="447" y="1688"/>
                    <a:pt x="478" y="1688"/>
                  </a:cubicBezTo>
                  <a:cubicBezTo>
                    <a:pt x="498" y="1688"/>
                    <a:pt x="517" y="1694"/>
                    <a:pt x="534" y="1705"/>
                  </a:cubicBezTo>
                  <a:cubicBezTo>
                    <a:pt x="591" y="1742"/>
                    <a:pt x="631" y="1758"/>
                    <a:pt x="660" y="1758"/>
                  </a:cubicBezTo>
                  <a:cubicBezTo>
                    <a:pt x="731" y="1758"/>
                    <a:pt x="735" y="1667"/>
                    <a:pt x="734" y="1566"/>
                  </a:cubicBezTo>
                  <a:cubicBezTo>
                    <a:pt x="777" y="1487"/>
                    <a:pt x="816" y="1460"/>
                    <a:pt x="853" y="1460"/>
                  </a:cubicBezTo>
                  <a:cubicBezTo>
                    <a:pt x="915" y="1460"/>
                    <a:pt x="972" y="1541"/>
                    <a:pt x="1031" y="1588"/>
                  </a:cubicBezTo>
                  <a:cubicBezTo>
                    <a:pt x="1065" y="1559"/>
                    <a:pt x="1100" y="1545"/>
                    <a:pt x="1138" y="1545"/>
                  </a:cubicBezTo>
                  <a:cubicBezTo>
                    <a:pt x="1164" y="1545"/>
                    <a:pt x="1190" y="1552"/>
                    <a:pt x="1218" y="1566"/>
                  </a:cubicBezTo>
                  <a:cubicBezTo>
                    <a:pt x="1354" y="1413"/>
                    <a:pt x="1424" y="1205"/>
                    <a:pt x="1663" y="1107"/>
                  </a:cubicBezTo>
                  <a:cubicBezTo>
                    <a:pt x="1604" y="1081"/>
                    <a:pt x="1554" y="1070"/>
                    <a:pt x="1512" y="1070"/>
                  </a:cubicBezTo>
                  <a:cubicBezTo>
                    <a:pt x="1357" y="1070"/>
                    <a:pt x="1294" y="1217"/>
                    <a:pt x="1201" y="1303"/>
                  </a:cubicBezTo>
                  <a:cubicBezTo>
                    <a:pt x="971" y="1272"/>
                    <a:pt x="858" y="1167"/>
                    <a:pt x="915" y="912"/>
                  </a:cubicBezTo>
                  <a:cubicBezTo>
                    <a:pt x="947" y="767"/>
                    <a:pt x="1018" y="540"/>
                    <a:pt x="832" y="490"/>
                  </a:cubicBezTo>
                  <a:cubicBezTo>
                    <a:pt x="541" y="410"/>
                    <a:pt x="358" y="248"/>
                    <a:pt x="223" y="1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7160125" y="1129950"/>
              <a:ext cx="4600" cy="3500"/>
            </a:xfrm>
            <a:custGeom>
              <a:avLst/>
              <a:gdLst/>
              <a:ahLst/>
              <a:cxnLst/>
              <a:rect l="l" t="t" r="r" b="b"/>
              <a:pathLst>
                <a:path w="184" h="140" extrusionOk="0">
                  <a:moveTo>
                    <a:pt x="184" y="0"/>
                  </a:moveTo>
                  <a:cubicBezTo>
                    <a:pt x="89" y="6"/>
                    <a:pt x="38" y="45"/>
                    <a:pt x="0" y="138"/>
                  </a:cubicBezTo>
                  <a:cubicBezTo>
                    <a:pt x="11" y="139"/>
                    <a:pt x="22" y="140"/>
                    <a:pt x="32" y="140"/>
                  </a:cubicBezTo>
                  <a:cubicBezTo>
                    <a:pt x="128" y="140"/>
                    <a:pt x="171" y="100"/>
                    <a:pt x="184" y="0"/>
                  </a:cubicBezTo>
                  <a:close/>
                </a:path>
              </a:pathLst>
            </a:custGeom>
            <a:solidFill>
              <a:srgbClr val="F18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7160550" y="1151875"/>
              <a:ext cx="4125" cy="3325"/>
            </a:xfrm>
            <a:custGeom>
              <a:avLst/>
              <a:gdLst/>
              <a:ahLst/>
              <a:cxnLst/>
              <a:rect l="l" t="t" r="r" b="b"/>
              <a:pathLst>
                <a:path w="165" h="133" extrusionOk="0">
                  <a:moveTo>
                    <a:pt x="98" y="0"/>
                  </a:moveTo>
                  <a:cubicBezTo>
                    <a:pt x="79" y="0"/>
                    <a:pt x="64" y="2"/>
                    <a:pt x="52" y="8"/>
                  </a:cubicBezTo>
                  <a:cubicBezTo>
                    <a:pt x="9" y="32"/>
                    <a:pt x="1" y="78"/>
                    <a:pt x="36" y="115"/>
                  </a:cubicBezTo>
                  <a:cubicBezTo>
                    <a:pt x="48" y="127"/>
                    <a:pt x="63" y="132"/>
                    <a:pt x="78" y="132"/>
                  </a:cubicBezTo>
                  <a:cubicBezTo>
                    <a:pt x="96" y="132"/>
                    <a:pt x="114" y="124"/>
                    <a:pt x="127" y="108"/>
                  </a:cubicBezTo>
                  <a:cubicBezTo>
                    <a:pt x="146" y="85"/>
                    <a:pt x="148" y="50"/>
                    <a:pt x="165" y="1"/>
                  </a:cubicBezTo>
                  <a:lnTo>
                    <a:pt x="165" y="1"/>
                  </a:lnTo>
                  <a:cubicBezTo>
                    <a:pt x="157" y="1"/>
                    <a:pt x="150" y="1"/>
                    <a:pt x="143" y="1"/>
                  </a:cubicBezTo>
                  <a:cubicBezTo>
                    <a:pt x="126" y="1"/>
                    <a:pt x="111" y="0"/>
                    <a:pt x="98" y="0"/>
                  </a:cubicBezTo>
                  <a:close/>
                </a:path>
              </a:pathLst>
            </a:custGeom>
            <a:solidFill>
              <a:srgbClr val="EE7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7177050" y="1141500"/>
              <a:ext cx="3950" cy="5325"/>
            </a:xfrm>
            <a:custGeom>
              <a:avLst/>
              <a:gdLst/>
              <a:ahLst/>
              <a:cxnLst/>
              <a:rect l="l" t="t" r="r" b="b"/>
              <a:pathLst>
                <a:path w="158" h="213" extrusionOk="0">
                  <a:moveTo>
                    <a:pt x="46" y="1"/>
                  </a:moveTo>
                  <a:cubicBezTo>
                    <a:pt x="5" y="62"/>
                    <a:pt x="0" y="126"/>
                    <a:pt x="39" y="212"/>
                  </a:cubicBezTo>
                  <a:cubicBezTo>
                    <a:pt x="151" y="127"/>
                    <a:pt x="158" y="62"/>
                    <a:pt x="46" y="1"/>
                  </a:cubicBezTo>
                  <a:close/>
                </a:path>
              </a:pathLst>
            </a:custGeom>
            <a:solidFill>
              <a:srgbClr val="EE7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7155550" y="1154550"/>
              <a:ext cx="2125" cy="2550"/>
            </a:xfrm>
            <a:custGeom>
              <a:avLst/>
              <a:gdLst/>
              <a:ahLst/>
              <a:cxnLst/>
              <a:rect l="l" t="t" r="r" b="b"/>
              <a:pathLst>
                <a:path w="85" h="102" extrusionOk="0">
                  <a:moveTo>
                    <a:pt x="56" y="1"/>
                  </a:moveTo>
                  <a:cubicBezTo>
                    <a:pt x="45" y="1"/>
                    <a:pt x="30" y="9"/>
                    <a:pt x="15" y="22"/>
                  </a:cubicBezTo>
                  <a:cubicBezTo>
                    <a:pt x="13" y="36"/>
                    <a:pt x="1" y="62"/>
                    <a:pt x="7" y="80"/>
                  </a:cubicBezTo>
                  <a:cubicBezTo>
                    <a:pt x="13" y="94"/>
                    <a:pt x="24" y="101"/>
                    <a:pt x="37" y="101"/>
                  </a:cubicBezTo>
                  <a:cubicBezTo>
                    <a:pt x="47" y="101"/>
                    <a:pt x="57" y="97"/>
                    <a:pt x="65" y="86"/>
                  </a:cubicBezTo>
                  <a:cubicBezTo>
                    <a:pt x="77" y="69"/>
                    <a:pt x="85" y="40"/>
                    <a:pt x="79" y="21"/>
                  </a:cubicBezTo>
                  <a:cubicBezTo>
                    <a:pt x="74" y="6"/>
                    <a:pt x="66" y="1"/>
                    <a:pt x="56" y="1"/>
                  </a:cubicBezTo>
                  <a:close/>
                </a:path>
              </a:pathLst>
            </a:custGeom>
            <a:solidFill>
              <a:srgbClr val="EE7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7155050" y="1268575"/>
              <a:ext cx="62100" cy="51600"/>
            </a:xfrm>
            <a:custGeom>
              <a:avLst/>
              <a:gdLst/>
              <a:ahLst/>
              <a:cxnLst/>
              <a:rect l="l" t="t" r="r" b="b"/>
              <a:pathLst>
                <a:path w="2484" h="2064" extrusionOk="0">
                  <a:moveTo>
                    <a:pt x="1903" y="1"/>
                  </a:moveTo>
                  <a:cubicBezTo>
                    <a:pt x="1870" y="84"/>
                    <a:pt x="1831" y="141"/>
                    <a:pt x="1725" y="159"/>
                  </a:cubicBezTo>
                  <a:cubicBezTo>
                    <a:pt x="1491" y="196"/>
                    <a:pt x="1223" y="160"/>
                    <a:pt x="1077" y="424"/>
                  </a:cubicBezTo>
                  <a:cubicBezTo>
                    <a:pt x="1068" y="441"/>
                    <a:pt x="1025" y="469"/>
                    <a:pt x="994" y="469"/>
                  </a:cubicBezTo>
                  <a:cubicBezTo>
                    <a:pt x="971" y="469"/>
                    <a:pt x="955" y="455"/>
                    <a:pt x="961" y="412"/>
                  </a:cubicBezTo>
                  <a:cubicBezTo>
                    <a:pt x="972" y="333"/>
                    <a:pt x="957" y="308"/>
                    <a:pt x="936" y="308"/>
                  </a:cubicBezTo>
                  <a:cubicBezTo>
                    <a:pt x="910" y="308"/>
                    <a:pt x="875" y="345"/>
                    <a:pt x="869" y="366"/>
                  </a:cubicBezTo>
                  <a:cubicBezTo>
                    <a:pt x="848" y="439"/>
                    <a:pt x="823" y="463"/>
                    <a:pt x="797" y="463"/>
                  </a:cubicBezTo>
                  <a:cubicBezTo>
                    <a:pt x="750" y="463"/>
                    <a:pt x="698" y="387"/>
                    <a:pt x="652" y="387"/>
                  </a:cubicBezTo>
                  <a:cubicBezTo>
                    <a:pt x="649" y="387"/>
                    <a:pt x="647" y="387"/>
                    <a:pt x="645" y="388"/>
                  </a:cubicBezTo>
                  <a:cubicBezTo>
                    <a:pt x="613" y="471"/>
                    <a:pt x="363" y="542"/>
                    <a:pt x="648" y="649"/>
                  </a:cubicBezTo>
                  <a:cubicBezTo>
                    <a:pt x="720" y="676"/>
                    <a:pt x="784" y="887"/>
                    <a:pt x="712" y="1007"/>
                  </a:cubicBezTo>
                  <a:cubicBezTo>
                    <a:pt x="667" y="1082"/>
                    <a:pt x="599" y="1117"/>
                    <a:pt x="521" y="1117"/>
                  </a:cubicBezTo>
                  <a:cubicBezTo>
                    <a:pt x="474" y="1117"/>
                    <a:pt x="422" y="1103"/>
                    <a:pt x="370" y="1078"/>
                  </a:cubicBezTo>
                  <a:cubicBezTo>
                    <a:pt x="564" y="1063"/>
                    <a:pt x="620" y="905"/>
                    <a:pt x="597" y="791"/>
                  </a:cubicBezTo>
                  <a:cubicBezTo>
                    <a:pt x="589" y="748"/>
                    <a:pt x="570" y="734"/>
                    <a:pt x="545" y="734"/>
                  </a:cubicBezTo>
                  <a:cubicBezTo>
                    <a:pt x="501" y="734"/>
                    <a:pt x="437" y="780"/>
                    <a:pt x="384" y="780"/>
                  </a:cubicBezTo>
                  <a:cubicBezTo>
                    <a:pt x="374" y="780"/>
                    <a:pt x="364" y="778"/>
                    <a:pt x="355" y="774"/>
                  </a:cubicBezTo>
                  <a:cubicBezTo>
                    <a:pt x="262" y="952"/>
                    <a:pt x="1" y="1105"/>
                    <a:pt x="271" y="1337"/>
                  </a:cubicBezTo>
                  <a:cubicBezTo>
                    <a:pt x="276" y="1342"/>
                    <a:pt x="276" y="1354"/>
                    <a:pt x="280" y="1362"/>
                  </a:cubicBezTo>
                  <a:cubicBezTo>
                    <a:pt x="301" y="1418"/>
                    <a:pt x="255" y="1515"/>
                    <a:pt x="368" y="1515"/>
                  </a:cubicBezTo>
                  <a:cubicBezTo>
                    <a:pt x="369" y="1515"/>
                    <a:pt x="370" y="1515"/>
                    <a:pt x="371" y="1515"/>
                  </a:cubicBezTo>
                  <a:cubicBezTo>
                    <a:pt x="467" y="1512"/>
                    <a:pt x="523" y="1455"/>
                    <a:pt x="529" y="1370"/>
                  </a:cubicBezTo>
                  <a:cubicBezTo>
                    <a:pt x="534" y="1275"/>
                    <a:pt x="565" y="1228"/>
                    <a:pt x="620" y="1228"/>
                  </a:cubicBezTo>
                  <a:cubicBezTo>
                    <a:pt x="646" y="1228"/>
                    <a:pt x="676" y="1238"/>
                    <a:pt x="711" y="1258"/>
                  </a:cubicBezTo>
                  <a:cubicBezTo>
                    <a:pt x="726" y="1266"/>
                    <a:pt x="739" y="1269"/>
                    <a:pt x="752" y="1269"/>
                  </a:cubicBezTo>
                  <a:cubicBezTo>
                    <a:pt x="804" y="1269"/>
                    <a:pt x="845" y="1214"/>
                    <a:pt x="900" y="1214"/>
                  </a:cubicBezTo>
                  <a:cubicBezTo>
                    <a:pt x="905" y="1214"/>
                    <a:pt x="910" y="1215"/>
                    <a:pt x="916" y="1216"/>
                  </a:cubicBezTo>
                  <a:cubicBezTo>
                    <a:pt x="878" y="1370"/>
                    <a:pt x="614" y="1352"/>
                    <a:pt x="708" y="1586"/>
                  </a:cubicBezTo>
                  <a:cubicBezTo>
                    <a:pt x="764" y="1729"/>
                    <a:pt x="758" y="1899"/>
                    <a:pt x="882" y="2063"/>
                  </a:cubicBezTo>
                  <a:cubicBezTo>
                    <a:pt x="885" y="1877"/>
                    <a:pt x="1124" y="1785"/>
                    <a:pt x="1054" y="1643"/>
                  </a:cubicBezTo>
                  <a:cubicBezTo>
                    <a:pt x="962" y="1453"/>
                    <a:pt x="1074" y="1430"/>
                    <a:pt x="1192" y="1365"/>
                  </a:cubicBezTo>
                  <a:cubicBezTo>
                    <a:pt x="1222" y="1453"/>
                    <a:pt x="1303" y="1568"/>
                    <a:pt x="1273" y="1622"/>
                  </a:cubicBezTo>
                  <a:cubicBezTo>
                    <a:pt x="1184" y="1784"/>
                    <a:pt x="1238" y="1809"/>
                    <a:pt x="1312" y="1809"/>
                  </a:cubicBezTo>
                  <a:cubicBezTo>
                    <a:pt x="1345" y="1809"/>
                    <a:pt x="1381" y="1804"/>
                    <a:pt x="1411" y="1804"/>
                  </a:cubicBezTo>
                  <a:cubicBezTo>
                    <a:pt x="1424" y="1804"/>
                    <a:pt x="1436" y="1805"/>
                    <a:pt x="1446" y="1808"/>
                  </a:cubicBezTo>
                  <a:cubicBezTo>
                    <a:pt x="1461" y="1812"/>
                    <a:pt x="1476" y="1813"/>
                    <a:pt x="1490" y="1813"/>
                  </a:cubicBezTo>
                  <a:cubicBezTo>
                    <a:pt x="1572" y="1813"/>
                    <a:pt x="1637" y="1754"/>
                    <a:pt x="1697" y="1696"/>
                  </a:cubicBezTo>
                  <a:cubicBezTo>
                    <a:pt x="1892" y="1538"/>
                    <a:pt x="2031" y="1391"/>
                    <a:pt x="1932" y="1083"/>
                  </a:cubicBezTo>
                  <a:cubicBezTo>
                    <a:pt x="1896" y="977"/>
                    <a:pt x="1952" y="762"/>
                    <a:pt x="1945" y="597"/>
                  </a:cubicBezTo>
                  <a:cubicBezTo>
                    <a:pt x="1939" y="409"/>
                    <a:pt x="2000" y="328"/>
                    <a:pt x="2116" y="328"/>
                  </a:cubicBezTo>
                  <a:cubicBezTo>
                    <a:pt x="2163" y="328"/>
                    <a:pt x="2219" y="341"/>
                    <a:pt x="2284" y="366"/>
                  </a:cubicBezTo>
                  <a:cubicBezTo>
                    <a:pt x="2310" y="296"/>
                    <a:pt x="2484" y="279"/>
                    <a:pt x="2412" y="223"/>
                  </a:cubicBezTo>
                  <a:cubicBezTo>
                    <a:pt x="2332" y="160"/>
                    <a:pt x="2201" y="160"/>
                    <a:pt x="2108" y="68"/>
                  </a:cubicBezTo>
                  <a:cubicBezTo>
                    <a:pt x="2077" y="36"/>
                    <a:pt x="1962" y="66"/>
                    <a:pt x="1903" y="1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7190500" y="1316225"/>
              <a:ext cx="11950" cy="10550"/>
            </a:xfrm>
            <a:custGeom>
              <a:avLst/>
              <a:gdLst/>
              <a:ahLst/>
              <a:cxnLst/>
              <a:rect l="l" t="t" r="r" b="b"/>
              <a:pathLst>
                <a:path w="478" h="422" extrusionOk="0">
                  <a:moveTo>
                    <a:pt x="62" y="0"/>
                  </a:moveTo>
                  <a:cubicBezTo>
                    <a:pt x="42" y="0"/>
                    <a:pt x="22" y="8"/>
                    <a:pt x="0" y="30"/>
                  </a:cubicBezTo>
                  <a:cubicBezTo>
                    <a:pt x="70" y="174"/>
                    <a:pt x="74" y="362"/>
                    <a:pt x="267" y="422"/>
                  </a:cubicBezTo>
                  <a:lnTo>
                    <a:pt x="267" y="422"/>
                  </a:lnTo>
                  <a:cubicBezTo>
                    <a:pt x="318" y="352"/>
                    <a:pt x="430" y="340"/>
                    <a:pt x="477" y="194"/>
                  </a:cubicBezTo>
                  <a:lnTo>
                    <a:pt x="477" y="194"/>
                  </a:lnTo>
                  <a:cubicBezTo>
                    <a:pt x="416" y="231"/>
                    <a:pt x="373" y="246"/>
                    <a:pt x="343" y="246"/>
                  </a:cubicBezTo>
                  <a:cubicBezTo>
                    <a:pt x="248" y="246"/>
                    <a:pt x="276" y="99"/>
                    <a:pt x="223" y="47"/>
                  </a:cubicBezTo>
                  <a:cubicBezTo>
                    <a:pt x="217" y="48"/>
                    <a:pt x="212" y="49"/>
                    <a:pt x="206" y="49"/>
                  </a:cubicBezTo>
                  <a:cubicBezTo>
                    <a:pt x="157" y="49"/>
                    <a:pt x="111" y="0"/>
                    <a:pt x="62" y="0"/>
                  </a:cubicBezTo>
                  <a:close/>
                  <a:moveTo>
                    <a:pt x="267" y="422"/>
                  </a:moveTo>
                  <a:cubicBezTo>
                    <a:pt x="267" y="422"/>
                    <a:pt x="267" y="422"/>
                    <a:pt x="267" y="422"/>
                  </a:cubicBezTo>
                  <a:lnTo>
                    <a:pt x="268" y="422"/>
                  </a:lnTo>
                  <a:cubicBezTo>
                    <a:pt x="268" y="422"/>
                    <a:pt x="267" y="422"/>
                    <a:pt x="267" y="422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7197475" y="1308850"/>
              <a:ext cx="8125" cy="5975"/>
            </a:xfrm>
            <a:custGeom>
              <a:avLst/>
              <a:gdLst/>
              <a:ahLst/>
              <a:cxnLst/>
              <a:rect l="l" t="t" r="r" b="b"/>
              <a:pathLst>
                <a:path w="325" h="239" extrusionOk="0">
                  <a:moveTo>
                    <a:pt x="255" y="0"/>
                  </a:moveTo>
                  <a:cubicBezTo>
                    <a:pt x="175" y="0"/>
                    <a:pt x="123" y="94"/>
                    <a:pt x="43" y="94"/>
                  </a:cubicBezTo>
                  <a:cubicBezTo>
                    <a:pt x="29" y="94"/>
                    <a:pt x="15" y="91"/>
                    <a:pt x="0" y="85"/>
                  </a:cubicBezTo>
                  <a:lnTo>
                    <a:pt x="0" y="85"/>
                  </a:lnTo>
                  <a:cubicBezTo>
                    <a:pt x="21" y="137"/>
                    <a:pt x="42" y="188"/>
                    <a:pt x="62" y="239"/>
                  </a:cubicBezTo>
                  <a:cubicBezTo>
                    <a:pt x="218" y="236"/>
                    <a:pt x="324" y="188"/>
                    <a:pt x="279" y="3"/>
                  </a:cubicBezTo>
                  <a:cubicBezTo>
                    <a:pt x="271" y="1"/>
                    <a:pt x="263" y="0"/>
                    <a:pt x="255" y="0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7159075" y="1316000"/>
              <a:ext cx="29875" cy="25275"/>
            </a:xfrm>
            <a:custGeom>
              <a:avLst/>
              <a:gdLst/>
              <a:ahLst/>
              <a:cxnLst/>
              <a:rect l="l" t="t" r="r" b="b"/>
              <a:pathLst>
                <a:path w="1195" h="1011" extrusionOk="0">
                  <a:moveTo>
                    <a:pt x="1005" y="0"/>
                  </a:moveTo>
                  <a:cubicBezTo>
                    <a:pt x="933" y="0"/>
                    <a:pt x="846" y="25"/>
                    <a:pt x="820" y="132"/>
                  </a:cubicBezTo>
                  <a:cubicBezTo>
                    <a:pt x="801" y="216"/>
                    <a:pt x="764" y="244"/>
                    <a:pt x="722" y="244"/>
                  </a:cubicBezTo>
                  <a:cubicBezTo>
                    <a:pt x="674" y="244"/>
                    <a:pt x="621" y="207"/>
                    <a:pt x="583" y="176"/>
                  </a:cubicBezTo>
                  <a:cubicBezTo>
                    <a:pt x="525" y="128"/>
                    <a:pt x="485" y="54"/>
                    <a:pt x="416" y="54"/>
                  </a:cubicBezTo>
                  <a:cubicBezTo>
                    <a:pt x="393" y="54"/>
                    <a:pt x="368" y="62"/>
                    <a:pt x="338" y="81"/>
                  </a:cubicBezTo>
                  <a:cubicBezTo>
                    <a:pt x="223" y="155"/>
                    <a:pt x="155" y="259"/>
                    <a:pt x="161" y="403"/>
                  </a:cubicBezTo>
                  <a:cubicBezTo>
                    <a:pt x="165" y="490"/>
                    <a:pt x="179" y="586"/>
                    <a:pt x="120" y="654"/>
                  </a:cubicBezTo>
                  <a:cubicBezTo>
                    <a:pt x="0" y="792"/>
                    <a:pt x="71" y="847"/>
                    <a:pt x="163" y="847"/>
                  </a:cubicBezTo>
                  <a:cubicBezTo>
                    <a:pt x="182" y="847"/>
                    <a:pt x="202" y="845"/>
                    <a:pt x="221" y="840"/>
                  </a:cubicBezTo>
                  <a:cubicBezTo>
                    <a:pt x="254" y="833"/>
                    <a:pt x="280" y="830"/>
                    <a:pt x="301" y="830"/>
                  </a:cubicBezTo>
                  <a:cubicBezTo>
                    <a:pt x="409" y="830"/>
                    <a:pt x="383" y="915"/>
                    <a:pt x="363" y="1011"/>
                  </a:cubicBezTo>
                  <a:cubicBezTo>
                    <a:pt x="401" y="982"/>
                    <a:pt x="434" y="943"/>
                    <a:pt x="483" y="943"/>
                  </a:cubicBezTo>
                  <a:cubicBezTo>
                    <a:pt x="494" y="943"/>
                    <a:pt x="505" y="945"/>
                    <a:pt x="517" y="949"/>
                  </a:cubicBezTo>
                  <a:cubicBezTo>
                    <a:pt x="656" y="817"/>
                    <a:pt x="692" y="614"/>
                    <a:pt x="847" y="480"/>
                  </a:cubicBezTo>
                  <a:lnTo>
                    <a:pt x="847" y="480"/>
                  </a:lnTo>
                  <a:cubicBezTo>
                    <a:pt x="833" y="483"/>
                    <a:pt x="819" y="484"/>
                    <a:pt x="805" y="484"/>
                  </a:cubicBezTo>
                  <a:cubicBezTo>
                    <a:pt x="717" y="484"/>
                    <a:pt x="631" y="432"/>
                    <a:pt x="547" y="432"/>
                  </a:cubicBezTo>
                  <a:cubicBezTo>
                    <a:pt x="491" y="432"/>
                    <a:pt x="436" y="455"/>
                    <a:pt x="382" y="531"/>
                  </a:cubicBezTo>
                  <a:cubicBezTo>
                    <a:pt x="334" y="381"/>
                    <a:pt x="373" y="279"/>
                    <a:pt x="466" y="279"/>
                  </a:cubicBezTo>
                  <a:cubicBezTo>
                    <a:pt x="483" y="279"/>
                    <a:pt x="501" y="282"/>
                    <a:pt x="521" y="289"/>
                  </a:cubicBezTo>
                  <a:cubicBezTo>
                    <a:pt x="584" y="311"/>
                    <a:pt x="642" y="324"/>
                    <a:pt x="694" y="324"/>
                  </a:cubicBezTo>
                  <a:cubicBezTo>
                    <a:pt x="813" y="324"/>
                    <a:pt x="908" y="257"/>
                    <a:pt x="994" y="72"/>
                  </a:cubicBezTo>
                  <a:lnTo>
                    <a:pt x="994" y="72"/>
                  </a:lnTo>
                  <a:cubicBezTo>
                    <a:pt x="997" y="236"/>
                    <a:pt x="943" y="412"/>
                    <a:pt x="1058" y="412"/>
                  </a:cubicBezTo>
                  <a:cubicBezTo>
                    <a:pt x="1090" y="412"/>
                    <a:pt x="1133" y="399"/>
                    <a:pt x="1194" y="369"/>
                  </a:cubicBezTo>
                  <a:cubicBezTo>
                    <a:pt x="1149" y="308"/>
                    <a:pt x="1087" y="259"/>
                    <a:pt x="1098" y="166"/>
                  </a:cubicBezTo>
                  <a:cubicBezTo>
                    <a:pt x="1106" y="100"/>
                    <a:pt x="1087" y="3"/>
                    <a:pt x="1015" y="0"/>
                  </a:cubicBezTo>
                  <a:cubicBezTo>
                    <a:pt x="1012" y="0"/>
                    <a:pt x="1008" y="0"/>
                    <a:pt x="1005" y="0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7169525" y="1330950"/>
              <a:ext cx="21725" cy="16775"/>
            </a:xfrm>
            <a:custGeom>
              <a:avLst/>
              <a:gdLst/>
              <a:ahLst/>
              <a:cxnLst/>
              <a:rect l="l" t="t" r="r" b="b"/>
              <a:pathLst>
                <a:path w="869" h="671" extrusionOk="0">
                  <a:moveTo>
                    <a:pt x="690" y="1"/>
                  </a:moveTo>
                  <a:cubicBezTo>
                    <a:pt x="653" y="1"/>
                    <a:pt x="620" y="14"/>
                    <a:pt x="590" y="58"/>
                  </a:cubicBezTo>
                  <a:cubicBezTo>
                    <a:pt x="488" y="208"/>
                    <a:pt x="337" y="298"/>
                    <a:pt x="174" y="341"/>
                  </a:cubicBezTo>
                  <a:cubicBezTo>
                    <a:pt x="51" y="373"/>
                    <a:pt x="33" y="461"/>
                    <a:pt x="18" y="540"/>
                  </a:cubicBezTo>
                  <a:cubicBezTo>
                    <a:pt x="0" y="635"/>
                    <a:pt x="121" y="601"/>
                    <a:pt x="171" y="644"/>
                  </a:cubicBezTo>
                  <a:cubicBezTo>
                    <a:pt x="193" y="663"/>
                    <a:pt x="212" y="671"/>
                    <a:pt x="228" y="671"/>
                  </a:cubicBezTo>
                  <a:cubicBezTo>
                    <a:pt x="286" y="671"/>
                    <a:pt x="301" y="565"/>
                    <a:pt x="306" y="553"/>
                  </a:cubicBezTo>
                  <a:cubicBezTo>
                    <a:pt x="382" y="393"/>
                    <a:pt x="478" y="300"/>
                    <a:pt x="673" y="289"/>
                  </a:cubicBezTo>
                  <a:cubicBezTo>
                    <a:pt x="784" y="282"/>
                    <a:pt x="824" y="151"/>
                    <a:pt x="868" y="35"/>
                  </a:cubicBezTo>
                  <a:cubicBezTo>
                    <a:pt x="803" y="30"/>
                    <a:pt x="743" y="1"/>
                    <a:pt x="690" y="1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7186900" y="1316975"/>
              <a:ext cx="10275" cy="9950"/>
            </a:xfrm>
            <a:custGeom>
              <a:avLst/>
              <a:gdLst/>
              <a:ahLst/>
              <a:cxnLst/>
              <a:rect l="l" t="t" r="r" b="b"/>
              <a:pathLst>
                <a:path w="411" h="398" extrusionOk="0">
                  <a:moveTo>
                    <a:pt x="144" y="0"/>
                  </a:moveTo>
                  <a:cubicBezTo>
                    <a:pt x="0" y="86"/>
                    <a:pt x="189" y="236"/>
                    <a:pt x="81" y="329"/>
                  </a:cubicBezTo>
                  <a:cubicBezTo>
                    <a:pt x="175" y="346"/>
                    <a:pt x="261" y="398"/>
                    <a:pt x="357" y="398"/>
                  </a:cubicBezTo>
                  <a:cubicBezTo>
                    <a:pt x="374" y="398"/>
                    <a:pt x="392" y="396"/>
                    <a:pt x="411" y="392"/>
                  </a:cubicBezTo>
                  <a:cubicBezTo>
                    <a:pt x="262" y="302"/>
                    <a:pt x="336" y="61"/>
                    <a:pt x="144" y="0"/>
                  </a:cubicBezTo>
                  <a:close/>
                </a:path>
              </a:pathLst>
            </a:custGeom>
            <a:solidFill>
              <a:srgbClr val="EE7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7156825" y="1338525"/>
              <a:ext cx="9475" cy="5750"/>
            </a:xfrm>
            <a:custGeom>
              <a:avLst/>
              <a:gdLst/>
              <a:ahLst/>
              <a:cxnLst/>
              <a:rect l="l" t="t" r="r" b="b"/>
              <a:pathLst>
                <a:path w="379" h="230" extrusionOk="0">
                  <a:moveTo>
                    <a:pt x="172" y="0"/>
                  </a:moveTo>
                  <a:cubicBezTo>
                    <a:pt x="143" y="0"/>
                    <a:pt x="113" y="8"/>
                    <a:pt x="81" y="28"/>
                  </a:cubicBezTo>
                  <a:cubicBezTo>
                    <a:pt x="0" y="78"/>
                    <a:pt x="20" y="160"/>
                    <a:pt x="72" y="229"/>
                  </a:cubicBezTo>
                  <a:cubicBezTo>
                    <a:pt x="161" y="154"/>
                    <a:pt x="304" y="212"/>
                    <a:pt x="379" y="104"/>
                  </a:cubicBezTo>
                  <a:cubicBezTo>
                    <a:pt x="315" y="56"/>
                    <a:pt x="248" y="0"/>
                    <a:pt x="172" y="0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7153200" y="1280975"/>
              <a:ext cx="12225" cy="10300"/>
            </a:xfrm>
            <a:custGeom>
              <a:avLst/>
              <a:gdLst/>
              <a:ahLst/>
              <a:cxnLst/>
              <a:rect l="l" t="t" r="r" b="b"/>
              <a:pathLst>
                <a:path w="489" h="412" extrusionOk="0">
                  <a:moveTo>
                    <a:pt x="489" y="0"/>
                  </a:moveTo>
                  <a:lnTo>
                    <a:pt x="489" y="0"/>
                  </a:lnTo>
                  <a:cubicBezTo>
                    <a:pt x="333" y="131"/>
                    <a:pt x="248" y="284"/>
                    <a:pt x="74" y="284"/>
                  </a:cubicBezTo>
                  <a:cubicBezTo>
                    <a:pt x="67" y="284"/>
                    <a:pt x="60" y="284"/>
                    <a:pt x="54" y="284"/>
                  </a:cubicBezTo>
                  <a:cubicBezTo>
                    <a:pt x="53" y="284"/>
                    <a:pt x="53" y="284"/>
                    <a:pt x="53" y="284"/>
                  </a:cubicBezTo>
                  <a:cubicBezTo>
                    <a:pt x="37" y="284"/>
                    <a:pt x="7" y="334"/>
                    <a:pt x="5" y="361"/>
                  </a:cubicBezTo>
                  <a:cubicBezTo>
                    <a:pt x="0" y="407"/>
                    <a:pt x="43" y="410"/>
                    <a:pt x="78" y="411"/>
                  </a:cubicBezTo>
                  <a:cubicBezTo>
                    <a:pt x="80" y="411"/>
                    <a:pt x="82" y="411"/>
                    <a:pt x="84" y="411"/>
                  </a:cubicBezTo>
                  <a:cubicBezTo>
                    <a:pt x="219" y="411"/>
                    <a:pt x="458" y="200"/>
                    <a:pt x="489" y="0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7152250" y="1264375"/>
              <a:ext cx="10350" cy="4775"/>
            </a:xfrm>
            <a:custGeom>
              <a:avLst/>
              <a:gdLst/>
              <a:ahLst/>
              <a:cxnLst/>
              <a:rect l="l" t="t" r="r" b="b"/>
              <a:pathLst>
                <a:path w="414" h="191" extrusionOk="0">
                  <a:moveTo>
                    <a:pt x="244" y="0"/>
                  </a:moveTo>
                  <a:cubicBezTo>
                    <a:pt x="166" y="0"/>
                    <a:pt x="97" y="38"/>
                    <a:pt x="27" y="65"/>
                  </a:cubicBezTo>
                  <a:cubicBezTo>
                    <a:pt x="1" y="75"/>
                    <a:pt x="56" y="134"/>
                    <a:pt x="79" y="169"/>
                  </a:cubicBezTo>
                  <a:lnTo>
                    <a:pt x="81" y="169"/>
                  </a:lnTo>
                  <a:cubicBezTo>
                    <a:pt x="105" y="159"/>
                    <a:pt x="129" y="156"/>
                    <a:pt x="152" y="156"/>
                  </a:cubicBezTo>
                  <a:cubicBezTo>
                    <a:pt x="226" y="156"/>
                    <a:pt x="297" y="191"/>
                    <a:pt x="371" y="191"/>
                  </a:cubicBezTo>
                  <a:cubicBezTo>
                    <a:pt x="373" y="191"/>
                    <a:pt x="374" y="191"/>
                    <a:pt x="376" y="191"/>
                  </a:cubicBezTo>
                  <a:cubicBezTo>
                    <a:pt x="372" y="120"/>
                    <a:pt x="414" y="32"/>
                    <a:pt x="295" y="6"/>
                  </a:cubicBezTo>
                  <a:cubicBezTo>
                    <a:pt x="278" y="2"/>
                    <a:pt x="261" y="0"/>
                    <a:pt x="244" y="0"/>
                  </a:cubicBezTo>
                  <a:close/>
                </a:path>
              </a:pathLst>
            </a:custGeom>
            <a:solidFill>
              <a:srgbClr val="EE7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7163525" y="1262000"/>
              <a:ext cx="3175" cy="3375"/>
            </a:xfrm>
            <a:custGeom>
              <a:avLst/>
              <a:gdLst/>
              <a:ahLst/>
              <a:cxnLst/>
              <a:rect l="l" t="t" r="r" b="b"/>
              <a:pathLst>
                <a:path w="127" h="135" extrusionOk="0">
                  <a:moveTo>
                    <a:pt x="95" y="0"/>
                  </a:moveTo>
                  <a:cubicBezTo>
                    <a:pt x="77" y="19"/>
                    <a:pt x="56" y="35"/>
                    <a:pt x="40" y="54"/>
                  </a:cubicBezTo>
                  <a:cubicBezTo>
                    <a:pt x="15" y="87"/>
                    <a:pt x="0" y="135"/>
                    <a:pt x="47" y="135"/>
                  </a:cubicBezTo>
                  <a:cubicBezTo>
                    <a:pt x="52" y="135"/>
                    <a:pt x="58" y="134"/>
                    <a:pt x="64" y="133"/>
                  </a:cubicBezTo>
                  <a:cubicBezTo>
                    <a:pt x="126" y="121"/>
                    <a:pt x="103" y="51"/>
                    <a:pt x="97" y="0"/>
                  </a:cubicBezTo>
                  <a:close/>
                </a:path>
              </a:pathLst>
            </a:custGeom>
            <a:solidFill>
              <a:srgbClr val="EE7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" name="Google Shape;213;p3"/>
          <p:cNvGrpSpPr/>
          <p:nvPr/>
        </p:nvGrpSpPr>
        <p:grpSpPr>
          <a:xfrm>
            <a:off x="8385845" y="1298140"/>
            <a:ext cx="328584" cy="416113"/>
            <a:chOff x="7128375" y="1112500"/>
            <a:chExt cx="264475" cy="334900"/>
          </a:xfrm>
        </p:grpSpPr>
        <p:sp>
          <p:nvSpPr>
            <p:cNvPr id="214" name="Google Shape;214;p3"/>
            <p:cNvSpPr/>
            <p:nvPr/>
          </p:nvSpPr>
          <p:spPr>
            <a:xfrm>
              <a:off x="7206075" y="1139950"/>
              <a:ext cx="130525" cy="121625"/>
            </a:xfrm>
            <a:custGeom>
              <a:avLst/>
              <a:gdLst/>
              <a:ahLst/>
              <a:cxnLst/>
              <a:rect l="l" t="t" r="r" b="b"/>
              <a:pathLst>
                <a:path w="5221" h="4865" extrusionOk="0">
                  <a:moveTo>
                    <a:pt x="4932" y="0"/>
                  </a:moveTo>
                  <a:cubicBezTo>
                    <a:pt x="4894" y="0"/>
                    <a:pt x="4859" y="15"/>
                    <a:pt x="4828" y="56"/>
                  </a:cubicBezTo>
                  <a:cubicBezTo>
                    <a:pt x="4805" y="81"/>
                    <a:pt x="4782" y="102"/>
                    <a:pt x="4751" y="102"/>
                  </a:cubicBezTo>
                  <a:cubicBezTo>
                    <a:pt x="4741" y="102"/>
                    <a:pt x="4731" y="100"/>
                    <a:pt x="4720" y="96"/>
                  </a:cubicBezTo>
                  <a:cubicBezTo>
                    <a:pt x="4694" y="91"/>
                    <a:pt x="4669" y="88"/>
                    <a:pt x="4645" y="88"/>
                  </a:cubicBezTo>
                  <a:cubicBezTo>
                    <a:pt x="4531" y="88"/>
                    <a:pt x="4441" y="145"/>
                    <a:pt x="4369" y="245"/>
                  </a:cubicBezTo>
                  <a:cubicBezTo>
                    <a:pt x="4327" y="296"/>
                    <a:pt x="4267" y="295"/>
                    <a:pt x="4210" y="305"/>
                  </a:cubicBezTo>
                  <a:cubicBezTo>
                    <a:pt x="4131" y="329"/>
                    <a:pt x="4054" y="354"/>
                    <a:pt x="4010" y="433"/>
                  </a:cubicBezTo>
                  <a:cubicBezTo>
                    <a:pt x="3985" y="698"/>
                    <a:pt x="3828" y="836"/>
                    <a:pt x="3591" y="941"/>
                  </a:cubicBezTo>
                  <a:cubicBezTo>
                    <a:pt x="3257" y="1089"/>
                    <a:pt x="2982" y="1335"/>
                    <a:pt x="2848" y="1676"/>
                  </a:cubicBezTo>
                  <a:cubicBezTo>
                    <a:pt x="2756" y="1909"/>
                    <a:pt x="2548" y="2016"/>
                    <a:pt x="2410" y="2194"/>
                  </a:cubicBezTo>
                  <a:cubicBezTo>
                    <a:pt x="2328" y="2299"/>
                    <a:pt x="2247" y="2373"/>
                    <a:pt x="2238" y="2514"/>
                  </a:cubicBezTo>
                  <a:cubicBezTo>
                    <a:pt x="2231" y="2607"/>
                    <a:pt x="2183" y="2763"/>
                    <a:pt x="2130" y="2763"/>
                  </a:cubicBezTo>
                  <a:cubicBezTo>
                    <a:pt x="2129" y="2763"/>
                    <a:pt x="2128" y="2763"/>
                    <a:pt x="2127" y="2763"/>
                  </a:cubicBezTo>
                  <a:cubicBezTo>
                    <a:pt x="2108" y="2761"/>
                    <a:pt x="2090" y="2761"/>
                    <a:pt x="2074" y="2761"/>
                  </a:cubicBezTo>
                  <a:cubicBezTo>
                    <a:pt x="1800" y="2761"/>
                    <a:pt x="1955" y="2971"/>
                    <a:pt x="1946" y="3099"/>
                  </a:cubicBezTo>
                  <a:cubicBezTo>
                    <a:pt x="1936" y="3239"/>
                    <a:pt x="1940" y="3378"/>
                    <a:pt x="1755" y="3424"/>
                  </a:cubicBezTo>
                  <a:cubicBezTo>
                    <a:pt x="1622" y="3456"/>
                    <a:pt x="1562" y="3570"/>
                    <a:pt x="1551" y="3699"/>
                  </a:cubicBezTo>
                  <a:cubicBezTo>
                    <a:pt x="1544" y="3782"/>
                    <a:pt x="1525" y="3811"/>
                    <a:pt x="1436" y="3811"/>
                  </a:cubicBezTo>
                  <a:cubicBezTo>
                    <a:pt x="1433" y="3811"/>
                    <a:pt x="1429" y="3811"/>
                    <a:pt x="1426" y="3811"/>
                  </a:cubicBezTo>
                  <a:cubicBezTo>
                    <a:pt x="1115" y="3805"/>
                    <a:pt x="975" y="3644"/>
                    <a:pt x="1104" y="3334"/>
                  </a:cubicBezTo>
                  <a:cubicBezTo>
                    <a:pt x="1220" y="3053"/>
                    <a:pt x="1125" y="2858"/>
                    <a:pt x="952" y="2678"/>
                  </a:cubicBezTo>
                  <a:cubicBezTo>
                    <a:pt x="857" y="2578"/>
                    <a:pt x="834" y="2519"/>
                    <a:pt x="945" y="2431"/>
                  </a:cubicBezTo>
                  <a:cubicBezTo>
                    <a:pt x="987" y="2400"/>
                    <a:pt x="1018" y="2357"/>
                    <a:pt x="1038" y="2307"/>
                  </a:cubicBezTo>
                  <a:cubicBezTo>
                    <a:pt x="1070" y="2169"/>
                    <a:pt x="1058" y="2042"/>
                    <a:pt x="934" y="1948"/>
                  </a:cubicBezTo>
                  <a:cubicBezTo>
                    <a:pt x="862" y="1756"/>
                    <a:pt x="790" y="1564"/>
                    <a:pt x="719" y="1372"/>
                  </a:cubicBezTo>
                  <a:cubicBezTo>
                    <a:pt x="748" y="1268"/>
                    <a:pt x="707" y="1189"/>
                    <a:pt x="626" y="1127"/>
                  </a:cubicBezTo>
                  <a:cubicBezTo>
                    <a:pt x="593" y="1118"/>
                    <a:pt x="563" y="1114"/>
                    <a:pt x="536" y="1114"/>
                  </a:cubicBezTo>
                  <a:cubicBezTo>
                    <a:pt x="379" y="1114"/>
                    <a:pt x="298" y="1253"/>
                    <a:pt x="226" y="1367"/>
                  </a:cubicBezTo>
                  <a:cubicBezTo>
                    <a:pt x="165" y="1465"/>
                    <a:pt x="99" y="1520"/>
                    <a:pt x="0" y="1557"/>
                  </a:cubicBezTo>
                  <a:cubicBezTo>
                    <a:pt x="38" y="1881"/>
                    <a:pt x="243" y="2137"/>
                    <a:pt x="364" y="2425"/>
                  </a:cubicBezTo>
                  <a:cubicBezTo>
                    <a:pt x="415" y="2544"/>
                    <a:pt x="468" y="2638"/>
                    <a:pt x="379" y="2756"/>
                  </a:cubicBezTo>
                  <a:cubicBezTo>
                    <a:pt x="346" y="2799"/>
                    <a:pt x="297" y="2886"/>
                    <a:pt x="380" y="2908"/>
                  </a:cubicBezTo>
                  <a:cubicBezTo>
                    <a:pt x="655" y="2984"/>
                    <a:pt x="603" y="3216"/>
                    <a:pt x="638" y="3407"/>
                  </a:cubicBezTo>
                  <a:cubicBezTo>
                    <a:pt x="664" y="3480"/>
                    <a:pt x="714" y="3552"/>
                    <a:pt x="641" y="3627"/>
                  </a:cubicBezTo>
                  <a:cubicBezTo>
                    <a:pt x="639" y="3650"/>
                    <a:pt x="645" y="3673"/>
                    <a:pt x="661" y="3691"/>
                  </a:cubicBezTo>
                  <a:cubicBezTo>
                    <a:pt x="704" y="3724"/>
                    <a:pt x="761" y="3742"/>
                    <a:pt x="774" y="3803"/>
                  </a:cubicBezTo>
                  <a:cubicBezTo>
                    <a:pt x="792" y="3927"/>
                    <a:pt x="861" y="4039"/>
                    <a:pt x="859" y="4167"/>
                  </a:cubicBezTo>
                  <a:cubicBezTo>
                    <a:pt x="985" y="4248"/>
                    <a:pt x="1120" y="4322"/>
                    <a:pt x="1095" y="4509"/>
                  </a:cubicBezTo>
                  <a:cubicBezTo>
                    <a:pt x="1141" y="4532"/>
                    <a:pt x="1117" y="4556"/>
                    <a:pt x="1095" y="4578"/>
                  </a:cubicBezTo>
                  <a:cubicBezTo>
                    <a:pt x="1095" y="4682"/>
                    <a:pt x="1158" y="4756"/>
                    <a:pt x="1220" y="4831"/>
                  </a:cubicBezTo>
                  <a:cubicBezTo>
                    <a:pt x="1267" y="4853"/>
                    <a:pt x="1313" y="4865"/>
                    <a:pt x="1357" y="4865"/>
                  </a:cubicBezTo>
                  <a:cubicBezTo>
                    <a:pt x="1423" y="4865"/>
                    <a:pt x="1484" y="4838"/>
                    <a:pt x="1539" y="4775"/>
                  </a:cubicBezTo>
                  <a:cubicBezTo>
                    <a:pt x="1576" y="4663"/>
                    <a:pt x="1564" y="4529"/>
                    <a:pt x="1671" y="4447"/>
                  </a:cubicBezTo>
                  <a:cubicBezTo>
                    <a:pt x="1751" y="4385"/>
                    <a:pt x="2095" y="3934"/>
                    <a:pt x="2145" y="3868"/>
                  </a:cubicBezTo>
                  <a:cubicBezTo>
                    <a:pt x="2262" y="3717"/>
                    <a:pt x="2427" y="3593"/>
                    <a:pt x="2377" y="3364"/>
                  </a:cubicBezTo>
                  <a:cubicBezTo>
                    <a:pt x="2374" y="3347"/>
                    <a:pt x="2412" y="3327"/>
                    <a:pt x="2432" y="3312"/>
                  </a:cubicBezTo>
                  <a:cubicBezTo>
                    <a:pt x="2833" y="2988"/>
                    <a:pt x="3025" y="2504"/>
                    <a:pt x="3341" y="2117"/>
                  </a:cubicBezTo>
                  <a:cubicBezTo>
                    <a:pt x="3354" y="2096"/>
                    <a:pt x="3365" y="2075"/>
                    <a:pt x="3373" y="2051"/>
                  </a:cubicBezTo>
                  <a:cubicBezTo>
                    <a:pt x="3384" y="2016"/>
                    <a:pt x="3386" y="1982"/>
                    <a:pt x="3363" y="1950"/>
                  </a:cubicBezTo>
                  <a:cubicBezTo>
                    <a:pt x="3289" y="1706"/>
                    <a:pt x="3341" y="1605"/>
                    <a:pt x="3620" y="1455"/>
                  </a:cubicBezTo>
                  <a:lnTo>
                    <a:pt x="3620" y="1455"/>
                  </a:lnTo>
                  <a:cubicBezTo>
                    <a:pt x="3673" y="1520"/>
                    <a:pt x="3603" y="1588"/>
                    <a:pt x="3624" y="1653"/>
                  </a:cubicBezTo>
                  <a:cubicBezTo>
                    <a:pt x="3643" y="1678"/>
                    <a:pt x="3667" y="1686"/>
                    <a:pt x="3694" y="1686"/>
                  </a:cubicBezTo>
                  <a:cubicBezTo>
                    <a:pt x="3704" y="1686"/>
                    <a:pt x="3715" y="1685"/>
                    <a:pt x="3725" y="1683"/>
                  </a:cubicBezTo>
                  <a:cubicBezTo>
                    <a:pt x="3809" y="1650"/>
                    <a:pt x="3896" y="1621"/>
                    <a:pt x="3948" y="1537"/>
                  </a:cubicBezTo>
                  <a:cubicBezTo>
                    <a:pt x="3954" y="1512"/>
                    <a:pt x="3957" y="1487"/>
                    <a:pt x="3952" y="1461"/>
                  </a:cubicBezTo>
                  <a:cubicBezTo>
                    <a:pt x="3888" y="1256"/>
                    <a:pt x="3940" y="1125"/>
                    <a:pt x="4174" y="1093"/>
                  </a:cubicBezTo>
                  <a:cubicBezTo>
                    <a:pt x="4269" y="1080"/>
                    <a:pt x="4342" y="1049"/>
                    <a:pt x="4344" y="913"/>
                  </a:cubicBezTo>
                  <a:cubicBezTo>
                    <a:pt x="4347" y="718"/>
                    <a:pt x="4423" y="588"/>
                    <a:pt x="4669" y="570"/>
                  </a:cubicBezTo>
                  <a:cubicBezTo>
                    <a:pt x="5115" y="534"/>
                    <a:pt x="5220" y="355"/>
                    <a:pt x="5038" y="29"/>
                  </a:cubicBezTo>
                  <a:cubicBezTo>
                    <a:pt x="5002" y="13"/>
                    <a:pt x="4966" y="0"/>
                    <a:pt x="4932" y="0"/>
                  </a:cubicBezTo>
                  <a:close/>
                </a:path>
              </a:pathLst>
            </a:custGeom>
            <a:solidFill>
              <a:srgbClr val="F088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7349775" y="1164025"/>
              <a:ext cx="43075" cy="95825"/>
            </a:xfrm>
            <a:custGeom>
              <a:avLst/>
              <a:gdLst/>
              <a:ahLst/>
              <a:cxnLst/>
              <a:rect l="l" t="t" r="r" b="b"/>
              <a:pathLst>
                <a:path w="1723" h="3833" extrusionOk="0">
                  <a:moveTo>
                    <a:pt x="1322" y="0"/>
                  </a:moveTo>
                  <a:cubicBezTo>
                    <a:pt x="1170" y="107"/>
                    <a:pt x="1010" y="211"/>
                    <a:pt x="1177" y="425"/>
                  </a:cubicBezTo>
                  <a:cubicBezTo>
                    <a:pt x="1214" y="473"/>
                    <a:pt x="1176" y="510"/>
                    <a:pt x="1153" y="539"/>
                  </a:cubicBezTo>
                  <a:cubicBezTo>
                    <a:pt x="1148" y="548"/>
                    <a:pt x="1143" y="551"/>
                    <a:pt x="1138" y="551"/>
                  </a:cubicBezTo>
                  <a:cubicBezTo>
                    <a:pt x="1125" y="551"/>
                    <a:pt x="1117" y="526"/>
                    <a:pt x="1108" y="515"/>
                  </a:cubicBezTo>
                  <a:cubicBezTo>
                    <a:pt x="1053" y="452"/>
                    <a:pt x="997" y="381"/>
                    <a:pt x="920" y="381"/>
                  </a:cubicBezTo>
                  <a:cubicBezTo>
                    <a:pt x="892" y="381"/>
                    <a:pt x="861" y="391"/>
                    <a:pt x="826" y="414"/>
                  </a:cubicBezTo>
                  <a:cubicBezTo>
                    <a:pt x="692" y="503"/>
                    <a:pt x="581" y="604"/>
                    <a:pt x="627" y="799"/>
                  </a:cubicBezTo>
                  <a:cubicBezTo>
                    <a:pt x="647" y="884"/>
                    <a:pt x="671" y="1022"/>
                    <a:pt x="620" y="1068"/>
                  </a:cubicBezTo>
                  <a:cubicBezTo>
                    <a:pt x="424" y="1251"/>
                    <a:pt x="502" y="1374"/>
                    <a:pt x="695" y="1483"/>
                  </a:cubicBezTo>
                  <a:cubicBezTo>
                    <a:pt x="413" y="1657"/>
                    <a:pt x="408" y="1976"/>
                    <a:pt x="244" y="2197"/>
                  </a:cubicBezTo>
                  <a:cubicBezTo>
                    <a:pt x="188" y="2272"/>
                    <a:pt x="256" y="2416"/>
                    <a:pt x="336" y="2479"/>
                  </a:cubicBezTo>
                  <a:cubicBezTo>
                    <a:pt x="502" y="2610"/>
                    <a:pt x="444" y="2687"/>
                    <a:pt x="302" y="2775"/>
                  </a:cubicBezTo>
                  <a:cubicBezTo>
                    <a:pt x="255" y="2804"/>
                    <a:pt x="190" y="2848"/>
                    <a:pt x="219" y="2920"/>
                  </a:cubicBezTo>
                  <a:cubicBezTo>
                    <a:pt x="242" y="2975"/>
                    <a:pt x="307" y="2964"/>
                    <a:pt x="357" y="2971"/>
                  </a:cubicBezTo>
                  <a:cubicBezTo>
                    <a:pt x="389" y="2976"/>
                    <a:pt x="426" y="2976"/>
                    <a:pt x="429" y="3037"/>
                  </a:cubicBezTo>
                  <a:cubicBezTo>
                    <a:pt x="405" y="3050"/>
                    <a:pt x="381" y="3055"/>
                    <a:pt x="356" y="3055"/>
                  </a:cubicBezTo>
                  <a:cubicBezTo>
                    <a:pt x="315" y="3055"/>
                    <a:pt x="272" y="3043"/>
                    <a:pt x="231" y="3043"/>
                  </a:cubicBezTo>
                  <a:cubicBezTo>
                    <a:pt x="214" y="3043"/>
                    <a:pt x="197" y="3045"/>
                    <a:pt x="181" y="3050"/>
                  </a:cubicBezTo>
                  <a:cubicBezTo>
                    <a:pt x="88" y="3080"/>
                    <a:pt x="3" y="3110"/>
                    <a:pt x="1" y="3237"/>
                  </a:cubicBezTo>
                  <a:cubicBezTo>
                    <a:pt x="0" y="3415"/>
                    <a:pt x="299" y="3480"/>
                    <a:pt x="170" y="3701"/>
                  </a:cubicBezTo>
                  <a:cubicBezTo>
                    <a:pt x="169" y="3703"/>
                    <a:pt x="180" y="3717"/>
                    <a:pt x="186" y="3717"/>
                  </a:cubicBezTo>
                  <a:cubicBezTo>
                    <a:pt x="187" y="3717"/>
                    <a:pt x="187" y="3717"/>
                    <a:pt x="187" y="3717"/>
                  </a:cubicBezTo>
                  <a:cubicBezTo>
                    <a:pt x="200" y="3714"/>
                    <a:pt x="213" y="3712"/>
                    <a:pt x="225" y="3712"/>
                  </a:cubicBezTo>
                  <a:cubicBezTo>
                    <a:pt x="336" y="3712"/>
                    <a:pt x="406" y="3832"/>
                    <a:pt x="516" y="3832"/>
                  </a:cubicBezTo>
                  <a:cubicBezTo>
                    <a:pt x="523" y="3832"/>
                    <a:pt x="531" y="3832"/>
                    <a:pt x="539" y="3831"/>
                  </a:cubicBezTo>
                  <a:cubicBezTo>
                    <a:pt x="636" y="3776"/>
                    <a:pt x="675" y="3679"/>
                    <a:pt x="723" y="3588"/>
                  </a:cubicBezTo>
                  <a:cubicBezTo>
                    <a:pt x="854" y="3347"/>
                    <a:pt x="996" y="3115"/>
                    <a:pt x="1174" y="2904"/>
                  </a:cubicBezTo>
                  <a:cubicBezTo>
                    <a:pt x="1202" y="2858"/>
                    <a:pt x="1230" y="2811"/>
                    <a:pt x="1257" y="2765"/>
                  </a:cubicBezTo>
                  <a:cubicBezTo>
                    <a:pt x="1422" y="2606"/>
                    <a:pt x="1523" y="2419"/>
                    <a:pt x="1513" y="2183"/>
                  </a:cubicBezTo>
                  <a:cubicBezTo>
                    <a:pt x="1521" y="2135"/>
                    <a:pt x="1530" y="2089"/>
                    <a:pt x="1537" y="2041"/>
                  </a:cubicBezTo>
                  <a:lnTo>
                    <a:pt x="1537" y="2041"/>
                  </a:lnTo>
                  <a:cubicBezTo>
                    <a:pt x="1537" y="2042"/>
                    <a:pt x="1537" y="2042"/>
                    <a:pt x="1537" y="2042"/>
                  </a:cubicBezTo>
                  <a:lnTo>
                    <a:pt x="1537" y="2041"/>
                  </a:lnTo>
                  <a:cubicBezTo>
                    <a:pt x="1537" y="2041"/>
                    <a:pt x="1537" y="2041"/>
                    <a:pt x="1537" y="2041"/>
                  </a:cubicBezTo>
                  <a:lnTo>
                    <a:pt x="1537" y="2041"/>
                  </a:lnTo>
                  <a:cubicBezTo>
                    <a:pt x="1525" y="1823"/>
                    <a:pt x="1594" y="1616"/>
                    <a:pt x="1630" y="1405"/>
                  </a:cubicBezTo>
                  <a:cubicBezTo>
                    <a:pt x="1688" y="1075"/>
                    <a:pt x="1722" y="751"/>
                    <a:pt x="1632" y="423"/>
                  </a:cubicBezTo>
                  <a:cubicBezTo>
                    <a:pt x="1581" y="242"/>
                    <a:pt x="1516" y="74"/>
                    <a:pt x="1322" y="0"/>
                  </a:cubicBezTo>
                  <a:close/>
                </a:path>
              </a:pathLst>
            </a:custGeom>
            <a:solidFill>
              <a:srgbClr val="F08A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7166375" y="1389925"/>
              <a:ext cx="88450" cy="51700"/>
            </a:xfrm>
            <a:custGeom>
              <a:avLst/>
              <a:gdLst/>
              <a:ahLst/>
              <a:cxnLst/>
              <a:rect l="l" t="t" r="r" b="b"/>
              <a:pathLst>
                <a:path w="3538" h="2068" extrusionOk="0">
                  <a:moveTo>
                    <a:pt x="2302" y="0"/>
                  </a:moveTo>
                  <a:cubicBezTo>
                    <a:pt x="2262" y="27"/>
                    <a:pt x="2221" y="41"/>
                    <a:pt x="2179" y="41"/>
                  </a:cubicBezTo>
                  <a:cubicBezTo>
                    <a:pt x="2149" y="41"/>
                    <a:pt x="2119" y="34"/>
                    <a:pt x="2089" y="20"/>
                  </a:cubicBezTo>
                  <a:cubicBezTo>
                    <a:pt x="2052" y="27"/>
                    <a:pt x="2019" y="42"/>
                    <a:pt x="1990" y="66"/>
                  </a:cubicBezTo>
                  <a:cubicBezTo>
                    <a:pt x="1782" y="274"/>
                    <a:pt x="2051" y="300"/>
                    <a:pt x="2121" y="403"/>
                  </a:cubicBezTo>
                  <a:cubicBezTo>
                    <a:pt x="2146" y="408"/>
                    <a:pt x="2169" y="413"/>
                    <a:pt x="2190" y="428"/>
                  </a:cubicBezTo>
                  <a:cubicBezTo>
                    <a:pt x="2170" y="426"/>
                    <a:pt x="2155" y="408"/>
                    <a:pt x="2136" y="408"/>
                  </a:cubicBezTo>
                  <a:cubicBezTo>
                    <a:pt x="2134" y="408"/>
                    <a:pt x="2132" y="408"/>
                    <a:pt x="2129" y="409"/>
                  </a:cubicBezTo>
                  <a:cubicBezTo>
                    <a:pt x="1971" y="466"/>
                    <a:pt x="1814" y="529"/>
                    <a:pt x="1656" y="587"/>
                  </a:cubicBezTo>
                  <a:cubicBezTo>
                    <a:pt x="1637" y="601"/>
                    <a:pt x="1619" y="617"/>
                    <a:pt x="1604" y="636"/>
                  </a:cubicBezTo>
                  <a:cubicBezTo>
                    <a:pt x="1564" y="742"/>
                    <a:pt x="1482" y="784"/>
                    <a:pt x="1375" y="787"/>
                  </a:cubicBezTo>
                  <a:cubicBezTo>
                    <a:pt x="1292" y="737"/>
                    <a:pt x="1210" y="692"/>
                    <a:pt x="1125" y="692"/>
                  </a:cubicBezTo>
                  <a:cubicBezTo>
                    <a:pt x="1063" y="692"/>
                    <a:pt x="1000" y="716"/>
                    <a:pt x="935" y="777"/>
                  </a:cubicBezTo>
                  <a:cubicBezTo>
                    <a:pt x="931" y="671"/>
                    <a:pt x="996" y="596"/>
                    <a:pt x="1011" y="505"/>
                  </a:cubicBezTo>
                  <a:cubicBezTo>
                    <a:pt x="986" y="392"/>
                    <a:pt x="1016" y="216"/>
                    <a:pt x="868" y="211"/>
                  </a:cubicBezTo>
                  <a:cubicBezTo>
                    <a:pt x="866" y="211"/>
                    <a:pt x="864" y="211"/>
                    <a:pt x="863" y="211"/>
                  </a:cubicBezTo>
                  <a:cubicBezTo>
                    <a:pt x="722" y="211"/>
                    <a:pt x="738" y="389"/>
                    <a:pt x="699" y="495"/>
                  </a:cubicBezTo>
                  <a:cubicBezTo>
                    <a:pt x="696" y="501"/>
                    <a:pt x="694" y="505"/>
                    <a:pt x="693" y="507"/>
                  </a:cubicBezTo>
                  <a:lnTo>
                    <a:pt x="693" y="507"/>
                  </a:lnTo>
                  <a:cubicBezTo>
                    <a:pt x="693" y="506"/>
                    <a:pt x="693" y="506"/>
                    <a:pt x="693" y="506"/>
                  </a:cubicBezTo>
                  <a:lnTo>
                    <a:pt x="693" y="506"/>
                  </a:lnTo>
                  <a:cubicBezTo>
                    <a:pt x="693" y="506"/>
                    <a:pt x="692" y="508"/>
                    <a:pt x="692" y="508"/>
                  </a:cubicBezTo>
                  <a:cubicBezTo>
                    <a:pt x="692" y="508"/>
                    <a:pt x="693" y="508"/>
                    <a:pt x="693" y="507"/>
                  </a:cubicBezTo>
                  <a:lnTo>
                    <a:pt x="693" y="507"/>
                  </a:lnTo>
                  <a:cubicBezTo>
                    <a:pt x="694" y="508"/>
                    <a:pt x="693" y="512"/>
                    <a:pt x="692" y="521"/>
                  </a:cubicBezTo>
                  <a:cubicBezTo>
                    <a:pt x="661" y="716"/>
                    <a:pt x="587" y="814"/>
                    <a:pt x="474" y="814"/>
                  </a:cubicBezTo>
                  <a:cubicBezTo>
                    <a:pt x="403" y="814"/>
                    <a:pt x="316" y="775"/>
                    <a:pt x="214" y="699"/>
                  </a:cubicBezTo>
                  <a:cubicBezTo>
                    <a:pt x="165" y="662"/>
                    <a:pt x="129" y="590"/>
                    <a:pt x="63" y="590"/>
                  </a:cubicBezTo>
                  <a:cubicBezTo>
                    <a:pt x="45" y="590"/>
                    <a:pt x="24" y="596"/>
                    <a:pt x="0" y="609"/>
                  </a:cubicBezTo>
                  <a:cubicBezTo>
                    <a:pt x="102" y="891"/>
                    <a:pt x="194" y="1178"/>
                    <a:pt x="309" y="1455"/>
                  </a:cubicBezTo>
                  <a:cubicBezTo>
                    <a:pt x="383" y="1633"/>
                    <a:pt x="431" y="1831"/>
                    <a:pt x="589" y="1964"/>
                  </a:cubicBezTo>
                  <a:cubicBezTo>
                    <a:pt x="606" y="2056"/>
                    <a:pt x="663" y="2068"/>
                    <a:pt x="726" y="2068"/>
                  </a:cubicBezTo>
                  <a:cubicBezTo>
                    <a:pt x="748" y="2068"/>
                    <a:pt x="770" y="2067"/>
                    <a:pt x="792" y="2067"/>
                  </a:cubicBezTo>
                  <a:cubicBezTo>
                    <a:pt x="793" y="2067"/>
                    <a:pt x="794" y="2067"/>
                    <a:pt x="796" y="2067"/>
                  </a:cubicBezTo>
                  <a:cubicBezTo>
                    <a:pt x="964" y="2067"/>
                    <a:pt x="1115" y="1999"/>
                    <a:pt x="1272" y="1954"/>
                  </a:cubicBezTo>
                  <a:cubicBezTo>
                    <a:pt x="1355" y="1915"/>
                    <a:pt x="1398" y="1820"/>
                    <a:pt x="1495" y="1804"/>
                  </a:cubicBezTo>
                  <a:lnTo>
                    <a:pt x="1512" y="1788"/>
                  </a:lnTo>
                  <a:lnTo>
                    <a:pt x="1532" y="1776"/>
                  </a:lnTo>
                  <a:cubicBezTo>
                    <a:pt x="1680" y="1773"/>
                    <a:pt x="1775" y="1676"/>
                    <a:pt x="1874" y="1585"/>
                  </a:cubicBezTo>
                  <a:cubicBezTo>
                    <a:pt x="2217" y="1251"/>
                    <a:pt x="2528" y="880"/>
                    <a:pt x="2961" y="651"/>
                  </a:cubicBezTo>
                  <a:cubicBezTo>
                    <a:pt x="3054" y="579"/>
                    <a:pt x="3145" y="506"/>
                    <a:pt x="3170" y="381"/>
                  </a:cubicBezTo>
                  <a:cubicBezTo>
                    <a:pt x="3183" y="369"/>
                    <a:pt x="3196" y="357"/>
                    <a:pt x="3208" y="346"/>
                  </a:cubicBezTo>
                  <a:cubicBezTo>
                    <a:pt x="3361" y="334"/>
                    <a:pt x="3455" y="241"/>
                    <a:pt x="3526" y="117"/>
                  </a:cubicBezTo>
                  <a:cubicBezTo>
                    <a:pt x="3537" y="88"/>
                    <a:pt x="3536" y="61"/>
                    <a:pt x="3521" y="35"/>
                  </a:cubicBezTo>
                  <a:cubicBezTo>
                    <a:pt x="3251" y="113"/>
                    <a:pt x="3019" y="283"/>
                    <a:pt x="2717" y="301"/>
                  </a:cubicBezTo>
                  <a:cubicBezTo>
                    <a:pt x="2688" y="303"/>
                    <a:pt x="2660" y="305"/>
                    <a:pt x="2634" y="305"/>
                  </a:cubicBezTo>
                  <a:cubicBezTo>
                    <a:pt x="2499" y="305"/>
                    <a:pt x="2411" y="269"/>
                    <a:pt x="2397" y="101"/>
                  </a:cubicBezTo>
                  <a:cubicBezTo>
                    <a:pt x="2392" y="77"/>
                    <a:pt x="2381" y="55"/>
                    <a:pt x="2365" y="35"/>
                  </a:cubicBezTo>
                  <a:cubicBezTo>
                    <a:pt x="2347" y="18"/>
                    <a:pt x="2326" y="6"/>
                    <a:pt x="2302" y="0"/>
                  </a:cubicBezTo>
                  <a:close/>
                </a:path>
              </a:pathLst>
            </a:custGeom>
            <a:solidFill>
              <a:srgbClr val="F298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7224025" y="1150625"/>
              <a:ext cx="84925" cy="87000"/>
            </a:xfrm>
            <a:custGeom>
              <a:avLst/>
              <a:gdLst/>
              <a:ahLst/>
              <a:cxnLst/>
              <a:rect l="l" t="t" r="r" b="b"/>
              <a:pathLst>
                <a:path w="3397" h="3480" extrusionOk="0">
                  <a:moveTo>
                    <a:pt x="3225" y="0"/>
                  </a:moveTo>
                  <a:cubicBezTo>
                    <a:pt x="3221" y="0"/>
                    <a:pt x="3218" y="0"/>
                    <a:pt x="3214" y="1"/>
                  </a:cubicBezTo>
                  <a:cubicBezTo>
                    <a:pt x="2959" y="68"/>
                    <a:pt x="2777" y="232"/>
                    <a:pt x="2637" y="448"/>
                  </a:cubicBezTo>
                  <a:cubicBezTo>
                    <a:pt x="2420" y="629"/>
                    <a:pt x="2224" y="837"/>
                    <a:pt x="1965" y="963"/>
                  </a:cubicBezTo>
                  <a:cubicBezTo>
                    <a:pt x="1842" y="1063"/>
                    <a:pt x="1714" y="1160"/>
                    <a:pt x="1705" y="1339"/>
                  </a:cubicBezTo>
                  <a:cubicBezTo>
                    <a:pt x="1452" y="1615"/>
                    <a:pt x="1167" y="1866"/>
                    <a:pt x="1005" y="2215"/>
                  </a:cubicBezTo>
                  <a:cubicBezTo>
                    <a:pt x="782" y="2234"/>
                    <a:pt x="806" y="2523"/>
                    <a:pt x="615" y="2586"/>
                  </a:cubicBezTo>
                  <a:cubicBezTo>
                    <a:pt x="543" y="2444"/>
                    <a:pt x="531" y="2293"/>
                    <a:pt x="470" y="2160"/>
                  </a:cubicBezTo>
                  <a:cubicBezTo>
                    <a:pt x="423" y="2058"/>
                    <a:pt x="443" y="1909"/>
                    <a:pt x="288" y="1874"/>
                  </a:cubicBezTo>
                  <a:cubicBezTo>
                    <a:pt x="248" y="1909"/>
                    <a:pt x="211" y="1947"/>
                    <a:pt x="168" y="1975"/>
                  </a:cubicBezTo>
                  <a:cubicBezTo>
                    <a:pt x="1" y="2086"/>
                    <a:pt x="2" y="2150"/>
                    <a:pt x="172" y="2288"/>
                  </a:cubicBezTo>
                  <a:cubicBezTo>
                    <a:pt x="324" y="2412"/>
                    <a:pt x="504" y="2588"/>
                    <a:pt x="323" y="2854"/>
                  </a:cubicBezTo>
                  <a:cubicBezTo>
                    <a:pt x="235" y="2980"/>
                    <a:pt x="274" y="3159"/>
                    <a:pt x="319" y="3311"/>
                  </a:cubicBezTo>
                  <a:cubicBezTo>
                    <a:pt x="346" y="3397"/>
                    <a:pt x="620" y="3479"/>
                    <a:pt x="781" y="3479"/>
                  </a:cubicBezTo>
                  <a:cubicBezTo>
                    <a:pt x="830" y="3479"/>
                    <a:pt x="869" y="3472"/>
                    <a:pt x="887" y="3455"/>
                  </a:cubicBezTo>
                  <a:cubicBezTo>
                    <a:pt x="935" y="3412"/>
                    <a:pt x="885" y="3378"/>
                    <a:pt x="884" y="3340"/>
                  </a:cubicBezTo>
                  <a:cubicBezTo>
                    <a:pt x="879" y="3209"/>
                    <a:pt x="916" y="3056"/>
                    <a:pt x="1051" y="3055"/>
                  </a:cubicBezTo>
                  <a:cubicBezTo>
                    <a:pt x="1355" y="3052"/>
                    <a:pt x="1284" y="2832"/>
                    <a:pt x="1282" y="2679"/>
                  </a:cubicBezTo>
                  <a:cubicBezTo>
                    <a:pt x="1281" y="2599"/>
                    <a:pt x="1282" y="2507"/>
                    <a:pt x="1261" y="2424"/>
                  </a:cubicBezTo>
                  <a:cubicBezTo>
                    <a:pt x="1257" y="2407"/>
                    <a:pt x="1278" y="2382"/>
                    <a:pt x="1285" y="2365"/>
                  </a:cubicBezTo>
                  <a:cubicBezTo>
                    <a:pt x="1379" y="2375"/>
                    <a:pt x="1315" y="2482"/>
                    <a:pt x="1421" y="2512"/>
                  </a:cubicBezTo>
                  <a:cubicBezTo>
                    <a:pt x="1447" y="2325"/>
                    <a:pt x="1653" y="2203"/>
                    <a:pt x="1583" y="1976"/>
                  </a:cubicBezTo>
                  <a:cubicBezTo>
                    <a:pt x="1569" y="1929"/>
                    <a:pt x="1587" y="1881"/>
                    <a:pt x="1638" y="1877"/>
                  </a:cubicBezTo>
                  <a:cubicBezTo>
                    <a:pt x="1854" y="1856"/>
                    <a:pt x="1874" y="1675"/>
                    <a:pt x="1922" y="1524"/>
                  </a:cubicBezTo>
                  <a:cubicBezTo>
                    <a:pt x="1991" y="1524"/>
                    <a:pt x="1994" y="1631"/>
                    <a:pt x="2048" y="1631"/>
                  </a:cubicBezTo>
                  <a:cubicBezTo>
                    <a:pt x="2059" y="1631"/>
                    <a:pt x="2071" y="1627"/>
                    <a:pt x="2085" y="1618"/>
                  </a:cubicBezTo>
                  <a:cubicBezTo>
                    <a:pt x="2135" y="1588"/>
                    <a:pt x="2166" y="1525"/>
                    <a:pt x="2120" y="1461"/>
                  </a:cubicBezTo>
                  <a:cubicBezTo>
                    <a:pt x="2089" y="1417"/>
                    <a:pt x="2107" y="1378"/>
                    <a:pt x="2130" y="1339"/>
                  </a:cubicBezTo>
                  <a:cubicBezTo>
                    <a:pt x="2342" y="982"/>
                    <a:pt x="2600" y="681"/>
                    <a:pt x="3007" y="525"/>
                  </a:cubicBezTo>
                  <a:cubicBezTo>
                    <a:pt x="3211" y="447"/>
                    <a:pt x="3397" y="315"/>
                    <a:pt x="3295" y="36"/>
                  </a:cubicBezTo>
                  <a:cubicBezTo>
                    <a:pt x="3277" y="13"/>
                    <a:pt x="3253" y="0"/>
                    <a:pt x="3225" y="0"/>
                  </a:cubicBezTo>
                  <a:close/>
                </a:path>
              </a:pathLst>
            </a:custGeom>
            <a:solidFill>
              <a:srgbClr val="EE7A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7152575" y="1112500"/>
              <a:ext cx="69950" cy="67025"/>
            </a:xfrm>
            <a:custGeom>
              <a:avLst/>
              <a:gdLst/>
              <a:ahLst/>
              <a:cxnLst/>
              <a:rect l="l" t="t" r="r" b="b"/>
              <a:pathLst>
                <a:path w="2798" h="2681" extrusionOk="0">
                  <a:moveTo>
                    <a:pt x="824" y="0"/>
                  </a:moveTo>
                  <a:cubicBezTo>
                    <a:pt x="757" y="0"/>
                    <a:pt x="690" y="14"/>
                    <a:pt x="623" y="45"/>
                  </a:cubicBezTo>
                  <a:cubicBezTo>
                    <a:pt x="480" y="118"/>
                    <a:pt x="336" y="190"/>
                    <a:pt x="194" y="263"/>
                  </a:cubicBezTo>
                  <a:cubicBezTo>
                    <a:pt x="101" y="296"/>
                    <a:pt x="0" y="337"/>
                    <a:pt x="45" y="461"/>
                  </a:cubicBezTo>
                  <a:cubicBezTo>
                    <a:pt x="75" y="542"/>
                    <a:pt x="134" y="574"/>
                    <a:pt x="202" y="574"/>
                  </a:cubicBezTo>
                  <a:cubicBezTo>
                    <a:pt x="236" y="574"/>
                    <a:pt x="272" y="566"/>
                    <a:pt x="309" y="552"/>
                  </a:cubicBezTo>
                  <a:cubicBezTo>
                    <a:pt x="438" y="501"/>
                    <a:pt x="583" y="473"/>
                    <a:pt x="692" y="386"/>
                  </a:cubicBezTo>
                  <a:cubicBezTo>
                    <a:pt x="764" y="327"/>
                    <a:pt x="832" y="301"/>
                    <a:pt x="898" y="301"/>
                  </a:cubicBezTo>
                  <a:cubicBezTo>
                    <a:pt x="980" y="301"/>
                    <a:pt x="1058" y="342"/>
                    <a:pt x="1137" y="408"/>
                  </a:cubicBezTo>
                  <a:cubicBezTo>
                    <a:pt x="1329" y="571"/>
                    <a:pt x="1500" y="751"/>
                    <a:pt x="1666" y="945"/>
                  </a:cubicBezTo>
                  <a:cubicBezTo>
                    <a:pt x="1812" y="1114"/>
                    <a:pt x="1778" y="1182"/>
                    <a:pt x="1639" y="1286"/>
                  </a:cubicBezTo>
                  <a:cubicBezTo>
                    <a:pt x="1684" y="1742"/>
                    <a:pt x="1853" y="2159"/>
                    <a:pt x="2038" y="2571"/>
                  </a:cubicBezTo>
                  <a:cubicBezTo>
                    <a:pt x="2061" y="2618"/>
                    <a:pt x="2112" y="2644"/>
                    <a:pt x="2168" y="2648"/>
                  </a:cubicBezTo>
                  <a:cubicBezTo>
                    <a:pt x="2210" y="2668"/>
                    <a:pt x="2253" y="2681"/>
                    <a:pt x="2290" y="2681"/>
                  </a:cubicBezTo>
                  <a:cubicBezTo>
                    <a:pt x="2348" y="2681"/>
                    <a:pt x="2393" y="2649"/>
                    <a:pt x="2405" y="2562"/>
                  </a:cubicBezTo>
                  <a:cubicBezTo>
                    <a:pt x="2432" y="2367"/>
                    <a:pt x="2583" y="2316"/>
                    <a:pt x="2722" y="2245"/>
                  </a:cubicBezTo>
                  <a:cubicBezTo>
                    <a:pt x="2798" y="2194"/>
                    <a:pt x="2763" y="2148"/>
                    <a:pt x="2716" y="2102"/>
                  </a:cubicBezTo>
                  <a:cubicBezTo>
                    <a:pt x="2571" y="1913"/>
                    <a:pt x="2506" y="1685"/>
                    <a:pt x="2411" y="1472"/>
                  </a:cubicBezTo>
                  <a:cubicBezTo>
                    <a:pt x="2406" y="1255"/>
                    <a:pt x="2264" y="1099"/>
                    <a:pt x="2165" y="925"/>
                  </a:cubicBezTo>
                  <a:cubicBezTo>
                    <a:pt x="2099" y="813"/>
                    <a:pt x="1933" y="798"/>
                    <a:pt x="1903" y="652"/>
                  </a:cubicBezTo>
                  <a:cubicBezTo>
                    <a:pt x="1885" y="629"/>
                    <a:pt x="1866" y="607"/>
                    <a:pt x="1847" y="584"/>
                  </a:cubicBezTo>
                  <a:cubicBezTo>
                    <a:pt x="1756" y="553"/>
                    <a:pt x="1726" y="456"/>
                    <a:pt x="1653" y="405"/>
                  </a:cubicBezTo>
                  <a:cubicBezTo>
                    <a:pt x="1477" y="231"/>
                    <a:pt x="1233" y="176"/>
                    <a:pt x="1035" y="42"/>
                  </a:cubicBezTo>
                  <a:cubicBezTo>
                    <a:pt x="964" y="15"/>
                    <a:pt x="894" y="0"/>
                    <a:pt x="824" y="0"/>
                  </a:cubicBezTo>
                  <a:close/>
                </a:path>
              </a:pathLst>
            </a:custGeom>
            <a:solidFill>
              <a:srgbClr val="F18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7223250" y="1349775"/>
              <a:ext cx="72550" cy="53500"/>
            </a:xfrm>
            <a:custGeom>
              <a:avLst/>
              <a:gdLst/>
              <a:ahLst/>
              <a:cxnLst/>
              <a:rect l="l" t="t" r="r" b="b"/>
              <a:pathLst>
                <a:path w="2902" h="2140" extrusionOk="0">
                  <a:moveTo>
                    <a:pt x="2828" y="1"/>
                  </a:moveTo>
                  <a:cubicBezTo>
                    <a:pt x="2809" y="1"/>
                    <a:pt x="2788" y="4"/>
                    <a:pt x="2768" y="5"/>
                  </a:cubicBezTo>
                  <a:cubicBezTo>
                    <a:pt x="2743" y="11"/>
                    <a:pt x="2717" y="19"/>
                    <a:pt x="2694" y="32"/>
                  </a:cubicBezTo>
                  <a:cubicBezTo>
                    <a:pt x="2638" y="62"/>
                    <a:pt x="2589" y="101"/>
                    <a:pt x="2540" y="141"/>
                  </a:cubicBezTo>
                  <a:cubicBezTo>
                    <a:pt x="2419" y="222"/>
                    <a:pt x="2344" y="406"/>
                    <a:pt x="2201" y="406"/>
                  </a:cubicBezTo>
                  <a:cubicBezTo>
                    <a:pt x="1935" y="406"/>
                    <a:pt x="1897" y="579"/>
                    <a:pt x="1850" y="780"/>
                  </a:cubicBezTo>
                  <a:cubicBezTo>
                    <a:pt x="1849" y="641"/>
                    <a:pt x="1902" y="530"/>
                    <a:pt x="1918" y="411"/>
                  </a:cubicBezTo>
                  <a:cubicBezTo>
                    <a:pt x="1908" y="374"/>
                    <a:pt x="1885" y="345"/>
                    <a:pt x="1852" y="326"/>
                  </a:cubicBezTo>
                  <a:cubicBezTo>
                    <a:pt x="1831" y="322"/>
                    <a:pt x="1811" y="320"/>
                    <a:pt x="1792" y="320"/>
                  </a:cubicBezTo>
                  <a:cubicBezTo>
                    <a:pt x="1658" y="320"/>
                    <a:pt x="1571" y="410"/>
                    <a:pt x="1482" y="508"/>
                  </a:cubicBezTo>
                  <a:cubicBezTo>
                    <a:pt x="1379" y="620"/>
                    <a:pt x="1305" y="792"/>
                    <a:pt x="1142" y="806"/>
                  </a:cubicBezTo>
                  <a:cubicBezTo>
                    <a:pt x="1030" y="816"/>
                    <a:pt x="924" y="833"/>
                    <a:pt x="814" y="857"/>
                  </a:cubicBezTo>
                  <a:cubicBezTo>
                    <a:pt x="806" y="877"/>
                    <a:pt x="798" y="884"/>
                    <a:pt x="791" y="884"/>
                  </a:cubicBezTo>
                  <a:cubicBezTo>
                    <a:pt x="777" y="884"/>
                    <a:pt x="766" y="855"/>
                    <a:pt x="754" y="855"/>
                  </a:cubicBezTo>
                  <a:cubicBezTo>
                    <a:pt x="753" y="855"/>
                    <a:pt x="753" y="855"/>
                    <a:pt x="752" y="855"/>
                  </a:cubicBezTo>
                  <a:cubicBezTo>
                    <a:pt x="651" y="858"/>
                    <a:pt x="596" y="908"/>
                    <a:pt x="595" y="1013"/>
                  </a:cubicBezTo>
                  <a:cubicBezTo>
                    <a:pt x="655" y="1222"/>
                    <a:pt x="836" y="1217"/>
                    <a:pt x="1016" y="1240"/>
                  </a:cubicBezTo>
                  <a:cubicBezTo>
                    <a:pt x="915" y="1322"/>
                    <a:pt x="801" y="1357"/>
                    <a:pt x="758" y="1492"/>
                  </a:cubicBezTo>
                  <a:cubicBezTo>
                    <a:pt x="730" y="1578"/>
                    <a:pt x="705" y="1607"/>
                    <a:pt x="681" y="1607"/>
                  </a:cubicBezTo>
                  <a:cubicBezTo>
                    <a:pt x="628" y="1607"/>
                    <a:pt x="579" y="1461"/>
                    <a:pt x="521" y="1461"/>
                  </a:cubicBezTo>
                  <a:cubicBezTo>
                    <a:pt x="512" y="1461"/>
                    <a:pt x="503" y="1464"/>
                    <a:pt x="494" y="1471"/>
                  </a:cubicBezTo>
                  <a:cubicBezTo>
                    <a:pt x="468" y="1491"/>
                    <a:pt x="430" y="1501"/>
                    <a:pt x="410" y="1530"/>
                  </a:cubicBezTo>
                  <a:cubicBezTo>
                    <a:pt x="334" y="1642"/>
                    <a:pt x="202" y="1646"/>
                    <a:pt x="95" y="1698"/>
                  </a:cubicBezTo>
                  <a:cubicBezTo>
                    <a:pt x="68" y="1784"/>
                    <a:pt x="40" y="1870"/>
                    <a:pt x="1" y="1997"/>
                  </a:cubicBezTo>
                  <a:cubicBezTo>
                    <a:pt x="60" y="1957"/>
                    <a:pt x="108" y="1940"/>
                    <a:pt x="147" y="1940"/>
                  </a:cubicBezTo>
                  <a:cubicBezTo>
                    <a:pt x="248" y="1940"/>
                    <a:pt x="293" y="2050"/>
                    <a:pt x="348" y="2140"/>
                  </a:cubicBezTo>
                  <a:cubicBezTo>
                    <a:pt x="430" y="1972"/>
                    <a:pt x="458" y="1912"/>
                    <a:pt x="542" y="1912"/>
                  </a:cubicBezTo>
                  <a:cubicBezTo>
                    <a:pt x="583" y="1912"/>
                    <a:pt x="639" y="1927"/>
                    <a:pt x="721" y="1951"/>
                  </a:cubicBezTo>
                  <a:cubicBezTo>
                    <a:pt x="743" y="1956"/>
                    <a:pt x="762" y="1959"/>
                    <a:pt x="779" y="1959"/>
                  </a:cubicBezTo>
                  <a:cubicBezTo>
                    <a:pt x="829" y="1959"/>
                    <a:pt x="864" y="1936"/>
                    <a:pt x="905" y="1902"/>
                  </a:cubicBezTo>
                  <a:cubicBezTo>
                    <a:pt x="1011" y="1812"/>
                    <a:pt x="1116" y="1724"/>
                    <a:pt x="1222" y="1634"/>
                  </a:cubicBezTo>
                  <a:cubicBezTo>
                    <a:pt x="1381" y="1561"/>
                    <a:pt x="1485" y="1405"/>
                    <a:pt x="1656" y="1354"/>
                  </a:cubicBezTo>
                  <a:cubicBezTo>
                    <a:pt x="1746" y="1284"/>
                    <a:pt x="1834" y="1214"/>
                    <a:pt x="1855" y="1092"/>
                  </a:cubicBezTo>
                  <a:cubicBezTo>
                    <a:pt x="1903" y="1046"/>
                    <a:pt x="1952" y="1002"/>
                    <a:pt x="2000" y="957"/>
                  </a:cubicBezTo>
                  <a:cubicBezTo>
                    <a:pt x="2052" y="865"/>
                    <a:pt x="2165" y="868"/>
                    <a:pt x="2235" y="805"/>
                  </a:cubicBezTo>
                  <a:cubicBezTo>
                    <a:pt x="2489" y="586"/>
                    <a:pt x="2732" y="356"/>
                    <a:pt x="2901" y="59"/>
                  </a:cubicBezTo>
                  <a:cubicBezTo>
                    <a:pt x="2889" y="11"/>
                    <a:pt x="2860" y="1"/>
                    <a:pt x="2828" y="1"/>
                  </a:cubicBezTo>
                  <a:close/>
                </a:path>
              </a:pathLst>
            </a:custGeom>
            <a:solidFill>
              <a:srgbClr val="F1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7301250" y="1138125"/>
              <a:ext cx="72350" cy="38750"/>
            </a:xfrm>
            <a:custGeom>
              <a:avLst/>
              <a:gdLst/>
              <a:ahLst/>
              <a:cxnLst/>
              <a:rect l="l" t="t" r="r" b="b"/>
              <a:pathLst>
                <a:path w="2894" h="1550" extrusionOk="0">
                  <a:moveTo>
                    <a:pt x="1628" y="0"/>
                  </a:moveTo>
                  <a:cubicBezTo>
                    <a:pt x="1487" y="0"/>
                    <a:pt x="1350" y="40"/>
                    <a:pt x="1215" y="117"/>
                  </a:cubicBezTo>
                  <a:cubicBezTo>
                    <a:pt x="1215" y="224"/>
                    <a:pt x="1342" y="356"/>
                    <a:pt x="1259" y="421"/>
                  </a:cubicBezTo>
                  <a:cubicBezTo>
                    <a:pt x="1145" y="511"/>
                    <a:pt x="981" y="557"/>
                    <a:pt x="832" y="579"/>
                  </a:cubicBezTo>
                  <a:cubicBezTo>
                    <a:pt x="685" y="602"/>
                    <a:pt x="355" y="853"/>
                    <a:pt x="420" y="962"/>
                  </a:cubicBezTo>
                  <a:cubicBezTo>
                    <a:pt x="495" y="1093"/>
                    <a:pt x="457" y="1109"/>
                    <a:pt x="400" y="1109"/>
                  </a:cubicBezTo>
                  <a:cubicBezTo>
                    <a:pt x="382" y="1109"/>
                    <a:pt x="361" y="1108"/>
                    <a:pt x="342" y="1108"/>
                  </a:cubicBezTo>
                  <a:cubicBezTo>
                    <a:pt x="332" y="1108"/>
                    <a:pt x="323" y="1108"/>
                    <a:pt x="315" y="1110"/>
                  </a:cubicBezTo>
                  <a:cubicBezTo>
                    <a:pt x="67" y="1149"/>
                    <a:pt x="0" y="1280"/>
                    <a:pt x="95" y="1550"/>
                  </a:cubicBezTo>
                  <a:cubicBezTo>
                    <a:pt x="235" y="1526"/>
                    <a:pt x="296" y="1378"/>
                    <a:pt x="427" y="1342"/>
                  </a:cubicBezTo>
                  <a:cubicBezTo>
                    <a:pt x="469" y="1318"/>
                    <a:pt x="513" y="1294"/>
                    <a:pt x="551" y="1264"/>
                  </a:cubicBezTo>
                  <a:cubicBezTo>
                    <a:pt x="631" y="1144"/>
                    <a:pt x="735" y="1054"/>
                    <a:pt x="871" y="1005"/>
                  </a:cubicBezTo>
                  <a:cubicBezTo>
                    <a:pt x="938" y="937"/>
                    <a:pt x="1017" y="889"/>
                    <a:pt x="1100" y="845"/>
                  </a:cubicBezTo>
                  <a:cubicBezTo>
                    <a:pt x="1322" y="683"/>
                    <a:pt x="1591" y="635"/>
                    <a:pt x="1838" y="535"/>
                  </a:cubicBezTo>
                  <a:cubicBezTo>
                    <a:pt x="1901" y="509"/>
                    <a:pt x="1973" y="493"/>
                    <a:pt x="2044" y="493"/>
                  </a:cubicBezTo>
                  <a:cubicBezTo>
                    <a:pt x="2116" y="493"/>
                    <a:pt x="2186" y="510"/>
                    <a:pt x="2242" y="550"/>
                  </a:cubicBezTo>
                  <a:cubicBezTo>
                    <a:pt x="2335" y="615"/>
                    <a:pt x="2426" y="635"/>
                    <a:pt x="2518" y="635"/>
                  </a:cubicBezTo>
                  <a:cubicBezTo>
                    <a:pt x="2594" y="635"/>
                    <a:pt x="2671" y="621"/>
                    <a:pt x="2750" y="608"/>
                  </a:cubicBezTo>
                  <a:cubicBezTo>
                    <a:pt x="2800" y="494"/>
                    <a:pt x="2893" y="386"/>
                    <a:pt x="2787" y="255"/>
                  </a:cubicBezTo>
                  <a:cubicBezTo>
                    <a:pt x="2769" y="236"/>
                    <a:pt x="2750" y="220"/>
                    <a:pt x="2729" y="205"/>
                  </a:cubicBezTo>
                  <a:cubicBezTo>
                    <a:pt x="2677" y="172"/>
                    <a:pt x="2624" y="140"/>
                    <a:pt x="2569" y="111"/>
                  </a:cubicBezTo>
                  <a:cubicBezTo>
                    <a:pt x="2472" y="67"/>
                    <a:pt x="2372" y="41"/>
                    <a:pt x="2268" y="41"/>
                  </a:cubicBezTo>
                  <a:cubicBezTo>
                    <a:pt x="2239" y="41"/>
                    <a:pt x="2209" y="43"/>
                    <a:pt x="2179" y="47"/>
                  </a:cubicBezTo>
                  <a:cubicBezTo>
                    <a:pt x="2094" y="52"/>
                    <a:pt x="2010" y="55"/>
                    <a:pt x="1925" y="58"/>
                  </a:cubicBezTo>
                  <a:cubicBezTo>
                    <a:pt x="1824" y="19"/>
                    <a:pt x="1725" y="0"/>
                    <a:pt x="1628" y="0"/>
                  </a:cubicBezTo>
                  <a:close/>
                </a:path>
              </a:pathLst>
            </a:custGeom>
            <a:solidFill>
              <a:srgbClr val="F190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7319025" y="1236625"/>
              <a:ext cx="60700" cy="85100"/>
            </a:xfrm>
            <a:custGeom>
              <a:avLst/>
              <a:gdLst/>
              <a:ahLst/>
              <a:cxnLst/>
              <a:rect l="l" t="t" r="r" b="b"/>
              <a:pathLst>
                <a:path w="2428" h="3404" extrusionOk="0">
                  <a:moveTo>
                    <a:pt x="2404" y="0"/>
                  </a:moveTo>
                  <a:cubicBezTo>
                    <a:pt x="2281" y="19"/>
                    <a:pt x="2215" y="94"/>
                    <a:pt x="2157" y="204"/>
                  </a:cubicBezTo>
                  <a:cubicBezTo>
                    <a:pt x="2026" y="447"/>
                    <a:pt x="1877" y="680"/>
                    <a:pt x="1734" y="917"/>
                  </a:cubicBezTo>
                  <a:cubicBezTo>
                    <a:pt x="1479" y="1042"/>
                    <a:pt x="1431" y="1325"/>
                    <a:pt x="1269" y="1521"/>
                  </a:cubicBezTo>
                  <a:cubicBezTo>
                    <a:pt x="1126" y="1697"/>
                    <a:pt x="1021" y="1902"/>
                    <a:pt x="867" y="2069"/>
                  </a:cubicBezTo>
                  <a:cubicBezTo>
                    <a:pt x="819" y="2133"/>
                    <a:pt x="777" y="2203"/>
                    <a:pt x="732" y="2270"/>
                  </a:cubicBezTo>
                  <a:cubicBezTo>
                    <a:pt x="631" y="2461"/>
                    <a:pt x="509" y="2636"/>
                    <a:pt x="362" y="2795"/>
                  </a:cubicBezTo>
                  <a:cubicBezTo>
                    <a:pt x="295" y="3011"/>
                    <a:pt x="31" y="3095"/>
                    <a:pt x="1" y="3335"/>
                  </a:cubicBezTo>
                  <a:cubicBezTo>
                    <a:pt x="6" y="3364"/>
                    <a:pt x="21" y="3387"/>
                    <a:pt x="45" y="3403"/>
                  </a:cubicBezTo>
                  <a:cubicBezTo>
                    <a:pt x="276" y="3397"/>
                    <a:pt x="308" y="3202"/>
                    <a:pt x="382" y="3047"/>
                  </a:cubicBezTo>
                  <a:cubicBezTo>
                    <a:pt x="394" y="3035"/>
                    <a:pt x="406" y="3023"/>
                    <a:pt x="418" y="3011"/>
                  </a:cubicBezTo>
                  <a:cubicBezTo>
                    <a:pt x="759" y="2805"/>
                    <a:pt x="999" y="2518"/>
                    <a:pt x="1121" y="2137"/>
                  </a:cubicBezTo>
                  <a:cubicBezTo>
                    <a:pt x="1186" y="2052"/>
                    <a:pt x="1250" y="1968"/>
                    <a:pt x="1316" y="1884"/>
                  </a:cubicBezTo>
                  <a:cubicBezTo>
                    <a:pt x="1603" y="1637"/>
                    <a:pt x="1797" y="1328"/>
                    <a:pt x="1919" y="972"/>
                  </a:cubicBezTo>
                  <a:cubicBezTo>
                    <a:pt x="2003" y="828"/>
                    <a:pt x="2088" y="684"/>
                    <a:pt x="2172" y="540"/>
                  </a:cubicBezTo>
                  <a:cubicBezTo>
                    <a:pt x="2337" y="413"/>
                    <a:pt x="2418" y="243"/>
                    <a:pt x="2428" y="37"/>
                  </a:cubicBezTo>
                  <a:cubicBezTo>
                    <a:pt x="2419" y="26"/>
                    <a:pt x="2411" y="13"/>
                    <a:pt x="2404" y="0"/>
                  </a:cubicBezTo>
                  <a:close/>
                </a:path>
              </a:pathLst>
            </a:custGeom>
            <a:solidFill>
              <a:srgbClr val="F29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7148125" y="1117275"/>
              <a:ext cx="51850" cy="27000"/>
            </a:xfrm>
            <a:custGeom>
              <a:avLst/>
              <a:gdLst/>
              <a:ahLst/>
              <a:cxnLst/>
              <a:rect l="l" t="t" r="r" b="b"/>
              <a:pathLst>
                <a:path w="2074" h="1080" extrusionOk="0">
                  <a:moveTo>
                    <a:pt x="1048" y="0"/>
                  </a:moveTo>
                  <a:cubicBezTo>
                    <a:pt x="1011" y="0"/>
                    <a:pt x="980" y="10"/>
                    <a:pt x="965" y="32"/>
                  </a:cubicBezTo>
                  <a:cubicBezTo>
                    <a:pt x="850" y="201"/>
                    <a:pt x="658" y="189"/>
                    <a:pt x="518" y="285"/>
                  </a:cubicBezTo>
                  <a:cubicBezTo>
                    <a:pt x="478" y="311"/>
                    <a:pt x="431" y="335"/>
                    <a:pt x="386" y="335"/>
                  </a:cubicBezTo>
                  <a:cubicBezTo>
                    <a:pt x="350" y="335"/>
                    <a:pt x="314" y="320"/>
                    <a:pt x="283" y="279"/>
                  </a:cubicBezTo>
                  <a:cubicBezTo>
                    <a:pt x="201" y="170"/>
                    <a:pt x="322" y="133"/>
                    <a:pt x="372" y="72"/>
                  </a:cubicBezTo>
                  <a:cubicBezTo>
                    <a:pt x="367" y="72"/>
                    <a:pt x="363" y="72"/>
                    <a:pt x="358" y="72"/>
                  </a:cubicBezTo>
                  <a:cubicBezTo>
                    <a:pt x="240" y="72"/>
                    <a:pt x="188" y="186"/>
                    <a:pt x="96" y="234"/>
                  </a:cubicBezTo>
                  <a:cubicBezTo>
                    <a:pt x="63" y="279"/>
                    <a:pt x="1" y="308"/>
                    <a:pt x="12" y="380"/>
                  </a:cubicBezTo>
                  <a:cubicBezTo>
                    <a:pt x="112" y="398"/>
                    <a:pt x="188" y="443"/>
                    <a:pt x="227" y="544"/>
                  </a:cubicBezTo>
                  <a:cubicBezTo>
                    <a:pt x="249" y="601"/>
                    <a:pt x="283" y="624"/>
                    <a:pt x="323" y="624"/>
                  </a:cubicBezTo>
                  <a:cubicBezTo>
                    <a:pt x="352" y="624"/>
                    <a:pt x="384" y="612"/>
                    <a:pt x="417" y="594"/>
                  </a:cubicBezTo>
                  <a:cubicBezTo>
                    <a:pt x="607" y="484"/>
                    <a:pt x="793" y="361"/>
                    <a:pt x="1000" y="361"/>
                  </a:cubicBezTo>
                  <a:cubicBezTo>
                    <a:pt x="1100" y="361"/>
                    <a:pt x="1205" y="390"/>
                    <a:pt x="1317" y="463"/>
                  </a:cubicBezTo>
                  <a:cubicBezTo>
                    <a:pt x="1530" y="601"/>
                    <a:pt x="1659" y="796"/>
                    <a:pt x="1761" y="1017"/>
                  </a:cubicBezTo>
                  <a:cubicBezTo>
                    <a:pt x="1784" y="1052"/>
                    <a:pt x="1813" y="1076"/>
                    <a:pt x="1856" y="1079"/>
                  </a:cubicBezTo>
                  <a:cubicBezTo>
                    <a:pt x="1862" y="1079"/>
                    <a:pt x="1868" y="1079"/>
                    <a:pt x="1874" y="1079"/>
                  </a:cubicBezTo>
                  <a:cubicBezTo>
                    <a:pt x="1959" y="1079"/>
                    <a:pt x="2044" y="1063"/>
                    <a:pt x="2058" y="966"/>
                  </a:cubicBezTo>
                  <a:cubicBezTo>
                    <a:pt x="2074" y="868"/>
                    <a:pt x="2029" y="780"/>
                    <a:pt x="1917" y="746"/>
                  </a:cubicBezTo>
                  <a:cubicBezTo>
                    <a:pt x="1879" y="735"/>
                    <a:pt x="1803" y="707"/>
                    <a:pt x="1825" y="674"/>
                  </a:cubicBezTo>
                  <a:cubicBezTo>
                    <a:pt x="1943" y="496"/>
                    <a:pt x="1772" y="510"/>
                    <a:pt x="1694" y="474"/>
                  </a:cubicBezTo>
                  <a:cubicBezTo>
                    <a:pt x="1655" y="456"/>
                    <a:pt x="1603" y="459"/>
                    <a:pt x="1597" y="409"/>
                  </a:cubicBezTo>
                  <a:cubicBezTo>
                    <a:pt x="1570" y="210"/>
                    <a:pt x="1352" y="213"/>
                    <a:pt x="1254" y="82"/>
                  </a:cubicBezTo>
                  <a:cubicBezTo>
                    <a:pt x="1222" y="40"/>
                    <a:pt x="1123" y="0"/>
                    <a:pt x="1048" y="0"/>
                  </a:cubicBezTo>
                  <a:close/>
                </a:path>
              </a:pathLst>
            </a:custGeom>
            <a:solidFill>
              <a:srgbClr val="F29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7379075" y="1154975"/>
              <a:ext cx="13550" cy="60100"/>
            </a:xfrm>
            <a:custGeom>
              <a:avLst/>
              <a:gdLst/>
              <a:ahLst/>
              <a:cxnLst/>
              <a:rect l="l" t="t" r="r" b="b"/>
              <a:pathLst>
                <a:path w="542" h="2404" extrusionOk="0">
                  <a:moveTo>
                    <a:pt x="129" y="1"/>
                  </a:moveTo>
                  <a:cubicBezTo>
                    <a:pt x="0" y="8"/>
                    <a:pt x="41" y="119"/>
                    <a:pt x="16" y="189"/>
                  </a:cubicBezTo>
                  <a:cubicBezTo>
                    <a:pt x="18" y="281"/>
                    <a:pt x="42" y="357"/>
                    <a:pt x="147" y="376"/>
                  </a:cubicBezTo>
                  <a:cubicBezTo>
                    <a:pt x="522" y="789"/>
                    <a:pt x="496" y="1269"/>
                    <a:pt x="405" y="1772"/>
                  </a:cubicBezTo>
                  <a:cubicBezTo>
                    <a:pt x="369" y="1976"/>
                    <a:pt x="255" y="2186"/>
                    <a:pt x="365" y="2403"/>
                  </a:cubicBezTo>
                  <a:cubicBezTo>
                    <a:pt x="503" y="2111"/>
                    <a:pt x="482" y="1790"/>
                    <a:pt x="541" y="1484"/>
                  </a:cubicBezTo>
                  <a:cubicBezTo>
                    <a:pt x="533" y="1166"/>
                    <a:pt x="520" y="849"/>
                    <a:pt x="436" y="541"/>
                  </a:cubicBezTo>
                  <a:cubicBezTo>
                    <a:pt x="441" y="418"/>
                    <a:pt x="333" y="345"/>
                    <a:pt x="304" y="237"/>
                  </a:cubicBezTo>
                  <a:cubicBezTo>
                    <a:pt x="290" y="226"/>
                    <a:pt x="280" y="213"/>
                    <a:pt x="274" y="198"/>
                  </a:cubicBezTo>
                  <a:cubicBezTo>
                    <a:pt x="255" y="110"/>
                    <a:pt x="182" y="63"/>
                    <a:pt x="129" y="1"/>
                  </a:cubicBezTo>
                  <a:close/>
                </a:path>
              </a:pathLst>
            </a:custGeom>
            <a:solidFill>
              <a:srgbClr val="F29D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7292050" y="1336300"/>
              <a:ext cx="16125" cy="14725"/>
            </a:xfrm>
            <a:custGeom>
              <a:avLst/>
              <a:gdLst/>
              <a:ahLst/>
              <a:cxnLst/>
              <a:rect l="l" t="t" r="r" b="b"/>
              <a:pathLst>
                <a:path w="645" h="589" extrusionOk="0">
                  <a:moveTo>
                    <a:pt x="562" y="0"/>
                  </a:moveTo>
                  <a:cubicBezTo>
                    <a:pt x="551" y="0"/>
                    <a:pt x="540" y="4"/>
                    <a:pt x="531" y="12"/>
                  </a:cubicBezTo>
                  <a:cubicBezTo>
                    <a:pt x="336" y="184"/>
                    <a:pt x="106" y="326"/>
                    <a:pt x="1" y="582"/>
                  </a:cubicBezTo>
                  <a:cubicBezTo>
                    <a:pt x="13" y="587"/>
                    <a:pt x="25" y="589"/>
                    <a:pt x="36" y="589"/>
                  </a:cubicBezTo>
                  <a:cubicBezTo>
                    <a:pt x="65" y="589"/>
                    <a:pt x="90" y="574"/>
                    <a:pt x="114" y="554"/>
                  </a:cubicBezTo>
                  <a:cubicBezTo>
                    <a:pt x="155" y="521"/>
                    <a:pt x="197" y="489"/>
                    <a:pt x="238" y="456"/>
                  </a:cubicBezTo>
                  <a:cubicBezTo>
                    <a:pt x="374" y="316"/>
                    <a:pt x="509" y="178"/>
                    <a:pt x="645" y="38"/>
                  </a:cubicBezTo>
                  <a:cubicBezTo>
                    <a:pt x="645" y="38"/>
                    <a:pt x="622" y="32"/>
                    <a:pt x="622" y="32"/>
                  </a:cubicBezTo>
                  <a:cubicBezTo>
                    <a:pt x="605" y="13"/>
                    <a:pt x="583" y="0"/>
                    <a:pt x="562" y="0"/>
                  </a:cubicBezTo>
                  <a:close/>
                </a:path>
              </a:pathLst>
            </a:custGeom>
            <a:solidFill>
              <a:srgbClr val="F1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7248675" y="1149300"/>
              <a:ext cx="135550" cy="151975"/>
            </a:xfrm>
            <a:custGeom>
              <a:avLst/>
              <a:gdLst/>
              <a:ahLst/>
              <a:cxnLst/>
              <a:rect l="l" t="t" r="r" b="b"/>
              <a:pathLst>
                <a:path w="5422" h="6079" extrusionOk="0">
                  <a:moveTo>
                    <a:pt x="3845" y="1902"/>
                  </a:moveTo>
                  <a:cubicBezTo>
                    <a:pt x="3879" y="1902"/>
                    <a:pt x="3913" y="1909"/>
                    <a:pt x="3949" y="1927"/>
                  </a:cubicBezTo>
                  <a:cubicBezTo>
                    <a:pt x="3898" y="1959"/>
                    <a:pt x="3848" y="1971"/>
                    <a:pt x="3798" y="1971"/>
                  </a:cubicBezTo>
                  <a:cubicBezTo>
                    <a:pt x="3763" y="1971"/>
                    <a:pt x="3728" y="1965"/>
                    <a:pt x="3694" y="1957"/>
                  </a:cubicBezTo>
                  <a:cubicBezTo>
                    <a:pt x="3673" y="1952"/>
                    <a:pt x="3650" y="1949"/>
                    <a:pt x="3628" y="1949"/>
                  </a:cubicBezTo>
                  <a:cubicBezTo>
                    <a:pt x="3584" y="1949"/>
                    <a:pt x="3543" y="1963"/>
                    <a:pt x="3533" y="2005"/>
                  </a:cubicBezTo>
                  <a:cubicBezTo>
                    <a:pt x="3513" y="2084"/>
                    <a:pt x="3474" y="2148"/>
                    <a:pt x="3427" y="2206"/>
                  </a:cubicBezTo>
                  <a:lnTo>
                    <a:pt x="3427" y="2206"/>
                  </a:lnTo>
                  <a:cubicBezTo>
                    <a:pt x="3434" y="2185"/>
                    <a:pt x="3437" y="2159"/>
                    <a:pt x="3437" y="2127"/>
                  </a:cubicBezTo>
                  <a:cubicBezTo>
                    <a:pt x="3435" y="1995"/>
                    <a:pt x="3529" y="1930"/>
                    <a:pt x="3625" y="1930"/>
                  </a:cubicBezTo>
                  <a:cubicBezTo>
                    <a:pt x="3628" y="1930"/>
                    <a:pt x="3630" y="1930"/>
                    <a:pt x="3633" y="1930"/>
                  </a:cubicBezTo>
                  <a:cubicBezTo>
                    <a:pt x="3635" y="1930"/>
                    <a:pt x="3638" y="1930"/>
                    <a:pt x="3640" y="1930"/>
                  </a:cubicBezTo>
                  <a:cubicBezTo>
                    <a:pt x="3707" y="1930"/>
                    <a:pt x="3775" y="1902"/>
                    <a:pt x="3845" y="1902"/>
                  </a:cubicBezTo>
                  <a:close/>
                  <a:moveTo>
                    <a:pt x="3042" y="4385"/>
                  </a:moveTo>
                  <a:lnTo>
                    <a:pt x="3042" y="4385"/>
                  </a:lnTo>
                  <a:cubicBezTo>
                    <a:pt x="3042" y="4386"/>
                    <a:pt x="3043" y="4387"/>
                    <a:pt x="3044" y="4388"/>
                  </a:cubicBezTo>
                  <a:cubicBezTo>
                    <a:pt x="3052" y="4399"/>
                    <a:pt x="3054" y="4408"/>
                    <a:pt x="3058" y="4408"/>
                  </a:cubicBezTo>
                  <a:cubicBezTo>
                    <a:pt x="3059" y="4408"/>
                    <a:pt x="3059" y="4408"/>
                    <a:pt x="3060" y="4407"/>
                  </a:cubicBezTo>
                  <a:cubicBezTo>
                    <a:pt x="3065" y="4404"/>
                    <a:pt x="3068" y="4403"/>
                    <a:pt x="3070" y="4403"/>
                  </a:cubicBezTo>
                  <a:cubicBezTo>
                    <a:pt x="3078" y="4403"/>
                    <a:pt x="3068" y="4422"/>
                    <a:pt x="3058" y="4422"/>
                  </a:cubicBezTo>
                  <a:cubicBezTo>
                    <a:pt x="3054" y="4422"/>
                    <a:pt x="3050" y="4419"/>
                    <a:pt x="3047" y="4412"/>
                  </a:cubicBezTo>
                  <a:cubicBezTo>
                    <a:pt x="3046" y="4403"/>
                    <a:pt x="3044" y="4394"/>
                    <a:pt x="3042" y="4385"/>
                  </a:cubicBezTo>
                  <a:close/>
                  <a:moveTo>
                    <a:pt x="3955" y="4315"/>
                  </a:moveTo>
                  <a:cubicBezTo>
                    <a:pt x="3970" y="4315"/>
                    <a:pt x="3984" y="4316"/>
                    <a:pt x="3998" y="4318"/>
                  </a:cubicBezTo>
                  <a:cubicBezTo>
                    <a:pt x="4000" y="4320"/>
                    <a:pt x="3960" y="4319"/>
                    <a:pt x="3936" y="4343"/>
                  </a:cubicBezTo>
                  <a:cubicBezTo>
                    <a:pt x="3892" y="4386"/>
                    <a:pt x="3856" y="4435"/>
                    <a:pt x="3825" y="4486"/>
                  </a:cubicBezTo>
                  <a:lnTo>
                    <a:pt x="3825" y="4486"/>
                  </a:lnTo>
                  <a:cubicBezTo>
                    <a:pt x="3829" y="4467"/>
                    <a:pt x="3832" y="4447"/>
                    <a:pt x="3836" y="4429"/>
                  </a:cubicBezTo>
                  <a:cubicBezTo>
                    <a:pt x="3857" y="4332"/>
                    <a:pt x="3907" y="4315"/>
                    <a:pt x="3955" y="4315"/>
                  </a:cubicBezTo>
                  <a:close/>
                  <a:moveTo>
                    <a:pt x="2288" y="5396"/>
                  </a:moveTo>
                  <a:cubicBezTo>
                    <a:pt x="2291" y="5410"/>
                    <a:pt x="2285" y="5422"/>
                    <a:pt x="2279" y="5434"/>
                  </a:cubicBezTo>
                  <a:lnTo>
                    <a:pt x="2279" y="5434"/>
                  </a:lnTo>
                  <a:cubicBezTo>
                    <a:pt x="2282" y="5422"/>
                    <a:pt x="2286" y="5409"/>
                    <a:pt x="2288" y="5396"/>
                  </a:cubicBezTo>
                  <a:close/>
                  <a:moveTo>
                    <a:pt x="4278" y="1"/>
                  </a:moveTo>
                  <a:cubicBezTo>
                    <a:pt x="4242" y="1"/>
                    <a:pt x="4204" y="4"/>
                    <a:pt x="4168" y="4"/>
                  </a:cubicBezTo>
                  <a:cubicBezTo>
                    <a:pt x="3790" y="7"/>
                    <a:pt x="3467" y="177"/>
                    <a:pt x="3150" y="357"/>
                  </a:cubicBezTo>
                  <a:cubicBezTo>
                    <a:pt x="3150" y="492"/>
                    <a:pt x="3043" y="501"/>
                    <a:pt x="2951" y="529"/>
                  </a:cubicBezTo>
                  <a:cubicBezTo>
                    <a:pt x="2777" y="541"/>
                    <a:pt x="2671" y="632"/>
                    <a:pt x="2632" y="801"/>
                  </a:cubicBezTo>
                  <a:cubicBezTo>
                    <a:pt x="2638" y="873"/>
                    <a:pt x="2691" y="923"/>
                    <a:pt x="2720" y="985"/>
                  </a:cubicBezTo>
                  <a:cubicBezTo>
                    <a:pt x="2786" y="1130"/>
                    <a:pt x="2818" y="1251"/>
                    <a:pt x="2598" y="1272"/>
                  </a:cubicBezTo>
                  <a:cubicBezTo>
                    <a:pt x="2561" y="1275"/>
                    <a:pt x="2546" y="1326"/>
                    <a:pt x="2505" y="1326"/>
                  </a:cubicBezTo>
                  <a:cubicBezTo>
                    <a:pt x="2501" y="1326"/>
                    <a:pt x="2497" y="1325"/>
                    <a:pt x="2493" y="1324"/>
                  </a:cubicBezTo>
                  <a:cubicBezTo>
                    <a:pt x="2462" y="1229"/>
                    <a:pt x="2535" y="1183"/>
                    <a:pt x="2585" y="1127"/>
                  </a:cubicBezTo>
                  <a:cubicBezTo>
                    <a:pt x="2703" y="996"/>
                    <a:pt x="2678" y="898"/>
                    <a:pt x="2518" y="830"/>
                  </a:cubicBezTo>
                  <a:cubicBezTo>
                    <a:pt x="2375" y="878"/>
                    <a:pt x="2269" y="969"/>
                    <a:pt x="2198" y="1103"/>
                  </a:cubicBezTo>
                  <a:lnTo>
                    <a:pt x="2233" y="1143"/>
                  </a:lnTo>
                  <a:cubicBezTo>
                    <a:pt x="2213" y="1289"/>
                    <a:pt x="2100" y="1270"/>
                    <a:pt x="2000" y="1273"/>
                  </a:cubicBezTo>
                  <a:cubicBezTo>
                    <a:pt x="1975" y="1272"/>
                    <a:pt x="1951" y="1270"/>
                    <a:pt x="1926" y="1268"/>
                  </a:cubicBezTo>
                  <a:cubicBezTo>
                    <a:pt x="1901" y="1271"/>
                    <a:pt x="1882" y="1283"/>
                    <a:pt x="1870" y="1305"/>
                  </a:cubicBezTo>
                  <a:cubicBezTo>
                    <a:pt x="1859" y="1365"/>
                    <a:pt x="1842" y="1425"/>
                    <a:pt x="1882" y="1480"/>
                  </a:cubicBezTo>
                  <a:cubicBezTo>
                    <a:pt x="2175" y="1542"/>
                    <a:pt x="2257" y="1644"/>
                    <a:pt x="2175" y="1854"/>
                  </a:cubicBezTo>
                  <a:cubicBezTo>
                    <a:pt x="2159" y="1895"/>
                    <a:pt x="2146" y="1968"/>
                    <a:pt x="2103" y="1968"/>
                  </a:cubicBezTo>
                  <a:cubicBezTo>
                    <a:pt x="2101" y="1968"/>
                    <a:pt x="2098" y="1968"/>
                    <a:pt x="2095" y="1967"/>
                  </a:cubicBezTo>
                  <a:cubicBezTo>
                    <a:pt x="2046" y="1957"/>
                    <a:pt x="1962" y="1921"/>
                    <a:pt x="1962" y="1862"/>
                  </a:cubicBezTo>
                  <a:cubicBezTo>
                    <a:pt x="1958" y="1680"/>
                    <a:pt x="1865" y="1650"/>
                    <a:pt x="1752" y="1650"/>
                  </a:cubicBezTo>
                  <a:cubicBezTo>
                    <a:pt x="1715" y="1650"/>
                    <a:pt x="1675" y="1653"/>
                    <a:pt x="1635" y="1655"/>
                  </a:cubicBezTo>
                  <a:cubicBezTo>
                    <a:pt x="1622" y="1666"/>
                    <a:pt x="1609" y="1677"/>
                    <a:pt x="1595" y="1688"/>
                  </a:cubicBezTo>
                  <a:cubicBezTo>
                    <a:pt x="1555" y="1985"/>
                    <a:pt x="1441" y="2290"/>
                    <a:pt x="1714" y="2555"/>
                  </a:cubicBezTo>
                  <a:cubicBezTo>
                    <a:pt x="1663" y="2526"/>
                    <a:pt x="1612" y="2511"/>
                    <a:pt x="1568" y="2511"/>
                  </a:cubicBezTo>
                  <a:cubicBezTo>
                    <a:pt x="1499" y="2511"/>
                    <a:pt x="1445" y="2548"/>
                    <a:pt x="1429" y="2622"/>
                  </a:cubicBezTo>
                  <a:cubicBezTo>
                    <a:pt x="1392" y="2805"/>
                    <a:pt x="1293" y="2928"/>
                    <a:pt x="1175" y="3057"/>
                  </a:cubicBezTo>
                  <a:cubicBezTo>
                    <a:pt x="1126" y="3111"/>
                    <a:pt x="1133" y="3254"/>
                    <a:pt x="1192" y="3254"/>
                  </a:cubicBezTo>
                  <a:cubicBezTo>
                    <a:pt x="1200" y="3254"/>
                    <a:pt x="1209" y="3252"/>
                    <a:pt x="1219" y="3245"/>
                  </a:cubicBezTo>
                  <a:cubicBezTo>
                    <a:pt x="1273" y="3213"/>
                    <a:pt x="1323" y="3201"/>
                    <a:pt x="1371" y="3201"/>
                  </a:cubicBezTo>
                  <a:cubicBezTo>
                    <a:pt x="1494" y="3201"/>
                    <a:pt x="1600" y="3282"/>
                    <a:pt x="1717" y="3282"/>
                  </a:cubicBezTo>
                  <a:cubicBezTo>
                    <a:pt x="1720" y="3282"/>
                    <a:pt x="1723" y="3282"/>
                    <a:pt x="1726" y="3282"/>
                  </a:cubicBezTo>
                  <a:lnTo>
                    <a:pt x="1726" y="3282"/>
                  </a:lnTo>
                  <a:cubicBezTo>
                    <a:pt x="1694" y="3284"/>
                    <a:pt x="1663" y="3289"/>
                    <a:pt x="1631" y="3289"/>
                  </a:cubicBezTo>
                  <a:cubicBezTo>
                    <a:pt x="1600" y="3289"/>
                    <a:pt x="1569" y="3284"/>
                    <a:pt x="1537" y="3268"/>
                  </a:cubicBezTo>
                  <a:cubicBezTo>
                    <a:pt x="1499" y="3248"/>
                    <a:pt x="1448" y="3240"/>
                    <a:pt x="1392" y="3240"/>
                  </a:cubicBezTo>
                  <a:cubicBezTo>
                    <a:pt x="1242" y="3240"/>
                    <a:pt x="1059" y="3304"/>
                    <a:pt x="1009" y="3405"/>
                  </a:cubicBezTo>
                  <a:cubicBezTo>
                    <a:pt x="928" y="3566"/>
                    <a:pt x="776" y="3660"/>
                    <a:pt x="690" y="3817"/>
                  </a:cubicBezTo>
                  <a:cubicBezTo>
                    <a:pt x="627" y="3928"/>
                    <a:pt x="513" y="4063"/>
                    <a:pt x="408" y="4097"/>
                  </a:cubicBezTo>
                  <a:cubicBezTo>
                    <a:pt x="140" y="4182"/>
                    <a:pt x="99" y="4407"/>
                    <a:pt x="1" y="4604"/>
                  </a:cubicBezTo>
                  <a:cubicBezTo>
                    <a:pt x="16" y="4624"/>
                    <a:pt x="35" y="4639"/>
                    <a:pt x="59" y="4647"/>
                  </a:cubicBezTo>
                  <a:cubicBezTo>
                    <a:pt x="82" y="4664"/>
                    <a:pt x="107" y="4670"/>
                    <a:pt x="132" y="4670"/>
                  </a:cubicBezTo>
                  <a:cubicBezTo>
                    <a:pt x="194" y="4670"/>
                    <a:pt x="261" y="4633"/>
                    <a:pt x="323" y="4633"/>
                  </a:cubicBezTo>
                  <a:cubicBezTo>
                    <a:pt x="362" y="4633"/>
                    <a:pt x="399" y="4648"/>
                    <a:pt x="431" y="4696"/>
                  </a:cubicBezTo>
                  <a:cubicBezTo>
                    <a:pt x="485" y="4682"/>
                    <a:pt x="505" y="4635"/>
                    <a:pt x="525" y="4591"/>
                  </a:cubicBezTo>
                  <a:cubicBezTo>
                    <a:pt x="563" y="4481"/>
                    <a:pt x="646" y="4427"/>
                    <a:pt x="756" y="4405"/>
                  </a:cubicBezTo>
                  <a:cubicBezTo>
                    <a:pt x="825" y="4392"/>
                    <a:pt x="931" y="4351"/>
                    <a:pt x="900" y="4289"/>
                  </a:cubicBezTo>
                  <a:cubicBezTo>
                    <a:pt x="779" y="4042"/>
                    <a:pt x="986" y="4036"/>
                    <a:pt x="1115" y="3964"/>
                  </a:cubicBezTo>
                  <a:lnTo>
                    <a:pt x="1115" y="3964"/>
                  </a:lnTo>
                  <a:cubicBezTo>
                    <a:pt x="1132" y="4066"/>
                    <a:pt x="1093" y="4177"/>
                    <a:pt x="1179" y="4260"/>
                  </a:cubicBezTo>
                  <a:cubicBezTo>
                    <a:pt x="1226" y="4298"/>
                    <a:pt x="1267" y="4313"/>
                    <a:pt x="1302" y="4313"/>
                  </a:cubicBezTo>
                  <a:cubicBezTo>
                    <a:pt x="1379" y="4313"/>
                    <a:pt x="1435" y="4243"/>
                    <a:pt x="1490" y="4168"/>
                  </a:cubicBezTo>
                  <a:cubicBezTo>
                    <a:pt x="1528" y="4117"/>
                    <a:pt x="1505" y="4014"/>
                    <a:pt x="1602" y="4014"/>
                  </a:cubicBezTo>
                  <a:cubicBezTo>
                    <a:pt x="1608" y="4014"/>
                    <a:pt x="1615" y="4015"/>
                    <a:pt x="1622" y="4016"/>
                  </a:cubicBezTo>
                  <a:cubicBezTo>
                    <a:pt x="1628" y="4016"/>
                    <a:pt x="1634" y="4017"/>
                    <a:pt x="1640" y="4017"/>
                  </a:cubicBezTo>
                  <a:cubicBezTo>
                    <a:pt x="1658" y="4017"/>
                    <a:pt x="1675" y="4014"/>
                    <a:pt x="1693" y="4009"/>
                  </a:cubicBezTo>
                  <a:cubicBezTo>
                    <a:pt x="1885" y="3948"/>
                    <a:pt x="1976" y="3753"/>
                    <a:pt x="2150" y="3665"/>
                  </a:cubicBezTo>
                  <a:cubicBezTo>
                    <a:pt x="2203" y="3638"/>
                    <a:pt x="2218" y="3566"/>
                    <a:pt x="2176" y="3530"/>
                  </a:cubicBezTo>
                  <a:cubicBezTo>
                    <a:pt x="1942" y="3332"/>
                    <a:pt x="2195" y="3278"/>
                    <a:pt x="2284" y="3238"/>
                  </a:cubicBezTo>
                  <a:cubicBezTo>
                    <a:pt x="2528" y="3125"/>
                    <a:pt x="2556" y="2807"/>
                    <a:pt x="2812" y="2712"/>
                  </a:cubicBezTo>
                  <a:cubicBezTo>
                    <a:pt x="2844" y="2701"/>
                    <a:pt x="2835" y="2633"/>
                    <a:pt x="2837" y="2589"/>
                  </a:cubicBezTo>
                  <a:cubicBezTo>
                    <a:pt x="2850" y="2355"/>
                    <a:pt x="2914" y="2264"/>
                    <a:pt x="3098" y="2264"/>
                  </a:cubicBezTo>
                  <a:cubicBezTo>
                    <a:pt x="3136" y="2264"/>
                    <a:pt x="3178" y="2268"/>
                    <a:pt x="3226" y="2275"/>
                  </a:cubicBezTo>
                  <a:cubicBezTo>
                    <a:pt x="3252" y="2279"/>
                    <a:pt x="3275" y="2281"/>
                    <a:pt x="3297" y="2281"/>
                  </a:cubicBezTo>
                  <a:cubicBezTo>
                    <a:pt x="3325" y="2281"/>
                    <a:pt x="3350" y="2277"/>
                    <a:pt x="3370" y="2268"/>
                  </a:cubicBezTo>
                  <a:lnTo>
                    <a:pt x="3370" y="2268"/>
                  </a:lnTo>
                  <a:cubicBezTo>
                    <a:pt x="3306" y="2335"/>
                    <a:pt x="3235" y="2397"/>
                    <a:pt x="3179" y="2471"/>
                  </a:cubicBezTo>
                  <a:cubicBezTo>
                    <a:pt x="3149" y="2511"/>
                    <a:pt x="3104" y="2564"/>
                    <a:pt x="3151" y="2608"/>
                  </a:cubicBezTo>
                  <a:cubicBezTo>
                    <a:pt x="3171" y="2626"/>
                    <a:pt x="3191" y="2634"/>
                    <a:pt x="3211" y="2634"/>
                  </a:cubicBezTo>
                  <a:cubicBezTo>
                    <a:pt x="3247" y="2634"/>
                    <a:pt x="3282" y="2611"/>
                    <a:pt x="3312" y="2580"/>
                  </a:cubicBezTo>
                  <a:cubicBezTo>
                    <a:pt x="3338" y="2553"/>
                    <a:pt x="3340" y="2507"/>
                    <a:pt x="3380" y="2483"/>
                  </a:cubicBezTo>
                  <a:lnTo>
                    <a:pt x="3380" y="2483"/>
                  </a:lnTo>
                  <a:cubicBezTo>
                    <a:pt x="3283" y="2565"/>
                    <a:pt x="3349" y="2671"/>
                    <a:pt x="3332" y="2765"/>
                  </a:cubicBezTo>
                  <a:cubicBezTo>
                    <a:pt x="3305" y="2760"/>
                    <a:pt x="3278" y="2757"/>
                    <a:pt x="3249" y="2757"/>
                  </a:cubicBezTo>
                  <a:cubicBezTo>
                    <a:pt x="3055" y="2757"/>
                    <a:pt x="2826" y="2879"/>
                    <a:pt x="2742" y="3036"/>
                  </a:cubicBezTo>
                  <a:cubicBezTo>
                    <a:pt x="2716" y="3084"/>
                    <a:pt x="2691" y="3134"/>
                    <a:pt x="2717" y="3186"/>
                  </a:cubicBezTo>
                  <a:cubicBezTo>
                    <a:pt x="2739" y="3226"/>
                    <a:pt x="2771" y="3239"/>
                    <a:pt x="2805" y="3239"/>
                  </a:cubicBezTo>
                  <a:cubicBezTo>
                    <a:pt x="2829" y="3239"/>
                    <a:pt x="2855" y="3233"/>
                    <a:pt x="2879" y="3224"/>
                  </a:cubicBezTo>
                  <a:cubicBezTo>
                    <a:pt x="2928" y="3209"/>
                    <a:pt x="2974" y="3198"/>
                    <a:pt x="3018" y="3198"/>
                  </a:cubicBezTo>
                  <a:cubicBezTo>
                    <a:pt x="3085" y="3198"/>
                    <a:pt x="3147" y="3224"/>
                    <a:pt x="3203" y="3301"/>
                  </a:cubicBezTo>
                  <a:cubicBezTo>
                    <a:pt x="3300" y="3431"/>
                    <a:pt x="3139" y="3482"/>
                    <a:pt x="3137" y="3579"/>
                  </a:cubicBezTo>
                  <a:cubicBezTo>
                    <a:pt x="3137" y="3603"/>
                    <a:pt x="3141" y="3627"/>
                    <a:pt x="3151" y="3651"/>
                  </a:cubicBezTo>
                  <a:cubicBezTo>
                    <a:pt x="3194" y="3737"/>
                    <a:pt x="3271" y="3768"/>
                    <a:pt x="3370" y="3768"/>
                  </a:cubicBezTo>
                  <a:cubicBezTo>
                    <a:pt x="3261" y="3831"/>
                    <a:pt x="3143" y="3843"/>
                    <a:pt x="3048" y="3904"/>
                  </a:cubicBezTo>
                  <a:cubicBezTo>
                    <a:pt x="2975" y="3953"/>
                    <a:pt x="2877" y="4047"/>
                    <a:pt x="2959" y="4109"/>
                  </a:cubicBezTo>
                  <a:cubicBezTo>
                    <a:pt x="3039" y="4169"/>
                    <a:pt x="3019" y="4243"/>
                    <a:pt x="3021" y="4309"/>
                  </a:cubicBezTo>
                  <a:lnTo>
                    <a:pt x="3021" y="4309"/>
                  </a:lnTo>
                  <a:cubicBezTo>
                    <a:pt x="2981" y="4186"/>
                    <a:pt x="2911" y="4080"/>
                    <a:pt x="2819" y="3986"/>
                  </a:cubicBezTo>
                  <a:cubicBezTo>
                    <a:pt x="2787" y="3952"/>
                    <a:pt x="2750" y="3927"/>
                    <a:pt x="2707" y="3927"/>
                  </a:cubicBezTo>
                  <a:cubicBezTo>
                    <a:pt x="2690" y="3927"/>
                    <a:pt x="2673" y="3931"/>
                    <a:pt x="2655" y="3939"/>
                  </a:cubicBezTo>
                  <a:cubicBezTo>
                    <a:pt x="2585" y="3975"/>
                    <a:pt x="2602" y="4040"/>
                    <a:pt x="2616" y="4100"/>
                  </a:cubicBezTo>
                  <a:cubicBezTo>
                    <a:pt x="2623" y="4134"/>
                    <a:pt x="2650" y="4170"/>
                    <a:pt x="2644" y="4199"/>
                  </a:cubicBezTo>
                  <a:cubicBezTo>
                    <a:pt x="2615" y="4359"/>
                    <a:pt x="2788" y="4539"/>
                    <a:pt x="2641" y="4670"/>
                  </a:cubicBezTo>
                  <a:cubicBezTo>
                    <a:pt x="2506" y="4792"/>
                    <a:pt x="2434" y="4971"/>
                    <a:pt x="2270" y="5056"/>
                  </a:cubicBezTo>
                  <a:cubicBezTo>
                    <a:pt x="2195" y="5095"/>
                    <a:pt x="2058" y="5043"/>
                    <a:pt x="2068" y="5195"/>
                  </a:cubicBezTo>
                  <a:cubicBezTo>
                    <a:pt x="2074" y="5290"/>
                    <a:pt x="2084" y="5388"/>
                    <a:pt x="2123" y="5475"/>
                  </a:cubicBezTo>
                  <a:cubicBezTo>
                    <a:pt x="2139" y="5513"/>
                    <a:pt x="2164" y="5534"/>
                    <a:pt x="2192" y="5534"/>
                  </a:cubicBezTo>
                  <a:cubicBezTo>
                    <a:pt x="2215" y="5534"/>
                    <a:pt x="2240" y="5520"/>
                    <a:pt x="2264" y="5490"/>
                  </a:cubicBezTo>
                  <a:cubicBezTo>
                    <a:pt x="2265" y="5483"/>
                    <a:pt x="2267" y="5477"/>
                    <a:pt x="2268" y="5471"/>
                  </a:cubicBezTo>
                  <a:lnTo>
                    <a:pt x="2268" y="5471"/>
                  </a:lnTo>
                  <a:cubicBezTo>
                    <a:pt x="2284" y="5631"/>
                    <a:pt x="2224" y="5748"/>
                    <a:pt x="2090" y="5840"/>
                  </a:cubicBezTo>
                  <a:cubicBezTo>
                    <a:pt x="2027" y="5883"/>
                    <a:pt x="1972" y="5958"/>
                    <a:pt x="2041" y="6041"/>
                  </a:cubicBezTo>
                  <a:cubicBezTo>
                    <a:pt x="2064" y="6068"/>
                    <a:pt x="2088" y="6078"/>
                    <a:pt x="2112" y="6078"/>
                  </a:cubicBezTo>
                  <a:cubicBezTo>
                    <a:pt x="2151" y="6078"/>
                    <a:pt x="2191" y="6052"/>
                    <a:pt x="2229" y="6034"/>
                  </a:cubicBezTo>
                  <a:cubicBezTo>
                    <a:pt x="2384" y="5961"/>
                    <a:pt x="2496" y="5813"/>
                    <a:pt x="2676" y="5780"/>
                  </a:cubicBezTo>
                  <a:cubicBezTo>
                    <a:pt x="2726" y="5771"/>
                    <a:pt x="2755" y="5710"/>
                    <a:pt x="2764" y="5658"/>
                  </a:cubicBezTo>
                  <a:cubicBezTo>
                    <a:pt x="2784" y="5548"/>
                    <a:pt x="2838" y="5459"/>
                    <a:pt x="2921" y="5392"/>
                  </a:cubicBezTo>
                  <a:cubicBezTo>
                    <a:pt x="3187" y="5180"/>
                    <a:pt x="3306" y="4880"/>
                    <a:pt x="3421" y="4576"/>
                  </a:cubicBezTo>
                  <a:cubicBezTo>
                    <a:pt x="3429" y="4555"/>
                    <a:pt x="3407" y="4505"/>
                    <a:pt x="3452" y="4505"/>
                  </a:cubicBezTo>
                  <a:cubicBezTo>
                    <a:pt x="3464" y="4505"/>
                    <a:pt x="3480" y="4508"/>
                    <a:pt x="3502" y="4516"/>
                  </a:cubicBezTo>
                  <a:cubicBezTo>
                    <a:pt x="3460" y="4595"/>
                    <a:pt x="3356" y="4687"/>
                    <a:pt x="3493" y="4764"/>
                  </a:cubicBezTo>
                  <a:cubicBezTo>
                    <a:pt x="3518" y="4778"/>
                    <a:pt x="3540" y="4783"/>
                    <a:pt x="3560" y="4783"/>
                  </a:cubicBezTo>
                  <a:cubicBezTo>
                    <a:pt x="3632" y="4783"/>
                    <a:pt x="3673" y="4707"/>
                    <a:pt x="3726" y="4668"/>
                  </a:cubicBezTo>
                  <a:lnTo>
                    <a:pt x="3726" y="4668"/>
                  </a:lnTo>
                  <a:cubicBezTo>
                    <a:pt x="3700" y="4718"/>
                    <a:pt x="3672" y="4767"/>
                    <a:pt x="3638" y="4814"/>
                  </a:cubicBezTo>
                  <a:cubicBezTo>
                    <a:pt x="3598" y="4869"/>
                    <a:pt x="3637" y="4889"/>
                    <a:pt x="3687" y="4889"/>
                  </a:cubicBezTo>
                  <a:cubicBezTo>
                    <a:pt x="3713" y="4889"/>
                    <a:pt x="3742" y="4884"/>
                    <a:pt x="3764" y="4875"/>
                  </a:cubicBezTo>
                  <a:cubicBezTo>
                    <a:pt x="3898" y="4819"/>
                    <a:pt x="4003" y="4700"/>
                    <a:pt x="4174" y="4683"/>
                  </a:cubicBezTo>
                  <a:lnTo>
                    <a:pt x="4174" y="4683"/>
                  </a:lnTo>
                  <a:cubicBezTo>
                    <a:pt x="4060" y="4735"/>
                    <a:pt x="3948" y="4769"/>
                    <a:pt x="3896" y="4880"/>
                  </a:cubicBezTo>
                  <a:cubicBezTo>
                    <a:pt x="3864" y="4951"/>
                    <a:pt x="3822" y="5041"/>
                    <a:pt x="3893" y="5097"/>
                  </a:cubicBezTo>
                  <a:cubicBezTo>
                    <a:pt x="3927" y="5126"/>
                    <a:pt x="3965" y="5142"/>
                    <a:pt x="4001" y="5142"/>
                  </a:cubicBezTo>
                  <a:cubicBezTo>
                    <a:pt x="4049" y="5142"/>
                    <a:pt x="4095" y="5113"/>
                    <a:pt x="4127" y="5047"/>
                  </a:cubicBezTo>
                  <a:cubicBezTo>
                    <a:pt x="4267" y="4835"/>
                    <a:pt x="4407" y="4622"/>
                    <a:pt x="4548" y="4410"/>
                  </a:cubicBezTo>
                  <a:cubicBezTo>
                    <a:pt x="4540" y="4274"/>
                    <a:pt x="4468" y="4251"/>
                    <a:pt x="4379" y="4251"/>
                  </a:cubicBezTo>
                  <a:cubicBezTo>
                    <a:pt x="4334" y="4251"/>
                    <a:pt x="4286" y="4257"/>
                    <a:pt x="4239" y="4257"/>
                  </a:cubicBezTo>
                  <a:cubicBezTo>
                    <a:pt x="4229" y="4257"/>
                    <a:pt x="4220" y="4256"/>
                    <a:pt x="4210" y="4256"/>
                  </a:cubicBezTo>
                  <a:cubicBezTo>
                    <a:pt x="4356" y="4145"/>
                    <a:pt x="4340" y="3979"/>
                    <a:pt x="4187" y="3970"/>
                  </a:cubicBezTo>
                  <a:cubicBezTo>
                    <a:pt x="4004" y="3960"/>
                    <a:pt x="4214" y="3809"/>
                    <a:pt x="4092" y="3799"/>
                  </a:cubicBezTo>
                  <a:cubicBezTo>
                    <a:pt x="4070" y="3797"/>
                    <a:pt x="4143" y="3728"/>
                    <a:pt x="4183" y="3707"/>
                  </a:cubicBezTo>
                  <a:cubicBezTo>
                    <a:pt x="4210" y="3692"/>
                    <a:pt x="4236" y="3686"/>
                    <a:pt x="4262" y="3686"/>
                  </a:cubicBezTo>
                  <a:cubicBezTo>
                    <a:pt x="4319" y="3686"/>
                    <a:pt x="4373" y="3714"/>
                    <a:pt x="4428" y="3739"/>
                  </a:cubicBezTo>
                  <a:cubicBezTo>
                    <a:pt x="4442" y="3745"/>
                    <a:pt x="4455" y="3748"/>
                    <a:pt x="4469" y="3748"/>
                  </a:cubicBezTo>
                  <a:cubicBezTo>
                    <a:pt x="4506" y="3748"/>
                    <a:pt x="4542" y="3726"/>
                    <a:pt x="4564" y="3689"/>
                  </a:cubicBezTo>
                  <a:cubicBezTo>
                    <a:pt x="4600" y="3631"/>
                    <a:pt x="4585" y="3570"/>
                    <a:pt x="4560" y="3513"/>
                  </a:cubicBezTo>
                  <a:cubicBezTo>
                    <a:pt x="4544" y="3477"/>
                    <a:pt x="4521" y="3465"/>
                    <a:pt x="4494" y="3465"/>
                  </a:cubicBezTo>
                  <a:cubicBezTo>
                    <a:pt x="4474" y="3465"/>
                    <a:pt x="4451" y="3472"/>
                    <a:pt x="4428" y="3480"/>
                  </a:cubicBezTo>
                  <a:cubicBezTo>
                    <a:pt x="4405" y="3489"/>
                    <a:pt x="4381" y="3509"/>
                    <a:pt x="4353" y="3509"/>
                  </a:cubicBezTo>
                  <a:cubicBezTo>
                    <a:pt x="4330" y="3509"/>
                    <a:pt x="4306" y="3497"/>
                    <a:pt x="4277" y="3457"/>
                  </a:cubicBezTo>
                  <a:lnTo>
                    <a:pt x="4277" y="3457"/>
                  </a:lnTo>
                  <a:cubicBezTo>
                    <a:pt x="4287" y="3459"/>
                    <a:pt x="4296" y="3459"/>
                    <a:pt x="4305" y="3459"/>
                  </a:cubicBezTo>
                  <a:cubicBezTo>
                    <a:pt x="4414" y="3459"/>
                    <a:pt x="4422" y="3327"/>
                    <a:pt x="4540" y="3312"/>
                  </a:cubicBezTo>
                  <a:cubicBezTo>
                    <a:pt x="4615" y="3302"/>
                    <a:pt x="4677" y="3186"/>
                    <a:pt x="4541" y="3105"/>
                  </a:cubicBezTo>
                  <a:cubicBezTo>
                    <a:pt x="4273" y="2947"/>
                    <a:pt x="4260" y="2772"/>
                    <a:pt x="4500" y="2566"/>
                  </a:cubicBezTo>
                  <a:cubicBezTo>
                    <a:pt x="4554" y="2520"/>
                    <a:pt x="4634" y="2483"/>
                    <a:pt x="4588" y="2407"/>
                  </a:cubicBezTo>
                  <a:cubicBezTo>
                    <a:pt x="4494" y="2255"/>
                    <a:pt x="4602" y="2234"/>
                    <a:pt x="4702" y="2190"/>
                  </a:cubicBezTo>
                  <a:cubicBezTo>
                    <a:pt x="4838" y="2128"/>
                    <a:pt x="4878" y="2027"/>
                    <a:pt x="4720" y="1962"/>
                  </a:cubicBezTo>
                  <a:cubicBezTo>
                    <a:pt x="4488" y="1864"/>
                    <a:pt x="4621" y="1794"/>
                    <a:pt x="4717" y="1709"/>
                  </a:cubicBezTo>
                  <a:cubicBezTo>
                    <a:pt x="4767" y="1665"/>
                    <a:pt x="4934" y="1628"/>
                    <a:pt x="4725" y="1570"/>
                  </a:cubicBezTo>
                  <a:cubicBezTo>
                    <a:pt x="4849" y="1454"/>
                    <a:pt x="4696" y="1338"/>
                    <a:pt x="4726" y="1225"/>
                  </a:cubicBezTo>
                  <a:cubicBezTo>
                    <a:pt x="4754" y="1121"/>
                    <a:pt x="4868" y="1051"/>
                    <a:pt x="4964" y="1051"/>
                  </a:cubicBezTo>
                  <a:cubicBezTo>
                    <a:pt x="5002" y="1051"/>
                    <a:pt x="5038" y="1062"/>
                    <a:pt x="5064" y="1087"/>
                  </a:cubicBezTo>
                  <a:cubicBezTo>
                    <a:pt x="5089" y="1111"/>
                    <a:pt x="5132" y="1122"/>
                    <a:pt x="5178" y="1122"/>
                  </a:cubicBezTo>
                  <a:cubicBezTo>
                    <a:pt x="5237" y="1122"/>
                    <a:pt x="5301" y="1103"/>
                    <a:pt x="5331" y="1069"/>
                  </a:cubicBezTo>
                  <a:cubicBezTo>
                    <a:pt x="5398" y="995"/>
                    <a:pt x="5422" y="945"/>
                    <a:pt x="5340" y="945"/>
                  </a:cubicBezTo>
                  <a:cubicBezTo>
                    <a:pt x="5323" y="945"/>
                    <a:pt x="5302" y="947"/>
                    <a:pt x="5275" y="951"/>
                  </a:cubicBezTo>
                  <a:cubicBezTo>
                    <a:pt x="5261" y="954"/>
                    <a:pt x="5248" y="955"/>
                    <a:pt x="5238" y="955"/>
                  </a:cubicBezTo>
                  <a:cubicBezTo>
                    <a:pt x="5165" y="955"/>
                    <a:pt x="5188" y="895"/>
                    <a:pt x="5213" y="847"/>
                  </a:cubicBezTo>
                  <a:cubicBezTo>
                    <a:pt x="5257" y="762"/>
                    <a:pt x="5313" y="684"/>
                    <a:pt x="5363" y="603"/>
                  </a:cubicBezTo>
                  <a:cubicBezTo>
                    <a:pt x="5307" y="551"/>
                    <a:pt x="5282" y="483"/>
                    <a:pt x="5267" y="410"/>
                  </a:cubicBezTo>
                  <a:lnTo>
                    <a:pt x="5267" y="409"/>
                  </a:lnTo>
                  <a:cubicBezTo>
                    <a:pt x="5241" y="364"/>
                    <a:pt x="5213" y="346"/>
                    <a:pt x="5184" y="346"/>
                  </a:cubicBezTo>
                  <a:cubicBezTo>
                    <a:pt x="5153" y="346"/>
                    <a:pt x="5120" y="366"/>
                    <a:pt x="5087" y="396"/>
                  </a:cubicBezTo>
                  <a:cubicBezTo>
                    <a:pt x="5082" y="412"/>
                    <a:pt x="5080" y="429"/>
                    <a:pt x="5080" y="445"/>
                  </a:cubicBezTo>
                  <a:cubicBezTo>
                    <a:pt x="5079" y="438"/>
                    <a:pt x="5080" y="431"/>
                    <a:pt x="5079" y="427"/>
                  </a:cubicBezTo>
                  <a:cubicBezTo>
                    <a:pt x="5095" y="325"/>
                    <a:pt x="5031" y="256"/>
                    <a:pt x="4969" y="189"/>
                  </a:cubicBezTo>
                  <a:cubicBezTo>
                    <a:pt x="4938" y="167"/>
                    <a:pt x="4905" y="151"/>
                    <a:pt x="4867" y="151"/>
                  </a:cubicBezTo>
                  <a:cubicBezTo>
                    <a:pt x="4858" y="151"/>
                    <a:pt x="4849" y="152"/>
                    <a:pt x="4840" y="153"/>
                  </a:cubicBezTo>
                  <a:cubicBezTo>
                    <a:pt x="4777" y="114"/>
                    <a:pt x="4713" y="93"/>
                    <a:pt x="4648" y="93"/>
                  </a:cubicBezTo>
                  <a:cubicBezTo>
                    <a:pt x="4599" y="93"/>
                    <a:pt x="4549" y="105"/>
                    <a:pt x="4498" y="130"/>
                  </a:cubicBezTo>
                  <a:cubicBezTo>
                    <a:pt x="4452" y="18"/>
                    <a:pt x="4367" y="1"/>
                    <a:pt x="4278" y="1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7134325" y="1135000"/>
              <a:ext cx="97600" cy="133850"/>
            </a:xfrm>
            <a:custGeom>
              <a:avLst/>
              <a:gdLst/>
              <a:ahLst/>
              <a:cxnLst/>
              <a:rect l="l" t="t" r="r" b="b"/>
              <a:pathLst>
                <a:path w="3904" h="5354" extrusionOk="0">
                  <a:moveTo>
                    <a:pt x="2164" y="3997"/>
                  </a:moveTo>
                  <a:cubicBezTo>
                    <a:pt x="2170" y="4099"/>
                    <a:pt x="2134" y="4172"/>
                    <a:pt x="2023" y="4173"/>
                  </a:cubicBezTo>
                  <a:cubicBezTo>
                    <a:pt x="2020" y="4173"/>
                    <a:pt x="2017" y="4173"/>
                    <a:pt x="2015" y="4173"/>
                  </a:cubicBezTo>
                  <a:lnTo>
                    <a:pt x="2015" y="4173"/>
                  </a:lnTo>
                  <a:cubicBezTo>
                    <a:pt x="2075" y="4132"/>
                    <a:pt x="2127" y="4073"/>
                    <a:pt x="2164" y="3997"/>
                  </a:cubicBezTo>
                  <a:close/>
                  <a:moveTo>
                    <a:pt x="3261" y="4683"/>
                  </a:moveTo>
                  <a:cubicBezTo>
                    <a:pt x="3300" y="4683"/>
                    <a:pt x="3330" y="4711"/>
                    <a:pt x="3364" y="4721"/>
                  </a:cubicBezTo>
                  <a:lnTo>
                    <a:pt x="3364" y="4721"/>
                  </a:lnTo>
                  <a:cubicBezTo>
                    <a:pt x="3352" y="4719"/>
                    <a:pt x="3340" y="4718"/>
                    <a:pt x="3327" y="4718"/>
                  </a:cubicBezTo>
                  <a:cubicBezTo>
                    <a:pt x="3321" y="4718"/>
                    <a:pt x="3315" y="4718"/>
                    <a:pt x="3309" y="4718"/>
                  </a:cubicBezTo>
                  <a:cubicBezTo>
                    <a:pt x="3279" y="4718"/>
                    <a:pt x="3250" y="4716"/>
                    <a:pt x="3224" y="4691"/>
                  </a:cubicBezTo>
                  <a:cubicBezTo>
                    <a:pt x="3237" y="4685"/>
                    <a:pt x="3249" y="4683"/>
                    <a:pt x="3261" y="4683"/>
                  </a:cubicBezTo>
                  <a:close/>
                  <a:moveTo>
                    <a:pt x="2057" y="1"/>
                  </a:moveTo>
                  <a:cubicBezTo>
                    <a:pt x="2052" y="1"/>
                    <a:pt x="2047" y="1"/>
                    <a:pt x="2041" y="2"/>
                  </a:cubicBezTo>
                  <a:cubicBezTo>
                    <a:pt x="1899" y="14"/>
                    <a:pt x="1948" y="147"/>
                    <a:pt x="1913" y="225"/>
                  </a:cubicBezTo>
                  <a:cubicBezTo>
                    <a:pt x="1894" y="265"/>
                    <a:pt x="1869" y="299"/>
                    <a:pt x="1847" y="337"/>
                  </a:cubicBezTo>
                  <a:cubicBezTo>
                    <a:pt x="1837" y="359"/>
                    <a:pt x="1830" y="382"/>
                    <a:pt x="1830" y="407"/>
                  </a:cubicBezTo>
                  <a:cubicBezTo>
                    <a:pt x="1818" y="595"/>
                    <a:pt x="1964" y="775"/>
                    <a:pt x="1868" y="968"/>
                  </a:cubicBezTo>
                  <a:cubicBezTo>
                    <a:pt x="1927" y="814"/>
                    <a:pt x="1893" y="698"/>
                    <a:pt x="1728" y="642"/>
                  </a:cubicBezTo>
                  <a:cubicBezTo>
                    <a:pt x="1641" y="614"/>
                    <a:pt x="1570" y="582"/>
                    <a:pt x="1542" y="482"/>
                  </a:cubicBezTo>
                  <a:cubicBezTo>
                    <a:pt x="1522" y="412"/>
                    <a:pt x="1492" y="332"/>
                    <a:pt x="1420" y="332"/>
                  </a:cubicBezTo>
                  <a:cubicBezTo>
                    <a:pt x="1404" y="332"/>
                    <a:pt x="1386" y="336"/>
                    <a:pt x="1365" y="345"/>
                  </a:cubicBezTo>
                  <a:cubicBezTo>
                    <a:pt x="1265" y="389"/>
                    <a:pt x="1235" y="504"/>
                    <a:pt x="1290" y="590"/>
                  </a:cubicBezTo>
                  <a:cubicBezTo>
                    <a:pt x="1372" y="717"/>
                    <a:pt x="1284" y="770"/>
                    <a:pt x="1215" y="821"/>
                  </a:cubicBezTo>
                  <a:cubicBezTo>
                    <a:pt x="1131" y="882"/>
                    <a:pt x="1038" y="931"/>
                    <a:pt x="939" y="931"/>
                  </a:cubicBezTo>
                  <a:cubicBezTo>
                    <a:pt x="897" y="931"/>
                    <a:pt x="855" y="923"/>
                    <a:pt x="812" y="903"/>
                  </a:cubicBezTo>
                  <a:cubicBezTo>
                    <a:pt x="782" y="889"/>
                    <a:pt x="756" y="883"/>
                    <a:pt x="732" y="883"/>
                  </a:cubicBezTo>
                  <a:cubicBezTo>
                    <a:pt x="680" y="883"/>
                    <a:pt x="640" y="913"/>
                    <a:pt x="608" y="958"/>
                  </a:cubicBezTo>
                  <a:cubicBezTo>
                    <a:pt x="561" y="1025"/>
                    <a:pt x="509" y="1075"/>
                    <a:pt x="428" y="1093"/>
                  </a:cubicBezTo>
                  <a:cubicBezTo>
                    <a:pt x="367" y="1122"/>
                    <a:pt x="322" y="1160"/>
                    <a:pt x="327" y="1236"/>
                  </a:cubicBezTo>
                  <a:cubicBezTo>
                    <a:pt x="303" y="1672"/>
                    <a:pt x="345" y="2121"/>
                    <a:pt x="76" y="2508"/>
                  </a:cubicBezTo>
                  <a:cubicBezTo>
                    <a:pt x="67" y="2545"/>
                    <a:pt x="67" y="2579"/>
                    <a:pt x="83" y="2615"/>
                  </a:cubicBezTo>
                  <a:cubicBezTo>
                    <a:pt x="150" y="2671"/>
                    <a:pt x="171" y="2730"/>
                    <a:pt x="93" y="2793"/>
                  </a:cubicBezTo>
                  <a:cubicBezTo>
                    <a:pt x="34" y="2948"/>
                    <a:pt x="1" y="3104"/>
                    <a:pt x="80" y="3263"/>
                  </a:cubicBezTo>
                  <a:cubicBezTo>
                    <a:pt x="150" y="3315"/>
                    <a:pt x="327" y="3293"/>
                    <a:pt x="200" y="3471"/>
                  </a:cubicBezTo>
                  <a:cubicBezTo>
                    <a:pt x="90" y="3624"/>
                    <a:pt x="189" y="3706"/>
                    <a:pt x="333" y="3752"/>
                  </a:cubicBezTo>
                  <a:cubicBezTo>
                    <a:pt x="403" y="3678"/>
                    <a:pt x="455" y="3639"/>
                    <a:pt x="497" y="3639"/>
                  </a:cubicBezTo>
                  <a:cubicBezTo>
                    <a:pt x="547" y="3639"/>
                    <a:pt x="586" y="3691"/>
                    <a:pt x="632" y="3798"/>
                  </a:cubicBezTo>
                  <a:cubicBezTo>
                    <a:pt x="660" y="3866"/>
                    <a:pt x="645" y="3978"/>
                    <a:pt x="740" y="3987"/>
                  </a:cubicBezTo>
                  <a:cubicBezTo>
                    <a:pt x="744" y="3987"/>
                    <a:pt x="749" y="3987"/>
                    <a:pt x="753" y="3987"/>
                  </a:cubicBezTo>
                  <a:cubicBezTo>
                    <a:pt x="847" y="3987"/>
                    <a:pt x="870" y="3884"/>
                    <a:pt x="904" y="3810"/>
                  </a:cubicBezTo>
                  <a:cubicBezTo>
                    <a:pt x="919" y="3778"/>
                    <a:pt x="930" y="3747"/>
                    <a:pt x="998" y="3730"/>
                  </a:cubicBezTo>
                  <a:lnTo>
                    <a:pt x="998" y="3730"/>
                  </a:lnTo>
                  <a:cubicBezTo>
                    <a:pt x="936" y="3826"/>
                    <a:pt x="933" y="3912"/>
                    <a:pt x="1035" y="3956"/>
                  </a:cubicBezTo>
                  <a:cubicBezTo>
                    <a:pt x="1063" y="3968"/>
                    <a:pt x="1090" y="3974"/>
                    <a:pt x="1115" y="3974"/>
                  </a:cubicBezTo>
                  <a:cubicBezTo>
                    <a:pt x="1185" y="3974"/>
                    <a:pt x="1243" y="3931"/>
                    <a:pt x="1289" y="3873"/>
                  </a:cubicBezTo>
                  <a:cubicBezTo>
                    <a:pt x="1370" y="3768"/>
                    <a:pt x="1444" y="3658"/>
                    <a:pt x="1584" y="3658"/>
                  </a:cubicBezTo>
                  <a:cubicBezTo>
                    <a:pt x="1603" y="3658"/>
                    <a:pt x="1624" y="3660"/>
                    <a:pt x="1646" y="3665"/>
                  </a:cubicBezTo>
                  <a:cubicBezTo>
                    <a:pt x="1439" y="3702"/>
                    <a:pt x="1403" y="3729"/>
                    <a:pt x="1360" y="3832"/>
                  </a:cubicBezTo>
                  <a:cubicBezTo>
                    <a:pt x="1289" y="3997"/>
                    <a:pt x="1431" y="4013"/>
                    <a:pt x="1517" y="4071"/>
                  </a:cubicBezTo>
                  <a:cubicBezTo>
                    <a:pt x="1530" y="4081"/>
                    <a:pt x="1535" y="4101"/>
                    <a:pt x="1545" y="4114"/>
                  </a:cubicBezTo>
                  <a:cubicBezTo>
                    <a:pt x="1612" y="4200"/>
                    <a:pt x="1706" y="4240"/>
                    <a:pt x="1803" y="4240"/>
                  </a:cubicBezTo>
                  <a:cubicBezTo>
                    <a:pt x="1820" y="4240"/>
                    <a:pt x="1837" y="4239"/>
                    <a:pt x="1854" y="4237"/>
                  </a:cubicBezTo>
                  <a:lnTo>
                    <a:pt x="1854" y="4237"/>
                  </a:lnTo>
                  <a:cubicBezTo>
                    <a:pt x="1832" y="4250"/>
                    <a:pt x="1810" y="4263"/>
                    <a:pt x="1786" y="4273"/>
                  </a:cubicBezTo>
                  <a:cubicBezTo>
                    <a:pt x="1629" y="4340"/>
                    <a:pt x="1613" y="4495"/>
                    <a:pt x="1594" y="4621"/>
                  </a:cubicBezTo>
                  <a:cubicBezTo>
                    <a:pt x="1573" y="4760"/>
                    <a:pt x="1723" y="4811"/>
                    <a:pt x="1823" y="4874"/>
                  </a:cubicBezTo>
                  <a:cubicBezTo>
                    <a:pt x="1852" y="4892"/>
                    <a:pt x="1887" y="4911"/>
                    <a:pt x="1920" y="4911"/>
                  </a:cubicBezTo>
                  <a:cubicBezTo>
                    <a:pt x="1938" y="4911"/>
                    <a:pt x="1954" y="4906"/>
                    <a:pt x="1969" y="4892"/>
                  </a:cubicBezTo>
                  <a:cubicBezTo>
                    <a:pt x="2021" y="4846"/>
                    <a:pt x="2008" y="4781"/>
                    <a:pt x="1976" y="4723"/>
                  </a:cubicBezTo>
                  <a:cubicBezTo>
                    <a:pt x="1940" y="4659"/>
                    <a:pt x="1854" y="4589"/>
                    <a:pt x="1940" y="4519"/>
                  </a:cubicBezTo>
                  <a:cubicBezTo>
                    <a:pt x="1963" y="4500"/>
                    <a:pt x="1987" y="4492"/>
                    <a:pt x="2011" y="4492"/>
                  </a:cubicBezTo>
                  <a:cubicBezTo>
                    <a:pt x="2070" y="4492"/>
                    <a:pt x="2129" y="4538"/>
                    <a:pt x="2176" y="4569"/>
                  </a:cubicBezTo>
                  <a:cubicBezTo>
                    <a:pt x="2262" y="4623"/>
                    <a:pt x="2344" y="4691"/>
                    <a:pt x="2332" y="4819"/>
                  </a:cubicBezTo>
                  <a:cubicBezTo>
                    <a:pt x="2324" y="4913"/>
                    <a:pt x="2351" y="4997"/>
                    <a:pt x="2459" y="4997"/>
                  </a:cubicBezTo>
                  <a:cubicBezTo>
                    <a:pt x="2470" y="4997"/>
                    <a:pt x="2482" y="4996"/>
                    <a:pt x="2495" y="4994"/>
                  </a:cubicBezTo>
                  <a:lnTo>
                    <a:pt x="2495" y="4994"/>
                  </a:lnTo>
                  <a:cubicBezTo>
                    <a:pt x="2470" y="5064"/>
                    <a:pt x="2367" y="5107"/>
                    <a:pt x="2423" y="5205"/>
                  </a:cubicBezTo>
                  <a:cubicBezTo>
                    <a:pt x="2455" y="5262"/>
                    <a:pt x="2498" y="5300"/>
                    <a:pt x="2562" y="5317"/>
                  </a:cubicBezTo>
                  <a:cubicBezTo>
                    <a:pt x="2610" y="5329"/>
                    <a:pt x="2660" y="5333"/>
                    <a:pt x="2710" y="5333"/>
                  </a:cubicBezTo>
                  <a:cubicBezTo>
                    <a:pt x="2730" y="5333"/>
                    <a:pt x="2750" y="5333"/>
                    <a:pt x="2770" y="5331"/>
                  </a:cubicBezTo>
                  <a:cubicBezTo>
                    <a:pt x="2954" y="5236"/>
                    <a:pt x="3252" y="5354"/>
                    <a:pt x="3319" y="5029"/>
                  </a:cubicBezTo>
                  <a:cubicBezTo>
                    <a:pt x="3327" y="4982"/>
                    <a:pt x="3432" y="5016"/>
                    <a:pt x="3486" y="4983"/>
                  </a:cubicBezTo>
                  <a:cubicBezTo>
                    <a:pt x="3548" y="4862"/>
                    <a:pt x="3442" y="4806"/>
                    <a:pt x="3388" y="4730"/>
                  </a:cubicBezTo>
                  <a:cubicBezTo>
                    <a:pt x="3383" y="4728"/>
                    <a:pt x="3378" y="4725"/>
                    <a:pt x="3373" y="4724"/>
                  </a:cubicBezTo>
                  <a:lnTo>
                    <a:pt x="3373" y="4724"/>
                  </a:lnTo>
                  <a:cubicBezTo>
                    <a:pt x="3373" y="4724"/>
                    <a:pt x="3374" y="4724"/>
                    <a:pt x="3374" y="4724"/>
                  </a:cubicBezTo>
                  <a:cubicBezTo>
                    <a:pt x="3422" y="4738"/>
                    <a:pt x="3466" y="4745"/>
                    <a:pt x="3506" y="4745"/>
                  </a:cubicBezTo>
                  <a:cubicBezTo>
                    <a:pt x="3693" y="4745"/>
                    <a:pt x="3788" y="4593"/>
                    <a:pt x="3739" y="4343"/>
                  </a:cubicBezTo>
                  <a:cubicBezTo>
                    <a:pt x="3904" y="4196"/>
                    <a:pt x="3645" y="4100"/>
                    <a:pt x="3694" y="3967"/>
                  </a:cubicBezTo>
                  <a:cubicBezTo>
                    <a:pt x="3691" y="3959"/>
                    <a:pt x="3689" y="3950"/>
                    <a:pt x="3685" y="3944"/>
                  </a:cubicBezTo>
                  <a:cubicBezTo>
                    <a:pt x="3681" y="3939"/>
                    <a:pt x="3670" y="3932"/>
                    <a:pt x="3667" y="3932"/>
                  </a:cubicBezTo>
                  <a:cubicBezTo>
                    <a:pt x="3666" y="3932"/>
                    <a:pt x="3666" y="3932"/>
                    <a:pt x="3666" y="3933"/>
                  </a:cubicBezTo>
                  <a:cubicBezTo>
                    <a:pt x="3549" y="4049"/>
                    <a:pt x="3428" y="4163"/>
                    <a:pt x="3300" y="4231"/>
                  </a:cubicBezTo>
                  <a:cubicBezTo>
                    <a:pt x="3331" y="4154"/>
                    <a:pt x="3444" y="4124"/>
                    <a:pt x="3506" y="4043"/>
                  </a:cubicBezTo>
                  <a:cubicBezTo>
                    <a:pt x="3540" y="3997"/>
                    <a:pt x="3634" y="3964"/>
                    <a:pt x="3552" y="3882"/>
                  </a:cubicBezTo>
                  <a:cubicBezTo>
                    <a:pt x="3540" y="3868"/>
                    <a:pt x="3529" y="3855"/>
                    <a:pt x="3518" y="3842"/>
                  </a:cubicBezTo>
                  <a:cubicBezTo>
                    <a:pt x="3481" y="3764"/>
                    <a:pt x="3562" y="3697"/>
                    <a:pt x="3534" y="3620"/>
                  </a:cubicBezTo>
                  <a:cubicBezTo>
                    <a:pt x="3619" y="3320"/>
                    <a:pt x="3495" y="3064"/>
                    <a:pt x="3206" y="3064"/>
                  </a:cubicBezTo>
                  <a:cubicBezTo>
                    <a:pt x="3200" y="3064"/>
                    <a:pt x="3194" y="3064"/>
                    <a:pt x="3188" y="3064"/>
                  </a:cubicBezTo>
                  <a:cubicBezTo>
                    <a:pt x="3493" y="2897"/>
                    <a:pt x="3384" y="2751"/>
                    <a:pt x="3268" y="2559"/>
                  </a:cubicBezTo>
                  <a:cubicBezTo>
                    <a:pt x="3114" y="2307"/>
                    <a:pt x="3019" y="2020"/>
                    <a:pt x="2898" y="1748"/>
                  </a:cubicBezTo>
                  <a:cubicBezTo>
                    <a:pt x="2636" y="1324"/>
                    <a:pt x="2528" y="845"/>
                    <a:pt x="2408" y="370"/>
                  </a:cubicBezTo>
                  <a:cubicBezTo>
                    <a:pt x="2386" y="344"/>
                    <a:pt x="2363" y="317"/>
                    <a:pt x="2341" y="291"/>
                  </a:cubicBezTo>
                  <a:cubicBezTo>
                    <a:pt x="2340" y="232"/>
                    <a:pt x="2294" y="201"/>
                    <a:pt x="2262" y="161"/>
                  </a:cubicBezTo>
                  <a:cubicBezTo>
                    <a:pt x="2206" y="93"/>
                    <a:pt x="2161" y="1"/>
                    <a:pt x="2057" y="1"/>
                  </a:cubicBezTo>
                  <a:close/>
                </a:path>
              </a:pathLst>
            </a:custGeom>
            <a:solidFill>
              <a:srgbClr val="EE7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7241575" y="1191500"/>
              <a:ext cx="54900" cy="73275"/>
            </a:xfrm>
            <a:custGeom>
              <a:avLst/>
              <a:gdLst/>
              <a:ahLst/>
              <a:cxnLst/>
              <a:rect l="l" t="t" r="r" b="b"/>
              <a:pathLst>
                <a:path w="2196" h="2931" extrusionOk="0">
                  <a:moveTo>
                    <a:pt x="1879" y="0"/>
                  </a:moveTo>
                  <a:lnTo>
                    <a:pt x="1879" y="2"/>
                  </a:lnTo>
                  <a:cubicBezTo>
                    <a:pt x="1817" y="47"/>
                    <a:pt x="1837" y="163"/>
                    <a:pt x="1792" y="181"/>
                  </a:cubicBezTo>
                  <a:cubicBezTo>
                    <a:pt x="1495" y="297"/>
                    <a:pt x="1493" y="639"/>
                    <a:pt x="1282" y="834"/>
                  </a:cubicBezTo>
                  <a:cubicBezTo>
                    <a:pt x="1151" y="954"/>
                    <a:pt x="1054" y="1140"/>
                    <a:pt x="895" y="1261"/>
                  </a:cubicBezTo>
                  <a:cubicBezTo>
                    <a:pt x="837" y="1305"/>
                    <a:pt x="759" y="1349"/>
                    <a:pt x="869" y="1439"/>
                  </a:cubicBezTo>
                  <a:cubicBezTo>
                    <a:pt x="966" y="1518"/>
                    <a:pt x="938" y="1590"/>
                    <a:pt x="811" y="1611"/>
                  </a:cubicBezTo>
                  <a:cubicBezTo>
                    <a:pt x="703" y="1628"/>
                    <a:pt x="600" y="1636"/>
                    <a:pt x="669" y="1800"/>
                  </a:cubicBezTo>
                  <a:cubicBezTo>
                    <a:pt x="691" y="1852"/>
                    <a:pt x="639" y="1916"/>
                    <a:pt x="578" y="1967"/>
                  </a:cubicBezTo>
                  <a:cubicBezTo>
                    <a:pt x="478" y="2048"/>
                    <a:pt x="287" y="2072"/>
                    <a:pt x="350" y="2286"/>
                  </a:cubicBezTo>
                  <a:cubicBezTo>
                    <a:pt x="359" y="2316"/>
                    <a:pt x="348" y="2326"/>
                    <a:pt x="329" y="2326"/>
                  </a:cubicBezTo>
                  <a:cubicBezTo>
                    <a:pt x="310" y="2326"/>
                    <a:pt x="282" y="2314"/>
                    <a:pt x="262" y="2302"/>
                  </a:cubicBezTo>
                  <a:cubicBezTo>
                    <a:pt x="242" y="2290"/>
                    <a:pt x="211" y="2260"/>
                    <a:pt x="192" y="2260"/>
                  </a:cubicBezTo>
                  <a:cubicBezTo>
                    <a:pt x="181" y="2260"/>
                    <a:pt x="174" y="2269"/>
                    <a:pt x="174" y="2295"/>
                  </a:cubicBezTo>
                  <a:cubicBezTo>
                    <a:pt x="173" y="2433"/>
                    <a:pt x="0" y="2540"/>
                    <a:pt x="109" y="2692"/>
                  </a:cubicBezTo>
                  <a:cubicBezTo>
                    <a:pt x="120" y="2693"/>
                    <a:pt x="130" y="2694"/>
                    <a:pt x="141" y="2695"/>
                  </a:cubicBezTo>
                  <a:cubicBezTo>
                    <a:pt x="164" y="2688"/>
                    <a:pt x="181" y="2685"/>
                    <a:pt x="193" y="2685"/>
                  </a:cubicBezTo>
                  <a:cubicBezTo>
                    <a:pt x="246" y="2685"/>
                    <a:pt x="200" y="2748"/>
                    <a:pt x="198" y="2784"/>
                  </a:cubicBezTo>
                  <a:cubicBezTo>
                    <a:pt x="194" y="2868"/>
                    <a:pt x="233" y="2916"/>
                    <a:pt x="313" y="2931"/>
                  </a:cubicBezTo>
                  <a:cubicBezTo>
                    <a:pt x="394" y="2621"/>
                    <a:pt x="697" y="2511"/>
                    <a:pt x="890" y="2303"/>
                  </a:cubicBezTo>
                  <a:cubicBezTo>
                    <a:pt x="1048" y="2134"/>
                    <a:pt x="1199" y="1965"/>
                    <a:pt x="1319" y="1768"/>
                  </a:cubicBezTo>
                  <a:cubicBezTo>
                    <a:pt x="1410" y="1619"/>
                    <a:pt x="1608" y="1663"/>
                    <a:pt x="1715" y="1544"/>
                  </a:cubicBezTo>
                  <a:cubicBezTo>
                    <a:pt x="1765" y="1639"/>
                    <a:pt x="1823" y="1668"/>
                    <a:pt x="1886" y="1668"/>
                  </a:cubicBezTo>
                  <a:cubicBezTo>
                    <a:pt x="1977" y="1668"/>
                    <a:pt x="2077" y="1607"/>
                    <a:pt x="2169" y="1602"/>
                  </a:cubicBezTo>
                  <a:lnTo>
                    <a:pt x="2169" y="1602"/>
                  </a:lnTo>
                  <a:cubicBezTo>
                    <a:pt x="2174" y="1602"/>
                    <a:pt x="2178" y="1602"/>
                    <a:pt x="2183" y="1602"/>
                  </a:cubicBezTo>
                  <a:cubicBezTo>
                    <a:pt x="2187" y="1602"/>
                    <a:pt x="2191" y="1602"/>
                    <a:pt x="2196" y="1602"/>
                  </a:cubicBezTo>
                  <a:cubicBezTo>
                    <a:pt x="2191" y="1601"/>
                    <a:pt x="2187" y="1601"/>
                    <a:pt x="2182" y="1601"/>
                  </a:cubicBezTo>
                  <a:cubicBezTo>
                    <a:pt x="2178" y="1601"/>
                    <a:pt x="2174" y="1601"/>
                    <a:pt x="2169" y="1602"/>
                  </a:cubicBezTo>
                  <a:lnTo>
                    <a:pt x="2169" y="1602"/>
                  </a:lnTo>
                  <a:cubicBezTo>
                    <a:pt x="2012" y="1594"/>
                    <a:pt x="1873" y="1448"/>
                    <a:pt x="1708" y="1448"/>
                  </a:cubicBezTo>
                  <a:cubicBezTo>
                    <a:pt x="1632" y="1448"/>
                    <a:pt x="1550" y="1479"/>
                    <a:pt x="1459" y="1567"/>
                  </a:cubicBezTo>
                  <a:cubicBezTo>
                    <a:pt x="1478" y="1478"/>
                    <a:pt x="1473" y="1436"/>
                    <a:pt x="1492" y="1417"/>
                  </a:cubicBezTo>
                  <a:cubicBezTo>
                    <a:pt x="1624" y="1284"/>
                    <a:pt x="1810" y="1187"/>
                    <a:pt x="1758" y="947"/>
                  </a:cubicBezTo>
                  <a:cubicBezTo>
                    <a:pt x="1755" y="934"/>
                    <a:pt x="1810" y="863"/>
                    <a:pt x="1851" y="863"/>
                  </a:cubicBezTo>
                  <a:cubicBezTo>
                    <a:pt x="1864" y="863"/>
                    <a:pt x="1876" y="870"/>
                    <a:pt x="1884" y="888"/>
                  </a:cubicBezTo>
                  <a:cubicBezTo>
                    <a:pt x="1917" y="963"/>
                    <a:pt x="1965" y="1004"/>
                    <a:pt x="2010" y="1004"/>
                  </a:cubicBezTo>
                  <a:cubicBezTo>
                    <a:pt x="2033" y="1004"/>
                    <a:pt x="2055" y="993"/>
                    <a:pt x="2074" y="972"/>
                  </a:cubicBezTo>
                  <a:cubicBezTo>
                    <a:pt x="2140" y="898"/>
                    <a:pt x="2070" y="776"/>
                    <a:pt x="2000" y="727"/>
                  </a:cubicBezTo>
                  <a:cubicBezTo>
                    <a:pt x="1814" y="598"/>
                    <a:pt x="1898" y="414"/>
                    <a:pt x="1890" y="255"/>
                  </a:cubicBezTo>
                  <a:cubicBezTo>
                    <a:pt x="1886" y="172"/>
                    <a:pt x="1987" y="85"/>
                    <a:pt x="1879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7218650" y="1243100"/>
              <a:ext cx="19000" cy="23125"/>
            </a:xfrm>
            <a:custGeom>
              <a:avLst/>
              <a:gdLst/>
              <a:ahLst/>
              <a:cxnLst/>
              <a:rect l="l" t="t" r="r" b="b"/>
              <a:pathLst>
                <a:path w="760" h="925" extrusionOk="0">
                  <a:moveTo>
                    <a:pt x="291" y="1"/>
                  </a:moveTo>
                  <a:cubicBezTo>
                    <a:pt x="275" y="1"/>
                    <a:pt x="264" y="8"/>
                    <a:pt x="269" y="29"/>
                  </a:cubicBezTo>
                  <a:cubicBezTo>
                    <a:pt x="321" y="312"/>
                    <a:pt x="289" y="364"/>
                    <a:pt x="2" y="400"/>
                  </a:cubicBezTo>
                  <a:cubicBezTo>
                    <a:pt x="1" y="499"/>
                    <a:pt x="112" y="561"/>
                    <a:pt x="93" y="668"/>
                  </a:cubicBezTo>
                  <a:cubicBezTo>
                    <a:pt x="94" y="680"/>
                    <a:pt x="95" y="692"/>
                    <a:pt x="95" y="704"/>
                  </a:cubicBezTo>
                  <a:cubicBezTo>
                    <a:pt x="108" y="727"/>
                    <a:pt x="125" y="745"/>
                    <a:pt x="147" y="756"/>
                  </a:cubicBezTo>
                  <a:cubicBezTo>
                    <a:pt x="154" y="757"/>
                    <a:pt x="162" y="758"/>
                    <a:pt x="169" y="758"/>
                  </a:cubicBezTo>
                  <a:cubicBezTo>
                    <a:pt x="186" y="758"/>
                    <a:pt x="204" y="754"/>
                    <a:pt x="220" y="747"/>
                  </a:cubicBezTo>
                  <a:cubicBezTo>
                    <a:pt x="259" y="726"/>
                    <a:pt x="289" y="695"/>
                    <a:pt x="322" y="663"/>
                  </a:cubicBezTo>
                  <a:lnTo>
                    <a:pt x="322" y="663"/>
                  </a:lnTo>
                  <a:cubicBezTo>
                    <a:pt x="362" y="762"/>
                    <a:pt x="303" y="924"/>
                    <a:pt x="490" y="924"/>
                  </a:cubicBezTo>
                  <a:cubicBezTo>
                    <a:pt x="625" y="897"/>
                    <a:pt x="690" y="803"/>
                    <a:pt x="725" y="679"/>
                  </a:cubicBezTo>
                  <a:cubicBezTo>
                    <a:pt x="760" y="567"/>
                    <a:pt x="597" y="523"/>
                    <a:pt x="634" y="411"/>
                  </a:cubicBezTo>
                  <a:cubicBezTo>
                    <a:pt x="631" y="201"/>
                    <a:pt x="542" y="70"/>
                    <a:pt x="366" y="19"/>
                  </a:cubicBezTo>
                  <a:cubicBezTo>
                    <a:pt x="345" y="13"/>
                    <a:pt x="313" y="1"/>
                    <a:pt x="291" y="1"/>
                  </a:cubicBezTo>
                  <a:close/>
                </a:path>
              </a:pathLst>
            </a:custGeom>
            <a:solidFill>
              <a:srgbClr val="EF82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7289550" y="1185300"/>
              <a:ext cx="17150" cy="16900"/>
            </a:xfrm>
            <a:custGeom>
              <a:avLst/>
              <a:gdLst/>
              <a:ahLst/>
              <a:cxnLst/>
              <a:rect l="l" t="t" r="r" b="b"/>
              <a:pathLst>
                <a:path w="686" h="676" extrusionOk="0">
                  <a:moveTo>
                    <a:pt x="455" y="0"/>
                  </a:moveTo>
                  <a:cubicBezTo>
                    <a:pt x="402" y="0"/>
                    <a:pt x="343" y="17"/>
                    <a:pt x="290" y="17"/>
                  </a:cubicBezTo>
                  <a:cubicBezTo>
                    <a:pt x="272" y="17"/>
                    <a:pt x="255" y="15"/>
                    <a:pt x="239" y="10"/>
                  </a:cubicBezTo>
                  <a:lnTo>
                    <a:pt x="239" y="9"/>
                  </a:lnTo>
                  <a:cubicBezTo>
                    <a:pt x="226" y="6"/>
                    <a:pt x="213" y="5"/>
                    <a:pt x="200" y="5"/>
                  </a:cubicBezTo>
                  <a:cubicBezTo>
                    <a:pt x="151" y="5"/>
                    <a:pt x="106" y="27"/>
                    <a:pt x="62" y="50"/>
                  </a:cubicBezTo>
                  <a:cubicBezTo>
                    <a:pt x="31" y="72"/>
                    <a:pt x="8" y="100"/>
                    <a:pt x="6" y="141"/>
                  </a:cubicBezTo>
                  <a:cubicBezTo>
                    <a:pt x="5" y="165"/>
                    <a:pt x="2" y="190"/>
                    <a:pt x="0" y="215"/>
                  </a:cubicBezTo>
                  <a:cubicBezTo>
                    <a:pt x="95" y="252"/>
                    <a:pt x="190" y="288"/>
                    <a:pt x="282" y="323"/>
                  </a:cubicBezTo>
                  <a:cubicBezTo>
                    <a:pt x="289" y="394"/>
                    <a:pt x="16" y="491"/>
                    <a:pt x="304" y="517"/>
                  </a:cubicBezTo>
                  <a:cubicBezTo>
                    <a:pt x="368" y="524"/>
                    <a:pt x="414" y="532"/>
                    <a:pt x="421" y="621"/>
                  </a:cubicBezTo>
                  <a:cubicBezTo>
                    <a:pt x="424" y="660"/>
                    <a:pt x="441" y="676"/>
                    <a:pt x="461" y="676"/>
                  </a:cubicBezTo>
                  <a:cubicBezTo>
                    <a:pt x="482" y="676"/>
                    <a:pt x="507" y="657"/>
                    <a:pt x="521" y="629"/>
                  </a:cubicBezTo>
                  <a:cubicBezTo>
                    <a:pt x="612" y="458"/>
                    <a:pt x="685" y="274"/>
                    <a:pt x="591" y="85"/>
                  </a:cubicBezTo>
                  <a:cubicBezTo>
                    <a:pt x="557" y="17"/>
                    <a:pt x="508" y="0"/>
                    <a:pt x="455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7285850" y="1173750"/>
              <a:ext cx="14300" cy="15325"/>
            </a:xfrm>
            <a:custGeom>
              <a:avLst/>
              <a:gdLst/>
              <a:ahLst/>
              <a:cxnLst/>
              <a:rect l="l" t="t" r="r" b="b"/>
              <a:pathLst>
                <a:path w="572" h="613" extrusionOk="0">
                  <a:moveTo>
                    <a:pt x="451" y="0"/>
                  </a:moveTo>
                  <a:cubicBezTo>
                    <a:pt x="394" y="0"/>
                    <a:pt x="332" y="74"/>
                    <a:pt x="271" y="106"/>
                  </a:cubicBezTo>
                  <a:cubicBezTo>
                    <a:pt x="115" y="186"/>
                    <a:pt x="95" y="329"/>
                    <a:pt x="49" y="459"/>
                  </a:cubicBezTo>
                  <a:cubicBezTo>
                    <a:pt x="32" y="505"/>
                    <a:pt x="1" y="613"/>
                    <a:pt x="95" y="613"/>
                  </a:cubicBezTo>
                  <a:cubicBezTo>
                    <a:pt x="111" y="613"/>
                    <a:pt x="130" y="610"/>
                    <a:pt x="154" y="603"/>
                  </a:cubicBezTo>
                  <a:cubicBezTo>
                    <a:pt x="180" y="580"/>
                    <a:pt x="208" y="558"/>
                    <a:pt x="234" y="534"/>
                  </a:cubicBezTo>
                  <a:lnTo>
                    <a:pt x="233" y="534"/>
                  </a:lnTo>
                  <a:cubicBezTo>
                    <a:pt x="336" y="501"/>
                    <a:pt x="413" y="448"/>
                    <a:pt x="399" y="324"/>
                  </a:cubicBezTo>
                  <a:cubicBezTo>
                    <a:pt x="412" y="313"/>
                    <a:pt x="426" y="302"/>
                    <a:pt x="439" y="290"/>
                  </a:cubicBezTo>
                  <a:cubicBezTo>
                    <a:pt x="537" y="218"/>
                    <a:pt x="572" y="93"/>
                    <a:pt x="503" y="24"/>
                  </a:cubicBezTo>
                  <a:cubicBezTo>
                    <a:pt x="486" y="7"/>
                    <a:pt x="469" y="0"/>
                    <a:pt x="451" y="0"/>
                  </a:cubicBezTo>
                  <a:close/>
                </a:path>
              </a:pathLst>
            </a:custGeom>
            <a:solidFill>
              <a:srgbClr val="F190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7211975" y="1231775"/>
              <a:ext cx="14900" cy="12425"/>
            </a:xfrm>
            <a:custGeom>
              <a:avLst/>
              <a:gdLst/>
              <a:ahLst/>
              <a:cxnLst/>
              <a:rect l="l" t="t" r="r" b="b"/>
              <a:pathLst>
                <a:path w="596" h="497" extrusionOk="0">
                  <a:moveTo>
                    <a:pt x="528" y="1"/>
                  </a:moveTo>
                  <a:cubicBezTo>
                    <a:pt x="503" y="1"/>
                    <a:pt x="473" y="8"/>
                    <a:pt x="446" y="11"/>
                  </a:cubicBezTo>
                  <a:cubicBezTo>
                    <a:pt x="297" y="172"/>
                    <a:pt x="148" y="334"/>
                    <a:pt x="0" y="497"/>
                  </a:cubicBezTo>
                  <a:cubicBezTo>
                    <a:pt x="231" y="405"/>
                    <a:pt x="469" y="333"/>
                    <a:pt x="588" y="96"/>
                  </a:cubicBezTo>
                  <a:cubicBezTo>
                    <a:pt x="596" y="18"/>
                    <a:pt x="567" y="1"/>
                    <a:pt x="528" y="1"/>
                  </a:cubicBezTo>
                  <a:close/>
                </a:path>
              </a:pathLst>
            </a:custGeom>
            <a:solidFill>
              <a:srgbClr val="EF82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7230775" y="1258775"/>
              <a:ext cx="15375" cy="10475"/>
            </a:xfrm>
            <a:custGeom>
              <a:avLst/>
              <a:gdLst/>
              <a:ahLst/>
              <a:cxnLst/>
              <a:rect l="l" t="t" r="r" b="b"/>
              <a:pathLst>
                <a:path w="615" h="419" extrusionOk="0">
                  <a:moveTo>
                    <a:pt x="541" y="1"/>
                  </a:moveTo>
                  <a:cubicBezTo>
                    <a:pt x="476" y="46"/>
                    <a:pt x="404" y="53"/>
                    <a:pt x="331" y="53"/>
                  </a:cubicBezTo>
                  <a:cubicBezTo>
                    <a:pt x="301" y="53"/>
                    <a:pt x="270" y="52"/>
                    <a:pt x="240" y="52"/>
                  </a:cubicBezTo>
                  <a:cubicBezTo>
                    <a:pt x="133" y="89"/>
                    <a:pt x="122" y="239"/>
                    <a:pt x="1" y="256"/>
                  </a:cubicBezTo>
                  <a:cubicBezTo>
                    <a:pt x="6" y="398"/>
                    <a:pt x="112" y="411"/>
                    <a:pt x="216" y="418"/>
                  </a:cubicBezTo>
                  <a:cubicBezTo>
                    <a:pt x="223" y="418"/>
                    <a:pt x="230" y="419"/>
                    <a:pt x="236" y="419"/>
                  </a:cubicBezTo>
                  <a:cubicBezTo>
                    <a:pt x="325" y="419"/>
                    <a:pt x="375" y="375"/>
                    <a:pt x="370" y="269"/>
                  </a:cubicBezTo>
                  <a:cubicBezTo>
                    <a:pt x="366" y="189"/>
                    <a:pt x="455" y="199"/>
                    <a:pt x="496" y="161"/>
                  </a:cubicBezTo>
                  <a:cubicBezTo>
                    <a:pt x="544" y="118"/>
                    <a:pt x="615" y="78"/>
                    <a:pt x="541" y="1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7216575" y="1225500"/>
              <a:ext cx="9725" cy="5550"/>
            </a:xfrm>
            <a:custGeom>
              <a:avLst/>
              <a:gdLst/>
              <a:ahLst/>
              <a:cxnLst/>
              <a:rect l="l" t="t" r="r" b="b"/>
              <a:pathLst>
                <a:path w="389" h="222" extrusionOk="0">
                  <a:moveTo>
                    <a:pt x="244" y="0"/>
                  </a:moveTo>
                  <a:lnTo>
                    <a:pt x="244" y="0"/>
                  </a:lnTo>
                  <a:cubicBezTo>
                    <a:pt x="272" y="77"/>
                    <a:pt x="1" y="130"/>
                    <a:pt x="228" y="222"/>
                  </a:cubicBezTo>
                  <a:cubicBezTo>
                    <a:pt x="383" y="160"/>
                    <a:pt x="388" y="86"/>
                    <a:pt x="244" y="0"/>
                  </a:cubicBezTo>
                  <a:close/>
                </a:path>
              </a:pathLst>
            </a:custGeom>
            <a:solidFill>
              <a:srgbClr val="EF82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7298675" y="1177850"/>
              <a:ext cx="6225" cy="4825"/>
            </a:xfrm>
            <a:custGeom>
              <a:avLst/>
              <a:gdLst/>
              <a:ahLst/>
              <a:cxnLst/>
              <a:rect l="l" t="t" r="r" b="b"/>
              <a:pathLst>
                <a:path w="249" h="193" extrusionOk="0">
                  <a:moveTo>
                    <a:pt x="233" y="1"/>
                  </a:moveTo>
                  <a:lnTo>
                    <a:pt x="233" y="1"/>
                  </a:lnTo>
                  <a:cubicBezTo>
                    <a:pt x="155" y="44"/>
                    <a:pt x="78" y="88"/>
                    <a:pt x="0" y="131"/>
                  </a:cubicBezTo>
                  <a:cubicBezTo>
                    <a:pt x="62" y="170"/>
                    <a:pt x="115" y="193"/>
                    <a:pt x="155" y="193"/>
                  </a:cubicBezTo>
                  <a:cubicBezTo>
                    <a:pt x="217" y="193"/>
                    <a:pt x="248" y="138"/>
                    <a:pt x="233" y="1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7239125" y="1240350"/>
              <a:ext cx="5325" cy="3950"/>
            </a:xfrm>
            <a:custGeom>
              <a:avLst/>
              <a:gdLst/>
              <a:ahLst/>
              <a:cxnLst/>
              <a:rect l="l" t="t" r="r" b="b"/>
              <a:pathLst>
                <a:path w="213" h="158" extrusionOk="0">
                  <a:moveTo>
                    <a:pt x="87" y="1"/>
                  </a:moveTo>
                  <a:cubicBezTo>
                    <a:pt x="55" y="1"/>
                    <a:pt x="27" y="11"/>
                    <a:pt x="10" y="52"/>
                  </a:cubicBezTo>
                  <a:cubicBezTo>
                    <a:pt x="1" y="73"/>
                    <a:pt x="45" y="139"/>
                    <a:pt x="76" y="150"/>
                  </a:cubicBezTo>
                  <a:cubicBezTo>
                    <a:pt x="90" y="155"/>
                    <a:pt x="102" y="157"/>
                    <a:pt x="112" y="157"/>
                  </a:cubicBezTo>
                  <a:cubicBezTo>
                    <a:pt x="184" y="157"/>
                    <a:pt x="167" y="50"/>
                    <a:pt x="212" y="11"/>
                  </a:cubicBezTo>
                  <a:lnTo>
                    <a:pt x="212" y="11"/>
                  </a:lnTo>
                  <a:cubicBezTo>
                    <a:pt x="206" y="12"/>
                    <a:pt x="199" y="12"/>
                    <a:pt x="192" y="12"/>
                  </a:cubicBezTo>
                  <a:cubicBezTo>
                    <a:pt x="158" y="12"/>
                    <a:pt x="120" y="1"/>
                    <a:pt x="87" y="1"/>
                  </a:cubicBezTo>
                  <a:close/>
                </a:path>
              </a:pathLst>
            </a:custGeom>
            <a:solidFill>
              <a:srgbClr val="EE7A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7234425" y="1253100"/>
              <a:ext cx="3500" cy="2250"/>
            </a:xfrm>
            <a:custGeom>
              <a:avLst/>
              <a:gdLst/>
              <a:ahLst/>
              <a:cxnLst/>
              <a:rect l="l" t="t" r="r" b="b"/>
              <a:pathLst>
                <a:path w="140" h="90" extrusionOk="0">
                  <a:moveTo>
                    <a:pt x="76" y="1"/>
                  </a:moveTo>
                  <a:cubicBezTo>
                    <a:pt x="52" y="1"/>
                    <a:pt x="24" y="7"/>
                    <a:pt x="1" y="11"/>
                  </a:cubicBezTo>
                  <a:cubicBezTo>
                    <a:pt x="19" y="30"/>
                    <a:pt x="35" y="51"/>
                    <a:pt x="55" y="66"/>
                  </a:cubicBezTo>
                  <a:cubicBezTo>
                    <a:pt x="72" y="80"/>
                    <a:pt x="94" y="90"/>
                    <a:pt x="110" y="90"/>
                  </a:cubicBezTo>
                  <a:cubicBezTo>
                    <a:pt x="128" y="90"/>
                    <a:pt x="140" y="78"/>
                    <a:pt x="133" y="43"/>
                  </a:cubicBezTo>
                  <a:cubicBezTo>
                    <a:pt x="127" y="10"/>
                    <a:pt x="104" y="1"/>
                    <a:pt x="76" y="1"/>
                  </a:cubicBezTo>
                  <a:close/>
                </a:path>
              </a:pathLst>
            </a:custGeom>
            <a:solidFill>
              <a:srgbClr val="EF82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7161025" y="1194775"/>
              <a:ext cx="195850" cy="217425"/>
            </a:xfrm>
            <a:custGeom>
              <a:avLst/>
              <a:gdLst/>
              <a:ahLst/>
              <a:cxnLst/>
              <a:rect l="l" t="t" r="r" b="b"/>
              <a:pathLst>
                <a:path w="7834" h="8697" extrusionOk="0">
                  <a:moveTo>
                    <a:pt x="6571" y="1817"/>
                  </a:moveTo>
                  <a:lnTo>
                    <a:pt x="6571" y="1817"/>
                  </a:lnTo>
                  <a:cubicBezTo>
                    <a:pt x="6509" y="1860"/>
                    <a:pt x="6460" y="1929"/>
                    <a:pt x="6394" y="1972"/>
                  </a:cubicBezTo>
                  <a:cubicBezTo>
                    <a:pt x="6439" y="1897"/>
                    <a:pt x="6503" y="1851"/>
                    <a:pt x="6571" y="1817"/>
                  </a:cubicBezTo>
                  <a:close/>
                  <a:moveTo>
                    <a:pt x="6755" y="3431"/>
                  </a:moveTo>
                  <a:lnTo>
                    <a:pt x="6755" y="3431"/>
                  </a:lnTo>
                  <a:cubicBezTo>
                    <a:pt x="6933" y="3490"/>
                    <a:pt x="6914" y="3641"/>
                    <a:pt x="6881" y="3773"/>
                  </a:cubicBezTo>
                  <a:cubicBezTo>
                    <a:pt x="6847" y="3913"/>
                    <a:pt x="6802" y="4052"/>
                    <a:pt x="6741" y="4187"/>
                  </a:cubicBezTo>
                  <a:lnTo>
                    <a:pt x="6741" y="4187"/>
                  </a:lnTo>
                  <a:cubicBezTo>
                    <a:pt x="6800" y="3996"/>
                    <a:pt x="6838" y="3800"/>
                    <a:pt x="6837" y="3593"/>
                  </a:cubicBezTo>
                  <a:cubicBezTo>
                    <a:pt x="6837" y="3516"/>
                    <a:pt x="6819" y="3464"/>
                    <a:pt x="6755" y="3431"/>
                  </a:cubicBezTo>
                  <a:close/>
                  <a:moveTo>
                    <a:pt x="7264" y="0"/>
                  </a:moveTo>
                  <a:cubicBezTo>
                    <a:pt x="7083" y="0"/>
                    <a:pt x="6995" y="104"/>
                    <a:pt x="6893" y="365"/>
                  </a:cubicBezTo>
                  <a:cubicBezTo>
                    <a:pt x="6876" y="408"/>
                    <a:pt x="6851" y="422"/>
                    <a:pt x="6822" y="422"/>
                  </a:cubicBezTo>
                  <a:cubicBezTo>
                    <a:pt x="6797" y="422"/>
                    <a:pt x="6769" y="412"/>
                    <a:pt x="6741" y="401"/>
                  </a:cubicBezTo>
                  <a:cubicBezTo>
                    <a:pt x="6685" y="379"/>
                    <a:pt x="6631" y="369"/>
                    <a:pt x="6581" y="369"/>
                  </a:cubicBezTo>
                  <a:cubicBezTo>
                    <a:pt x="6384" y="369"/>
                    <a:pt x="6247" y="523"/>
                    <a:pt x="6278" y="753"/>
                  </a:cubicBezTo>
                  <a:cubicBezTo>
                    <a:pt x="6289" y="840"/>
                    <a:pt x="6291" y="937"/>
                    <a:pt x="6205" y="937"/>
                  </a:cubicBezTo>
                  <a:cubicBezTo>
                    <a:pt x="6204" y="937"/>
                    <a:pt x="6203" y="937"/>
                    <a:pt x="6202" y="937"/>
                  </a:cubicBezTo>
                  <a:cubicBezTo>
                    <a:pt x="6197" y="937"/>
                    <a:pt x="6192" y="937"/>
                    <a:pt x="6187" y="937"/>
                  </a:cubicBezTo>
                  <a:cubicBezTo>
                    <a:pt x="6001" y="937"/>
                    <a:pt x="5945" y="1016"/>
                    <a:pt x="5958" y="1196"/>
                  </a:cubicBezTo>
                  <a:cubicBezTo>
                    <a:pt x="5963" y="1267"/>
                    <a:pt x="5903" y="1301"/>
                    <a:pt x="5823" y="1326"/>
                  </a:cubicBezTo>
                  <a:cubicBezTo>
                    <a:pt x="5651" y="1381"/>
                    <a:pt x="5509" y="1486"/>
                    <a:pt x="5438" y="1677"/>
                  </a:cubicBezTo>
                  <a:cubicBezTo>
                    <a:pt x="5473" y="1685"/>
                    <a:pt x="5496" y="1697"/>
                    <a:pt x="5520" y="1697"/>
                  </a:cubicBezTo>
                  <a:cubicBezTo>
                    <a:pt x="5521" y="1697"/>
                    <a:pt x="5522" y="1697"/>
                    <a:pt x="5523" y="1697"/>
                  </a:cubicBezTo>
                  <a:cubicBezTo>
                    <a:pt x="5526" y="1696"/>
                    <a:pt x="5530" y="1696"/>
                    <a:pt x="5533" y="1696"/>
                  </a:cubicBezTo>
                  <a:cubicBezTo>
                    <a:pt x="5615" y="1696"/>
                    <a:pt x="5716" y="1746"/>
                    <a:pt x="5619" y="1797"/>
                  </a:cubicBezTo>
                  <a:cubicBezTo>
                    <a:pt x="5429" y="1897"/>
                    <a:pt x="5334" y="2094"/>
                    <a:pt x="5146" y="2180"/>
                  </a:cubicBezTo>
                  <a:cubicBezTo>
                    <a:pt x="5103" y="2141"/>
                    <a:pt x="5081" y="2077"/>
                    <a:pt x="5015" y="2067"/>
                  </a:cubicBezTo>
                  <a:lnTo>
                    <a:pt x="5015" y="2067"/>
                  </a:lnTo>
                  <a:cubicBezTo>
                    <a:pt x="4928" y="2167"/>
                    <a:pt x="5026" y="2425"/>
                    <a:pt x="4827" y="2425"/>
                  </a:cubicBezTo>
                  <a:cubicBezTo>
                    <a:pt x="4797" y="2425"/>
                    <a:pt x="4762" y="2419"/>
                    <a:pt x="4718" y="2407"/>
                  </a:cubicBezTo>
                  <a:cubicBezTo>
                    <a:pt x="4482" y="2413"/>
                    <a:pt x="4451" y="2551"/>
                    <a:pt x="4476" y="2672"/>
                  </a:cubicBezTo>
                  <a:lnTo>
                    <a:pt x="4476" y="2672"/>
                  </a:lnTo>
                  <a:cubicBezTo>
                    <a:pt x="4463" y="2640"/>
                    <a:pt x="4432" y="2623"/>
                    <a:pt x="4389" y="2623"/>
                  </a:cubicBezTo>
                  <a:cubicBezTo>
                    <a:pt x="4357" y="2623"/>
                    <a:pt x="4319" y="2632"/>
                    <a:pt x="4276" y="2653"/>
                  </a:cubicBezTo>
                  <a:cubicBezTo>
                    <a:pt x="4182" y="2697"/>
                    <a:pt x="4092" y="2753"/>
                    <a:pt x="3985" y="2760"/>
                  </a:cubicBezTo>
                  <a:cubicBezTo>
                    <a:pt x="3969" y="2795"/>
                    <a:pt x="3954" y="2832"/>
                    <a:pt x="3939" y="2867"/>
                  </a:cubicBezTo>
                  <a:cubicBezTo>
                    <a:pt x="3947" y="2995"/>
                    <a:pt x="4073" y="2987"/>
                    <a:pt x="4141" y="3047"/>
                  </a:cubicBezTo>
                  <a:cubicBezTo>
                    <a:pt x="4160" y="3063"/>
                    <a:pt x="4171" y="3089"/>
                    <a:pt x="4195" y="3101"/>
                  </a:cubicBezTo>
                  <a:cubicBezTo>
                    <a:pt x="4193" y="3101"/>
                    <a:pt x="4191" y="3102"/>
                    <a:pt x="4189" y="3102"/>
                  </a:cubicBezTo>
                  <a:cubicBezTo>
                    <a:pt x="4168" y="3102"/>
                    <a:pt x="4162" y="3075"/>
                    <a:pt x="4146" y="3071"/>
                  </a:cubicBezTo>
                  <a:cubicBezTo>
                    <a:pt x="4129" y="3067"/>
                    <a:pt x="4111" y="3065"/>
                    <a:pt x="4093" y="3065"/>
                  </a:cubicBezTo>
                  <a:cubicBezTo>
                    <a:pt x="3883" y="3065"/>
                    <a:pt x="3605" y="3317"/>
                    <a:pt x="3592" y="3537"/>
                  </a:cubicBezTo>
                  <a:cubicBezTo>
                    <a:pt x="3588" y="3592"/>
                    <a:pt x="3648" y="3692"/>
                    <a:pt x="3572" y="3695"/>
                  </a:cubicBezTo>
                  <a:cubicBezTo>
                    <a:pt x="3461" y="3701"/>
                    <a:pt x="3352" y="3764"/>
                    <a:pt x="3241" y="3764"/>
                  </a:cubicBezTo>
                  <a:cubicBezTo>
                    <a:pt x="3194" y="3764"/>
                    <a:pt x="3146" y="3753"/>
                    <a:pt x="3098" y="3721"/>
                  </a:cubicBezTo>
                  <a:cubicBezTo>
                    <a:pt x="3073" y="3724"/>
                    <a:pt x="3051" y="3734"/>
                    <a:pt x="3031" y="3749"/>
                  </a:cubicBezTo>
                  <a:cubicBezTo>
                    <a:pt x="2880" y="4024"/>
                    <a:pt x="2933" y="4112"/>
                    <a:pt x="3272" y="4156"/>
                  </a:cubicBezTo>
                  <a:cubicBezTo>
                    <a:pt x="3266" y="4198"/>
                    <a:pt x="3225" y="4200"/>
                    <a:pt x="3200" y="4216"/>
                  </a:cubicBezTo>
                  <a:cubicBezTo>
                    <a:pt x="3083" y="4293"/>
                    <a:pt x="3089" y="4390"/>
                    <a:pt x="3166" y="4484"/>
                  </a:cubicBezTo>
                  <a:cubicBezTo>
                    <a:pt x="3199" y="4525"/>
                    <a:pt x="3232" y="4541"/>
                    <a:pt x="3264" y="4541"/>
                  </a:cubicBezTo>
                  <a:cubicBezTo>
                    <a:pt x="3315" y="4541"/>
                    <a:pt x="3363" y="4501"/>
                    <a:pt x="3409" y="4459"/>
                  </a:cubicBezTo>
                  <a:cubicBezTo>
                    <a:pt x="3436" y="4434"/>
                    <a:pt x="3453" y="4405"/>
                    <a:pt x="3478" y="4380"/>
                  </a:cubicBezTo>
                  <a:cubicBezTo>
                    <a:pt x="3504" y="4355"/>
                    <a:pt x="3536" y="4341"/>
                    <a:pt x="3556" y="4338"/>
                  </a:cubicBezTo>
                  <a:lnTo>
                    <a:pt x="3556" y="4338"/>
                  </a:lnTo>
                  <a:cubicBezTo>
                    <a:pt x="3328" y="4449"/>
                    <a:pt x="3426" y="4680"/>
                    <a:pt x="3390" y="4862"/>
                  </a:cubicBezTo>
                  <a:cubicBezTo>
                    <a:pt x="3383" y="4897"/>
                    <a:pt x="3393" y="4932"/>
                    <a:pt x="3344" y="4934"/>
                  </a:cubicBezTo>
                  <a:cubicBezTo>
                    <a:pt x="3343" y="4934"/>
                    <a:pt x="3342" y="4934"/>
                    <a:pt x="3342" y="4934"/>
                  </a:cubicBezTo>
                  <a:cubicBezTo>
                    <a:pt x="3302" y="4934"/>
                    <a:pt x="3282" y="4906"/>
                    <a:pt x="3282" y="4868"/>
                  </a:cubicBezTo>
                  <a:cubicBezTo>
                    <a:pt x="3282" y="4807"/>
                    <a:pt x="3338" y="4749"/>
                    <a:pt x="3306" y="4690"/>
                  </a:cubicBezTo>
                  <a:cubicBezTo>
                    <a:pt x="3274" y="4629"/>
                    <a:pt x="3230" y="4611"/>
                    <a:pt x="3181" y="4611"/>
                  </a:cubicBezTo>
                  <a:cubicBezTo>
                    <a:pt x="3110" y="4611"/>
                    <a:pt x="3029" y="4649"/>
                    <a:pt x="2955" y="4649"/>
                  </a:cubicBezTo>
                  <a:cubicBezTo>
                    <a:pt x="2906" y="4649"/>
                    <a:pt x="2860" y="4631"/>
                    <a:pt x="2824" y="4572"/>
                  </a:cubicBezTo>
                  <a:cubicBezTo>
                    <a:pt x="2821" y="4567"/>
                    <a:pt x="2817" y="4565"/>
                    <a:pt x="2811" y="4565"/>
                  </a:cubicBezTo>
                  <a:cubicBezTo>
                    <a:pt x="2784" y="4565"/>
                    <a:pt x="2726" y="4607"/>
                    <a:pt x="2701" y="4646"/>
                  </a:cubicBezTo>
                  <a:cubicBezTo>
                    <a:pt x="2641" y="4734"/>
                    <a:pt x="2749" y="4810"/>
                    <a:pt x="2730" y="4875"/>
                  </a:cubicBezTo>
                  <a:cubicBezTo>
                    <a:pt x="2654" y="4864"/>
                    <a:pt x="2579" y="4857"/>
                    <a:pt x="2505" y="4857"/>
                  </a:cubicBezTo>
                  <a:cubicBezTo>
                    <a:pt x="2388" y="4857"/>
                    <a:pt x="2272" y="4873"/>
                    <a:pt x="2158" y="4911"/>
                  </a:cubicBezTo>
                  <a:cubicBezTo>
                    <a:pt x="2133" y="4943"/>
                    <a:pt x="2127" y="4980"/>
                    <a:pt x="2132" y="5018"/>
                  </a:cubicBezTo>
                  <a:cubicBezTo>
                    <a:pt x="2159" y="5127"/>
                    <a:pt x="2210" y="5207"/>
                    <a:pt x="2335" y="5207"/>
                  </a:cubicBezTo>
                  <a:cubicBezTo>
                    <a:pt x="2338" y="5207"/>
                    <a:pt x="2341" y="5207"/>
                    <a:pt x="2345" y="5207"/>
                  </a:cubicBezTo>
                  <a:cubicBezTo>
                    <a:pt x="2349" y="5207"/>
                    <a:pt x="2353" y="5207"/>
                    <a:pt x="2357" y="5207"/>
                  </a:cubicBezTo>
                  <a:cubicBezTo>
                    <a:pt x="2425" y="5207"/>
                    <a:pt x="2472" y="5234"/>
                    <a:pt x="2508" y="5305"/>
                  </a:cubicBezTo>
                  <a:cubicBezTo>
                    <a:pt x="2562" y="5410"/>
                    <a:pt x="2629" y="5444"/>
                    <a:pt x="2704" y="5444"/>
                  </a:cubicBezTo>
                  <a:cubicBezTo>
                    <a:pt x="2777" y="5444"/>
                    <a:pt x="2858" y="5411"/>
                    <a:pt x="2940" y="5381"/>
                  </a:cubicBezTo>
                  <a:lnTo>
                    <a:pt x="2940" y="5381"/>
                  </a:lnTo>
                  <a:cubicBezTo>
                    <a:pt x="2796" y="5488"/>
                    <a:pt x="2693" y="5637"/>
                    <a:pt x="2564" y="5766"/>
                  </a:cubicBezTo>
                  <a:cubicBezTo>
                    <a:pt x="2500" y="5639"/>
                    <a:pt x="2409" y="5597"/>
                    <a:pt x="2314" y="5597"/>
                  </a:cubicBezTo>
                  <a:cubicBezTo>
                    <a:pt x="2260" y="5597"/>
                    <a:pt x="2205" y="5611"/>
                    <a:pt x="2152" y="5631"/>
                  </a:cubicBezTo>
                  <a:cubicBezTo>
                    <a:pt x="1909" y="5725"/>
                    <a:pt x="1795" y="5949"/>
                    <a:pt x="1697" y="6175"/>
                  </a:cubicBezTo>
                  <a:cubicBezTo>
                    <a:pt x="1681" y="6212"/>
                    <a:pt x="1702" y="6285"/>
                    <a:pt x="1730" y="6285"/>
                  </a:cubicBezTo>
                  <a:cubicBezTo>
                    <a:pt x="1732" y="6285"/>
                    <a:pt x="1733" y="6285"/>
                    <a:pt x="1735" y="6285"/>
                  </a:cubicBezTo>
                  <a:cubicBezTo>
                    <a:pt x="1795" y="6269"/>
                    <a:pt x="1854" y="6257"/>
                    <a:pt x="1909" y="6257"/>
                  </a:cubicBezTo>
                  <a:cubicBezTo>
                    <a:pt x="1993" y="6257"/>
                    <a:pt x="2071" y="6285"/>
                    <a:pt x="2139" y="6369"/>
                  </a:cubicBezTo>
                  <a:cubicBezTo>
                    <a:pt x="2140" y="6370"/>
                    <a:pt x="2141" y="6371"/>
                    <a:pt x="2143" y="6371"/>
                  </a:cubicBezTo>
                  <a:cubicBezTo>
                    <a:pt x="2156" y="6371"/>
                    <a:pt x="2187" y="6350"/>
                    <a:pt x="2204" y="6335"/>
                  </a:cubicBezTo>
                  <a:cubicBezTo>
                    <a:pt x="2223" y="6318"/>
                    <a:pt x="2228" y="6269"/>
                    <a:pt x="2254" y="6269"/>
                  </a:cubicBezTo>
                  <a:cubicBezTo>
                    <a:pt x="2266" y="6269"/>
                    <a:pt x="2282" y="6279"/>
                    <a:pt x="2306" y="6307"/>
                  </a:cubicBezTo>
                  <a:cubicBezTo>
                    <a:pt x="2380" y="6397"/>
                    <a:pt x="2303" y="6410"/>
                    <a:pt x="2259" y="6439"/>
                  </a:cubicBezTo>
                  <a:cubicBezTo>
                    <a:pt x="2195" y="6482"/>
                    <a:pt x="2069" y="6506"/>
                    <a:pt x="2076" y="6569"/>
                  </a:cubicBezTo>
                  <a:cubicBezTo>
                    <a:pt x="2104" y="6817"/>
                    <a:pt x="1888" y="6714"/>
                    <a:pt x="1798" y="6816"/>
                  </a:cubicBezTo>
                  <a:cubicBezTo>
                    <a:pt x="1765" y="6702"/>
                    <a:pt x="1897" y="6596"/>
                    <a:pt x="1772" y="6530"/>
                  </a:cubicBezTo>
                  <a:cubicBezTo>
                    <a:pt x="1745" y="6516"/>
                    <a:pt x="1721" y="6510"/>
                    <a:pt x="1699" y="6510"/>
                  </a:cubicBezTo>
                  <a:cubicBezTo>
                    <a:pt x="1624" y="6510"/>
                    <a:pt x="1580" y="6585"/>
                    <a:pt x="1522" y="6648"/>
                  </a:cubicBezTo>
                  <a:cubicBezTo>
                    <a:pt x="1433" y="6746"/>
                    <a:pt x="1294" y="6796"/>
                    <a:pt x="1332" y="6980"/>
                  </a:cubicBezTo>
                  <a:cubicBezTo>
                    <a:pt x="1339" y="7014"/>
                    <a:pt x="1309" y="7020"/>
                    <a:pt x="1271" y="7020"/>
                  </a:cubicBezTo>
                  <a:cubicBezTo>
                    <a:pt x="1247" y="7020"/>
                    <a:pt x="1220" y="7018"/>
                    <a:pt x="1197" y="7018"/>
                  </a:cubicBezTo>
                  <a:cubicBezTo>
                    <a:pt x="1191" y="7018"/>
                    <a:pt x="1185" y="7018"/>
                    <a:pt x="1179" y="7018"/>
                  </a:cubicBezTo>
                  <a:cubicBezTo>
                    <a:pt x="1140" y="6949"/>
                    <a:pt x="1304" y="6795"/>
                    <a:pt x="1139" y="6795"/>
                  </a:cubicBezTo>
                  <a:cubicBezTo>
                    <a:pt x="1131" y="6795"/>
                    <a:pt x="1122" y="6795"/>
                    <a:pt x="1112" y="6796"/>
                  </a:cubicBezTo>
                  <a:cubicBezTo>
                    <a:pt x="977" y="6806"/>
                    <a:pt x="835" y="6804"/>
                    <a:pt x="700" y="6835"/>
                  </a:cubicBezTo>
                  <a:cubicBezTo>
                    <a:pt x="614" y="6855"/>
                    <a:pt x="540" y="6888"/>
                    <a:pt x="522" y="6997"/>
                  </a:cubicBezTo>
                  <a:cubicBezTo>
                    <a:pt x="496" y="7153"/>
                    <a:pt x="648" y="7280"/>
                    <a:pt x="610" y="7410"/>
                  </a:cubicBezTo>
                  <a:cubicBezTo>
                    <a:pt x="573" y="7536"/>
                    <a:pt x="358" y="7582"/>
                    <a:pt x="395" y="7767"/>
                  </a:cubicBezTo>
                  <a:cubicBezTo>
                    <a:pt x="415" y="7873"/>
                    <a:pt x="325" y="7853"/>
                    <a:pt x="281" y="7870"/>
                  </a:cubicBezTo>
                  <a:cubicBezTo>
                    <a:pt x="269" y="7874"/>
                    <a:pt x="260" y="7875"/>
                    <a:pt x="251" y="7875"/>
                  </a:cubicBezTo>
                  <a:cubicBezTo>
                    <a:pt x="205" y="7875"/>
                    <a:pt x="198" y="7821"/>
                    <a:pt x="191" y="7778"/>
                  </a:cubicBezTo>
                  <a:cubicBezTo>
                    <a:pt x="176" y="7695"/>
                    <a:pt x="191" y="7598"/>
                    <a:pt x="94" y="7551"/>
                  </a:cubicBezTo>
                  <a:cubicBezTo>
                    <a:pt x="4" y="7561"/>
                    <a:pt x="7" y="7630"/>
                    <a:pt x="1" y="7694"/>
                  </a:cubicBezTo>
                  <a:lnTo>
                    <a:pt x="213" y="8414"/>
                  </a:lnTo>
                  <a:cubicBezTo>
                    <a:pt x="366" y="8474"/>
                    <a:pt x="438" y="8638"/>
                    <a:pt x="612" y="8688"/>
                  </a:cubicBezTo>
                  <a:cubicBezTo>
                    <a:pt x="633" y="8694"/>
                    <a:pt x="653" y="8697"/>
                    <a:pt x="672" y="8697"/>
                  </a:cubicBezTo>
                  <a:cubicBezTo>
                    <a:pt x="777" y="8697"/>
                    <a:pt x="850" y="8617"/>
                    <a:pt x="955" y="8617"/>
                  </a:cubicBezTo>
                  <a:cubicBezTo>
                    <a:pt x="960" y="8617"/>
                    <a:pt x="964" y="8617"/>
                    <a:pt x="969" y="8618"/>
                  </a:cubicBezTo>
                  <a:cubicBezTo>
                    <a:pt x="971" y="8618"/>
                    <a:pt x="972" y="8618"/>
                    <a:pt x="974" y="8618"/>
                  </a:cubicBezTo>
                  <a:cubicBezTo>
                    <a:pt x="1044" y="8618"/>
                    <a:pt x="945" y="8490"/>
                    <a:pt x="951" y="8428"/>
                  </a:cubicBezTo>
                  <a:cubicBezTo>
                    <a:pt x="963" y="8296"/>
                    <a:pt x="992" y="8161"/>
                    <a:pt x="1075" y="8028"/>
                  </a:cubicBezTo>
                  <a:cubicBezTo>
                    <a:pt x="1164" y="8116"/>
                    <a:pt x="1112" y="8252"/>
                    <a:pt x="1211" y="8312"/>
                  </a:cubicBezTo>
                  <a:cubicBezTo>
                    <a:pt x="1224" y="8311"/>
                    <a:pt x="1236" y="8310"/>
                    <a:pt x="1248" y="8308"/>
                  </a:cubicBezTo>
                  <a:cubicBezTo>
                    <a:pt x="1289" y="8287"/>
                    <a:pt x="1293" y="8227"/>
                    <a:pt x="1329" y="8209"/>
                  </a:cubicBezTo>
                  <a:cubicBezTo>
                    <a:pt x="1565" y="8089"/>
                    <a:pt x="1632" y="7905"/>
                    <a:pt x="1594" y="7646"/>
                  </a:cubicBezTo>
                  <a:cubicBezTo>
                    <a:pt x="1569" y="7469"/>
                    <a:pt x="1848" y="7191"/>
                    <a:pt x="2024" y="7171"/>
                  </a:cubicBezTo>
                  <a:cubicBezTo>
                    <a:pt x="2032" y="7170"/>
                    <a:pt x="2040" y="7169"/>
                    <a:pt x="2047" y="7169"/>
                  </a:cubicBezTo>
                  <a:cubicBezTo>
                    <a:pt x="2074" y="7169"/>
                    <a:pt x="2089" y="7179"/>
                    <a:pt x="2099" y="7212"/>
                  </a:cubicBezTo>
                  <a:cubicBezTo>
                    <a:pt x="2121" y="7284"/>
                    <a:pt x="2148" y="7308"/>
                    <a:pt x="2178" y="7308"/>
                  </a:cubicBezTo>
                  <a:cubicBezTo>
                    <a:pt x="2219" y="7308"/>
                    <a:pt x="2266" y="7260"/>
                    <a:pt x="2308" y="7232"/>
                  </a:cubicBezTo>
                  <a:cubicBezTo>
                    <a:pt x="2374" y="7188"/>
                    <a:pt x="2388" y="7079"/>
                    <a:pt x="2494" y="7079"/>
                  </a:cubicBezTo>
                  <a:cubicBezTo>
                    <a:pt x="2498" y="7079"/>
                    <a:pt x="2502" y="7079"/>
                    <a:pt x="2506" y="7079"/>
                  </a:cubicBezTo>
                  <a:cubicBezTo>
                    <a:pt x="2485" y="7141"/>
                    <a:pt x="2609" y="7220"/>
                    <a:pt x="2474" y="7263"/>
                  </a:cubicBezTo>
                  <a:cubicBezTo>
                    <a:pt x="2114" y="7380"/>
                    <a:pt x="2195" y="7761"/>
                    <a:pt x="2038" y="8000"/>
                  </a:cubicBezTo>
                  <a:cubicBezTo>
                    <a:pt x="2038" y="8000"/>
                    <a:pt x="2051" y="8009"/>
                    <a:pt x="2059" y="8014"/>
                  </a:cubicBezTo>
                  <a:cubicBezTo>
                    <a:pt x="2136" y="8009"/>
                    <a:pt x="2159" y="7908"/>
                    <a:pt x="2240" y="7908"/>
                  </a:cubicBezTo>
                  <a:cubicBezTo>
                    <a:pt x="2242" y="7908"/>
                    <a:pt x="2245" y="7908"/>
                    <a:pt x="2247" y="7908"/>
                  </a:cubicBezTo>
                  <a:cubicBezTo>
                    <a:pt x="2274" y="7886"/>
                    <a:pt x="2300" y="7863"/>
                    <a:pt x="2327" y="7841"/>
                  </a:cubicBezTo>
                  <a:cubicBezTo>
                    <a:pt x="2344" y="7850"/>
                    <a:pt x="2361" y="7853"/>
                    <a:pt x="2377" y="7853"/>
                  </a:cubicBezTo>
                  <a:cubicBezTo>
                    <a:pt x="2424" y="7853"/>
                    <a:pt x="2468" y="7823"/>
                    <a:pt x="2515" y="7818"/>
                  </a:cubicBezTo>
                  <a:cubicBezTo>
                    <a:pt x="2526" y="7831"/>
                    <a:pt x="2538" y="7844"/>
                    <a:pt x="2549" y="7857"/>
                  </a:cubicBezTo>
                  <a:cubicBezTo>
                    <a:pt x="2729" y="7801"/>
                    <a:pt x="2727" y="7653"/>
                    <a:pt x="2778" y="7504"/>
                  </a:cubicBezTo>
                  <a:cubicBezTo>
                    <a:pt x="2815" y="7396"/>
                    <a:pt x="3064" y="7407"/>
                    <a:pt x="3118" y="7232"/>
                  </a:cubicBezTo>
                  <a:cubicBezTo>
                    <a:pt x="3123" y="7139"/>
                    <a:pt x="3168" y="7094"/>
                    <a:pt x="3251" y="7094"/>
                  </a:cubicBezTo>
                  <a:cubicBezTo>
                    <a:pt x="3260" y="7094"/>
                    <a:pt x="3268" y="7094"/>
                    <a:pt x="3277" y="7095"/>
                  </a:cubicBezTo>
                  <a:cubicBezTo>
                    <a:pt x="3294" y="7101"/>
                    <a:pt x="3312" y="7104"/>
                    <a:pt x="3330" y="7104"/>
                  </a:cubicBezTo>
                  <a:cubicBezTo>
                    <a:pt x="3418" y="7104"/>
                    <a:pt x="3517" y="7044"/>
                    <a:pt x="3566" y="7044"/>
                  </a:cubicBezTo>
                  <a:cubicBezTo>
                    <a:pt x="3579" y="7044"/>
                    <a:pt x="3588" y="7047"/>
                    <a:pt x="3593" y="7056"/>
                  </a:cubicBezTo>
                  <a:cubicBezTo>
                    <a:pt x="3629" y="7120"/>
                    <a:pt x="3654" y="7142"/>
                    <a:pt x="3673" y="7142"/>
                  </a:cubicBezTo>
                  <a:cubicBezTo>
                    <a:pt x="3712" y="7142"/>
                    <a:pt x="3727" y="7050"/>
                    <a:pt x="3759" y="7030"/>
                  </a:cubicBezTo>
                  <a:cubicBezTo>
                    <a:pt x="3974" y="6898"/>
                    <a:pt x="4050" y="6606"/>
                    <a:pt x="4326" y="6544"/>
                  </a:cubicBezTo>
                  <a:cubicBezTo>
                    <a:pt x="4438" y="6474"/>
                    <a:pt x="4525" y="6372"/>
                    <a:pt x="4469" y="6244"/>
                  </a:cubicBezTo>
                  <a:cubicBezTo>
                    <a:pt x="4447" y="6193"/>
                    <a:pt x="4418" y="6176"/>
                    <a:pt x="4385" y="6176"/>
                  </a:cubicBezTo>
                  <a:cubicBezTo>
                    <a:pt x="4328" y="6176"/>
                    <a:pt x="4260" y="6226"/>
                    <a:pt x="4202" y="6226"/>
                  </a:cubicBezTo>
                  <a:cubicBezTo>
                    <a:pt x="4201" y="6226"/>
                    <a:pt x="4199" y="6226"/>
                    <a:pt x="4198" y="6226"/>
                  </a:cubicBezTo>
                  <a:cubicBezTo>
                    <a:pt x="4174" y="6225"/>
                    <a:pt x="4167" y="6216"/>
                    <a:pt x="4178" y="6202"/>
                  </a:cubicBezTo>
                  <a:cubicBezTo>
                    <a:pt x="4279" y="6041"/>
                    <a:pt x="4507" y="6049"/>
                    <a:pt x="4599" y="5868"/>
                  </a:cubicBezTo>
                  <a:cubicBezTo>
                    <a:pt x="4650" y="5769"/>
                    <a:pt x="4722" y="5723"/>
                    <a:pt x="4809" y="5723"/>
                  </a:cubicBezTo>
                  <a:cubicBezTo>
                    <a:pt x="4862" y="5723"/>
                    <a:pt x="4920" y="5740"/>
                    <a:pt x="4982" y="5773"/>
                  </a:cubicBezTo>
                  <a:cubicBezTo>
                    <a:pt x="4890" y="5821"/>
                    <a:pt x="4841" y="5896"/>
                    <a:pt x="4818" y="5990"/>
                  </a:cubicBezTo>
                  <a:cubicBezTo>
                    <a:pt x="4806" y="6039"/>
                    <a:pt x="4815" y="6110"/>
                    <a:pt x="4855" y="6110"/>
                  </a:cubicBezTo>
                  <a:cubicBezTo>
                    <a:pt x="4860" y="6110"/>
                    <a:pt x="4865" y="6109"/>
                    <a:pt x="4871" y="6107"/>
                  </a:cubicBezTo>
                  <a:cubicBezTo>
                    <a:pt x="4896" y="6097"/>
                    <a:pt x="4919" y="6093"/>
                    <a:pt x="4940" y="6093"/>
                  </a:cubicBezTo>
                  <a:cubicBezTo>
                    <a:pt x="5063" y="6093"/>
                    <a:pt x="5126" y="6235"/>
                    <a:pt x="5242" y="6243"/>
                  </a:cubicBezTo>
                  <a:cubicBezTo>
                    <a:pt x="5449" y="6059"/>
                    <a:pt x="5655" y="5875"/>
                    <a:pt x="5862" y="5692"/>
                  </a:cubicBezTo>
                  <a:cubicBezTo>
                    <a:pt x="6052" y="5498"/>
                    <a:pt x="6223" y="5290"/>
                    <a:pt x="6368" y="5060"/>
                  </a:cubicBezTo>
                  <a:cubicBezTo>
                    <a:pt x="6360" y="5048"/>
                    <a:pt x="6350" y="5036"/>
                    <a:pt x="6341" y="5024"/>
                  </a:cubicBezTo>
                  <a:cubicBezTo>
                    <a:pt x="6179" y="5049"/>
                    <a:pt x="6125" y="5192"/>
                    <a:pt x="6035" y="5299"/>
                  </a:cubicBezTo>
                  <a:cubicBezTo>
                    <a:pt x="6022" y="5313"/>
                    <a:pt x="6011" y="5321"/>
                    <a:pt x="6002" y="5323"/>
                  </a:cubicBezTo>
                  <a:cubicBezTo>
                    <a:pt x="6014" y="5320"/>
                    <a:pt x="6023" y="5311"/>
                    <a:pt x="6030" y="5297"/>
                  </a:cubicBezTo>
                  <a:cubicBezTo>
                    <a:pt x="6063" y="5258"/>
                    <a:pt x="6047" y="5206"/>
                    <a:pt x="6105" y="5155"/>
                  </a:cubicBezTo>
                  <a:cubicBezTo>
                    <a:pt x="6264" y="5015"/>
                    <a:pt x="6458" y="4880"/>
                    <a:pt x="6543" y="4690"/>
                  </a:cubicBezTo>
                  <a:cubicBezTo>
                    <a:pt x="6584" y="4599"/>
                    <a:pt x="6624" y="4507"/>
                    <a:pt x="6661" y="4413"/>
                  </a:cubicBezTo>
                  <a:lnTo>
                    <a:pt x="6661" y="4413"/>
                  </a:lnTo>
                  <a:cubicBezTo>
                    <a:pt x="6666" y="4441"/>
                    <a:pt x="6682" y="4469"/>
                    <a:pt x="6716" y="4496"/>
                  </a:cubicBezTo>
                  <a:cubicBezTo>
                    <a:pt x="6897" y="4359"/>
                    <a:pt x="7024" y="4183"/>
                    <a:pt x="7091" y="3967"/>
                  </a:cubicBezTo>
                  <a:cubicBezTo>
                    <a:pt x="7105" y="3884"/>
                    <a:pt x="7177" y="3814"/>
                    <a:pt x="7136" y="3721"/>
                  </a:cubicBezTo>
                  <a:cubicBezTo>
                    <a:pt x="7129" y="3701"/>
                    <a:pt x="7125" y="3676"/>
                    <a:pt x="7132" y="3653"/>
                  </a:cubicBezTo>
                  <a:lnTo>
                    <a:pt x="7132" y="3653"/>
                  </a:lnTo>
                  <a:cubicBezTo>
                    <a:pt x="7136" y="3679"/>
                    <a:pt x="7136" y="3705"/>
                    <a:pt x="7145" y="3729"/>
                  </a:cubicBezTo>
                  <a:cubicBezTo>
                    <a:pt x="7156" y="3764"/>
                    <a:pt x="7176" y="3789"/>
                    <a:pt x="7217" y="3790"/>
                  </a:cubicBezTo>
                  <a:cubicBezTo>
                    <a:pt x="7405" y="3640"/>
                    <a:pt x="7497" y="3417"/>
                    <a:pt x="7632" y="3227"/>
                  </a:cubicBezTo>
                  <a:lnTo>
                    <a:pt x="7632" y="3227"/>
                  </a:lnTo>
                  <a:cubicBezTo>
                    <a:pt x="7592" y="3257"/>
                    <a:pt x="7538" y="3279"/>
                    <a:pt x="7494" y="3279"/>
                  </a:cubicBezTo>
                  <a:cubicBezTo>
                    <a:pt x="7463" y="3279"/>
                    <a:pt x="7437" y="3268"/>
                    <a:pt x="7425" y="3239"/>
                  </a:cubicBezTo>
                  <a:cubicBezTo>
                    <a:pt x="7398" y="3169"/>
                    <a:pt x="7414" y="3047"/>
                    <a:pt x="7532" y="3003"/>
                  </a:cubicBezTo>
                  <a:cubicBezTo>
                    <a:pt x="7562" y="2991"/>
                    <a:pt x="7588" y="2954"/>
                    <a:pt x="7618" y="2951"/>
                  </a:cubicBezTo>
                  <a:cubicBezTo>
                    <a:pt x="7767" y="2945"/>
                    <a:pt x="7778" y="2841"/>
                    <a:pt x="7834" y="2688"/>
                  </a:cubicBezTo>
                  <a:lnTo>
                    <a:pt x="7834" y="2688"/>
                  </a:lnTo>
                  <a:cubicBezTo>
                    <a:pt x="7579" y="2822"/>
                    <a:pt x="7380" y="2927"/>
                    <a:pt x="7180" y="3032"/>
                  </a:cubicBezTo>
                  <a:cubicBezTo>
                    <a:pt x="7329" y="2900"/>
                    <a:pt x="7318" y="2585"/>
                    <a:pt x="7592" y="2585"/>
                  </a:cubicBezTo>
                  <a:cubicBezTo>
                    <a:pt x="7642" y="2585"/>
                    <a:pt x="7700" y="2595"/>
                    <a:pt x="7771" y="2618"/>
                  </a:cubicBezTo>
                  <a:cubicBezTo>
                    <a:pt x="7615" y="2503"/>
                    <a:pt x="7512" y="2445"/>
                    <a:pt x="7440" y="2445"/>
                  </a:cubicBezTo>
                  <a:cubicBezTo>
                    <a:pt x="7356" y="2445"/>
                    <a:pt x="7315" y="2525"/>
                    <a:pt x="7284" y="2687"/>
                  </a:cubicBezTo>
                  <a:cubicBezTo>
                    <a:pt x="7260" y="2805"/>
                    <a:pt x="7185" y="2874"/>
                    <a:pt x="7087" y="2911"/>
                  </a:cubicBezTo>
                  <a:cubicBezTo>
                    <a:pt x="7075" y="2915"/>
                    <a:pt x="7064" y="2917"/>
                    <a:pt x="7054" y="2917"/>
                  </a:cubicBezTo>
                  <a:cubicBezTo>
                    <a:pt x="7008" y="2917"/>
                    <a:pt x="6974" y="2875"/>
                    <a:pt x="6968" y="2816"/>
                  </a:cubicBezTo>
                  <a:cubicBezTo>
                    <a:pt x="6980" y="2802"/>
                    <a:pt x="6998" y="2797"/>
                    <a:pt x="7017" y="2797"/>
                  </a:cubicBezTo>
                  <a:cubicBezTo>
                    <a:pt x="7049" y="2797"/>
                    <a:pt x="7086" y="2810"/>
                    <a:pt x="7113" y="2810"/>
                  </a:cubicBezTo>
                  <a:cubicBezTo>
                    <a:pt x="7141" y="2810"/>
                    <a:pt x="7159" y="2797"/>
                    <a:pt x="7152" y="2747"/>
                  </a:cubicBezTo>
                  <a:cubicBezTo>
                    <a:pt x="7125" y="2541"/>
                    <a:pt x="6908" y="2667"/>
                    <a:pt x="6787" y="2579"/>
                  </a:cubicBezTo>
                  <a:lnTo>
                    <a:pt x="6787" y="2579"/>
                  </a:lnTo>
                  <a:cubicBezTo>
                    <a:pt x="6904" y="2679"/>
                    <a:pt x="6887" y="2772"/>
                    <a:pt x="6814" y="2872"/>
                  </a:cubicBezTo>
                  <a:cubicBezTo>
                    <a:pt x="6757" y="2949"/>
                    <a:pt x="6713" y="3031"/>
                    <a:pt x="6708" y="3134"/>
                  </a:cubicBezTo>
                  <a:cubicBezTo>
                    <a:pt x="6705" y="3221"/>
                    <a:pt x="6685" y="3312"/>
                    <a:pt x="6565" y="3312"/>
                  </a:cubicBezTo>
                  <a:cubicBezTo>
                    <a:pt x="6565" y="3312"/>
                    <a:pt x="6564" y="3312"/>
                    <a:pt x="6563" y="3312"/>
                  </a:cubicBezTo>
                  <a:cubicBezTo>
                    <a:pt x="6562" y="3312"/>
                    <a:pt x="6562" y="3312"/>
                    <a:pt x="6561" y="3312"/>
                  </a:cubicBezTo>
                  <a:cubicBezTo>
                    <a:pt x="6488" y="3312"/>
                    <a:pt x="6473" y="3366"/>
                    <a:pt x="6439" y="3421"/>
                  </a:cubicBezTo>
                  <a:cubicBezTo>
                    <a:pt x="6341" y="3583"/>
                    <a:pt x="6204" y="3724"/>
                    <a:pt x="6165" y="3921"/>
                  </a:cubicBezTo>
                  <a:cubicBezTo>
                    <a:pt x="6149" y="3919"/>
                    <a:pt x="6134" y="3917"/>
                    <a:pt x="6120" y="3917"/>
                  </a:cubicBezTo>
                  <a:cubicBezTo>
                    <a:pt x="5892" y="3917"/>
                    <a:pt x="5797" y="4197"/>
                    <a:pt x="5566" y="4208"/>
                  </a:cubicBezTo>
                  <a:cubicBezTo>
                    <a:pt x="5547" y="4108"/>
                    <a:pt x="5624" y="4043"/>
                    <a:pt x="5676" y="4022"/>
                  </a:cubicBezTo>
                  <a:cubicBezTo>
                    <a:pt x="5895" y="3936"/>
                    <a:pt x="5868" y="3801"/>
                    <a:pt x="5777" y="3642"/>
                  </a:cubicBezTo>
                  <a:cubicBezTo>
                    <a:pt x="5563" y="3601"/>
                    <a:pt x="5717" y="3411"/>
                    <a:pt x="5628" y="3312"/>
                  </a:cubicBezTo>
                  <a:lnTo>
                    <a:pt x="5628" y="3312"/>
                  </a:lnTo>
                  <a:cubicBezTo>
                    <a:pt x="5671" y="3328"/>
                    <a:pt x="5709" y="3336"/>
                    <a:pt x="5744" y="3336"/>
                  </a:cubicBezTo>
                  <a:cubicBezTo>
                    <a:pt x="5854" y="3336"/>
                    <a:pt x="5922" y="3261"/>
                    <a:pt x="5972" y="3158"/>
                  </a:cubicBezTo>
                  <a:cubicBezTo>
                    <a:pt x="6002" y="3098"/>
                    <a:pt x="6001" y="3028"/>
                    <a:pt x="6077" y="2990"/>
                  </a:cubicBezTo>
                  <a:cubicBezTo>
                    <a:pt x="6270" y="2896"/>
                    <a:pt x="6301" y="2809"/>
                    <a:pt x="6217" y="2621"/>
                  </a:cubicBezTo>
                  <a:cubicBezTo>
                    <a:pt x="6197" y="2574"/>
                    <a:pt x="6192" y="2539"/>
                    <a:pt x="6242" y="2513"/>
                  </a:cubicBezTo>
                  <a:cubicBezTo>
                    <a:pt x="6372" y="2449"/>
                    <a:pt x="6279" y="2446"/>
                    <a:pt x="6227" y="2394"/>
                  </a:cubicBezTo>
                  <a:cubicBezTo>
                    <a:pt x="6177" y="2345"/>
                    <a:pt x="6179" y="2244"/>
                    <a:pt x="6142" y="2103"/>
                  </a:cubicBezTo>
                  <a:lnTo>
                    <a:pt x="6142" y="2103"/>
                  </a:lnTo>
                  <a:cubicBezTo>
                    <a:pt x="6383" y="2309"/>
                    <a:pt x="6544" y="2482"/>
                    <a:pt x="6514" y="2763"/>
                  </a:cubicBezTo>
                  <a:cubicBezTo>
                    <a:pt x="6779" y="2719"/>
                    <a:pt x="6387" y="2417"/>
                    <a:pt x="6688" y="2414"/>
                  </a:cubicBezTo>
                  <a:cubicBezTo>
                    <a:pt x="6647" y="2305"/>
                    <a:pt x="6462" y="2351"/>
                    <a:pt x="6500" y="2218"/>
                  </a:cubicBezTo>
                  <a:cubicBezTo>
                    <a:pt x="6527" y="2121"/>
                    <a:pt x="6644" y="2118"/>
                    <a:pt x="6735" y="2085"/>
                  </a:cubicBezTo>
                  <a:cubicBezTo>
                    <a:pt x="6849" y="2043"/>
                    <a:pt x="6989" y="2003"/>
                    <a:pt x="7051" y="1839"/>
                  </a:cubicBezTo>
                  <a:lnTo>
                    <a:pt x="7051" y="1839"/>
                  </a:lnTo>
                  <a:cubicBezTo>
                    <a:pt x="6967" y="1847"/>
                    <a:pt x="6885" y="1883"/>
                    <a:pt x="6812" y="1883"/>
                  </a:cubicBezTo>
                  <a:cubicBezTo>
                    <a:pt x="6753" y="1883"/>
                    <a:pt x="6700" y="1860"/>
                    <a:pt x="6657" y="1780"/>
                  </a:cubicBezTo>
                  <a:lnTo>
                    <a:pt x="6656" y="1778"/>
                  </a:lnTo>
                  <a:cubicBezTo>
                    <a:pt x="6673" y="1656"/>
                    <a:pt x="6945" y="1714"/>
                    <a:pt x="6842" y="1532"/>
                  </a:cubicBezTo>
                  <a:cubicBezTo>
                    <a:pt x="6762" y="1388"/>
                    <a:pt x="6657" y="1301"/>
                    <a:pt x="6525" y="1301"/>
                  </a:cubicBezTo>
                  <a:cubicBezTo>
                    <a:pt x="6445" y="1301"/>
                    <a:pt x="6356" y="1332"/>
                    <a:pt x="6257" y="1400"/>
                  </a:cubicBezTo>
                  <a:cubicBezTo>
                    <a:pt x="6344" y="1152"/>
                    <a:pt x="6496" y="1021"/>
                    <a:pt x="6663" y="1021"/>
                  </a:cubicBezTo>
                  <a:cubicBezTo>
                    <a:pt x="6710" y="1021"/>
                    <a:pt x="6758" y="1032"/>
                    <a:pt x="6806" y="1052"/>
                  </a:cubicBezTo>
                  <a:cubicBezTo>
                    <a:pt x="6825" y="1061"/>
                    <a:pt x="6841" y="1065"/>
                    <a:pt x="6853" y="1065"/>
                  </a:cubicBezTo>
                  <a:cubicBezTo>
                    <a:pt x="6924" y="1065"/>
                    <a:pt x="6881" y="937"/>
                    <a:pt x="6946" y="932"/>
                  </a:cubicBezTo>
                  <a:cubicBezTo>
                    <a:pt x="6746" y="755"/>
                    <a:pt x="6984" y="678"/>
                    <a:pt x="7058" y="559"/>
                  </a:cubicBezTo>
                  <a:cubicBezTo>
                    <a:pt x="7047" y="557"/>
                    <a:pt x="7036" y="556"/>
                    <a:pt x="7026" y="556"/>
                  </a:cubicBezTo>
                  <a:cubicBezTo>
                    <a:pt x="6865" y="556"/>
                    <a:pt x="6837" y="766"/>
                    <a:pt x="6669" y="766"/>
                  </a:cubicBezTo>
                  <a:cubicBezTo>
                    <a:pt x="6667" y="766"/>
                    <a:pt x="6665" y="766"/>
                    <a:pt x="6663" y="766"/>
                  </a:cubicBezTo>
                  <a:cubicBezTo>
                    <a:pt x="6809" y="575"/>
                    <a:pt x="7018" y="464"/>
                    <a:pt x="7066" y="230"/>
                  </a:cubicBezTo>
                  <a:cubicBezTo>
                    <a:pt x="7073" y="196"/>
                    <a:pt x="7099" y="174"/>
                    <a:pt x="7130" y="174"/>
                  </a:cubicBezTo>
                  <a:cubicBezTo>
                    <a:pt x="7142" y="174"/>
                    <a:pt x="7155" y="178"/>
                    <a:pt x="7169" y="186"/>
                  </a:cubicBezTo>
                  <a:cubicBezTo>
                    <a:pt x="7227" y="222"/>
                    <a:pt x="7278" y="238"/>
                    <a:pt x="7324" y="238"/>
                  </a:cubicBezTo>
                  <a:cubicBezTo>
                    <a:pt x="7424" y="238"/>
                    <a:pt x="7500" y="163"/>
                    <a:pt x="7567" y="60"/>
                  </a:cubicBezTo>
                  <a:cubicBezTo>
                    <a:pt x="7551" y="54"/>
                    <a:pt x="7536" y="48"/>
                    <a:pt x="7519" y="43"/>
                  </a:cubicBezTo>
                  <a:cubicBezTo>
                    <a:pt x="7416" y="15"/>
                    <a:pt x="7333" y="0"/>
                    <a:pt x="7264" y="0"/>
                  </a:cubicBezTo>
                  <a:close/>
                </a:path>
              </a:pathLst>
            </a:custGeom>
            <a:solidFill>
              <a:srgbClr val="F088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7128375" y="1149275"/>
              <a:ext cx="18475" cy="124525"/>
            </a:xfrm>
            <a:custGeom>
              <a:avLst/>
              <a:gdLst/>
              <a:ahLst/>
              <a:cxnLst/>
              <a:rect l="l" t="t" r="r" b="b"/>
              <a:pathLst>
                <a:path w="739" h="4981" extrusionOk="0">
                  <a:moveTo>
                    <a:pt x="484" y="1"/>
                  </a:moveTo>
                  <a:cubicBezTo>
                    <a:pt x="459" y="1"/>
                    <a:pt x="433" y="2"/>
                    <a:pt x="408" y="6"/>
                  </a:cubicBezTo>
                  <a:cubicBezTo>
                    <a:pt x="83" y="667"/>
                    <a:pt x="12" y="1363"/>
                    <a:pt x="17" y="2098"/>
                  </a:cubicBezTo>
                  <a:cubicBezTo>
                    <a:pt x="25" y="3063"/>
                    <a:pt x="1" y="4022"/>
                    <a:pt x="254" y="4964"/>
                  </a:cubicBezTo>
                  <a:cubicBezTo>
                    <a:pt x="273" y="4975"/>
                    <a:pt x="291" y="4981"/>
                    <a:pt x="306" y="4981"/>
                  </a:cubicBezTo>
                  <a:cubicBezTo>
                    <a:pt x="336" y="4981"/>
                    <a:pt x="360" y="4961"/>
                    <a:pt x="377" y="4924"/>
                  </a:cubicBezTo>
                  <a:cubicBezTo>
                    <a:pt x="386" y="4372"/>
                    <a:pt x="411" y="3818"/>
                    <a:pt x="404" y="3266"/>
                  </a:cubicBezTo>
                  <a:cubicBezTo>
                    <a:pt x="400" y="3075"/>
                    <a:pt x="481" y="2856"/>
                    <a:pt x="341" y="2672"/>
                  </a:cubicBezTo>
                  <a:cubicBezTo>
                    <a:pt x="323" y="2523"/>
                    <a:pt x="337" y="2374"/>
                    <a:pt x="375" y="2228"/>
                  </a:cubicBezTo>
                  <a:cubicBezTo>
                    <a:pt x="409" y="2161"/>
                    <a:pt x="374" y="2102"/>
                    <a:pt x="353" y="2040"/>
                  </a:cubicBezTo>
                  <a:lnTo>
                    <a:pt x="358" y="1967"/>
                  </a:lnTo>
                  <a:cubicBezTo>
                    <a:pt x="379" y="1913"/>
                    <a:pt x="237" y="1860"/>
                    <a:pt x="366" y="1800"/>
                  </a:cubicBezTo>
                  <a:cubicBezTo>
                    <a:pt x="436" y="1767"/>
                    <a:pt x="473" y="1687"/>
                    <a:pt x="473" y="1604"/>
                  </a:cubicBezTo>
                  <a:cubicBezTo>
                    <a:pt x="474" y="1287"/>
                    <a:pt x="511" y="974"/>
                    <a:pt x="582" y="665"/>
                  </a:cubicBezTo>
                  <a:cubicBezTo>
                    <a:pt x="593" y="490"/>
                    <a:pt x="633" y="319"/>
                    <a:pt x="699" y="158"/>
                  </a:cubicBezTo>
                  <a:cubicBezTo>
                    <a:pt x="739" y="59"/>
                    <a:pt x="727" y="9"/>
                    <a:pt x="614" y="6"/>
                  </a:cubicBezTo>
                  <a:cubicBezTo>
                    <a:pt x="571" y="5"/>
                    <a:pt x="527" y="1"/>
                    <a:pt x="484" y="1"/>
                  </a:cubicBezTo>
                  <a:close/>
                </a:path>
              </a:pathLst>
            </a:custGeom>
            <a:solidFill>
              <a:srgbClr val="F29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7134725" y="1269225"/>
              <a:ext cx="25425" cy="71600"/>
            </a:xfrm>
            <a:custGeom>
              <a:avLst/>
              <a:gdLst/>
              <a:ahLst/>
              <a:cxnLst/>
              <a:rect l="l" t="t" r="r" b="b"/>
              <a:pathLst>
                <a:path w="1017" h="2864" extrusionOk="0">
                  <a:moveTo>
                    <a:pt x="249" y="0"/>
                  </a:moveTo>
                  <a:cubicBezTo>
                    <a:pt x="184" y="0"/>
                    <a:pt x="132" y="43"/>
                    <a:pt x="99" y="145"/>
                  </a:cubicBezTo>
                  <a:cubicBezTo>
                    <a:pt x="66" y="152"/>
                    <a:pt x="32" y="159"/>
                    <a:pt x="0" y="166"/>
                  </a:cubicBezTo>
                  <a:cubicBezTo>
                    <a:pt x="10" y="252"/>
                    <a:pt x="17" y="339"/>
                    <a:pt x="32" y="424"/>
                  </a:cubicBezTo>
                  <a:cubicBezTo>
                    <a:pt x="166" y="1181"/>
                    <a:pt x="301" y="1937"/>
                    <a:pt x="436" y="2694"/>
                  </a:cubicBezTo>
                  <a:cubicBezTo>
                    <a:pt x="492" y="2742"/>
                    <a:pt x="526" y="2864"/>
                    <a:pt x="597" y="2864"/>
                  </a:cubicBezTo>
                  <a:cubicBezTo>
                    <a:pt x="627" y="2864"/>
                    <a:pt x="665" y="2841"/>
                    <a:pt x="714" y="2781"/>
                  </a:cubicBezTo>
                  <a:lnTo>
                    <a:pt x="714" y="2781"/>
                  </a:lnTo>
                  <a:cubicBezTo>
                    <a:pt x="704" y="2821"/>
                    <a:pt x="727" y="2842"/>
                    <a:pt x="759" y="2857"/>
                  </a:cubicBezTo>
                  <a:cubicBezTo>
                    <a:pt x="760" y="2857"/>
                    <a:pt x="761" y="2857"/>
                    <a:pt x="762" y="2857"/>
                  </a:cubicBezTo>
                  <a:cubicBezTo>
                    <a:pt x="882" y="2857"/>
                    <a:pt x="1016" y="2782"/>
                    <a:pt x="905" y="2690"/>
                  </a:cubicBezTo>
                  <a:cubicBezTo>
                    <a:pt x="691" y="2512"/>
                    <a:pt x="722" y="2273"/>
                    <a:pt x="660" y="2057"/>
                  </a:cubicBezTo>
                  <a:cubicBezTo>
                    <a:pt x="625" y="1937"/>
                    <a:pt x="609" y="1824"/>
                    <a:pt x="744" y="1738"/>
                  </a:cubicBezTo>
                  <a:cubicBezTo>
                    <a:pt x="847" y="1671"/>
                    <a:pt x="786" y="1604"/>
                    <a:pt x="710" y="1562"/>
                  </a:cubicBezTo>
                  <a:cubicBezTo>
                    <a:pt x="664" y="1537"/>
                    <a:pt x="612" y="1529"/>
                    <a:pt x="558" y="1529"/>
                  </a:cubicBezTo>
                  <a:cubicBezTo>
                    <a:pt x="540" y="1529"/>
                    <a:pt x="521" y="1530"/>
                    <a:pt x="502" y="1532"/>
                  </a:cubicBezTo>
                  <a:cubicBezTo>
                    <a:pt x="533" y="1459"/>
                    <a:pt x="655" y="1406"/>
                    <a:pt x="575" y="1313"/>
                  </a:cubicBezTo>
                  <a:cubicBezTo>
                    <a:pt x="487" y="1211"/>
                    <a:pt x="515" y="1100"/>
                    <a:pt x="516" y="991"/>
                  </a:cubicBezTo>
                  <a:cubicBezTo>
                    <a:pt x="517" y="795"/>
                    <a:pt x="526" y="595"/>
                    <a:pt x="241" y="569"/>
                  </a:cubicBezTo>
                  <a:cubicBezTo>
                    <a:pt x="338" y="404"/>
                    <a:pt x="516" y="309"/>
                    <a:pt x="448" y="113"/>
                  </a:cubicBezTo>
                  <a:cubicBezTo>
                    <a:pt x="436" y="89"/>
                    <a:pt x="419" y="69"/>
                    <a:pt x="398" y="53"/>
                  </a:cubicBezTo>
                  <a:cubicBezTo>
                    <a:pt x="343" y="20"/>
                    <a:pt x="293" y="0"/>
                    <a:pt x="249" y="0"/>
                  </a:cubicBezTo>
                  <a:close/>
                </a:path>
              </a:pathLst>
            </a:custGeom>
            <a:solidFill>
              <a:srgbClr val="F193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7145625" y="1336550"/>
              <a:ext cx="18525" cy="50575"/>
            </a:xfrm>
            <a:custGeom>
              <a:avLst/>
              <a:gdLst/>
              <a:ahLst/>
              <a:cxnLst/>
              <a:rect l="l" t="t" r="r" b="b"/>
              <a:pathLst>
                <a:path w="741" h="2023" extrusionOk="0">
                  <a:moveTo>
                    <a:pt x="0" y="1"/>
                  </a:moveTo>
                  <a:cubicBezTo>
                    <a:pt x="197" y="677"/>
                    <a:pt x="369" y="1362"/>
                    <a:pt x="618" y="2023"/>
                  </a:cubicBezTo>
                  <a:cubicBezTo>
                    <a:pt x="643" y="1977"/>
                    <a:pt x="669" y="1931"/>
                    <a:pt x="695" y="1884"/>
                  </a:cubicBezTo>
                  <a:cubicBezTo>
                    <a:pt x="741" y="1633"/>
                    <a:pt x="731" y="1386"/>
                    <a:pt x="620" y="1152"/>
                  </a:cubicBezTo>
                  <a:cubicBezTo>
                    <a:pt x="497" y="890"/>
                    <a:pt x="440" y="616"/>
                    <a:pt x="431" y="329"/>
                  </a:cubicBezTo>
                  <a:cubicBezTo>
                    <a:pt x="415" y="251"/>
                    <a:pt x="385" y="182"/>
                    <a:pt x="310" y="143"/>
                  </a:cubicBezTo>
                  <a:cubicBezTo>
                    <a:pt x="207" y="96"/>
                    <a:pt x="103" y="48"/>
                    <a:pt x="0" y="1"/>
                  </a:cubicBezTo>
                  <a:close/>
                </a:path>
              </a:pathLst>
            </a:custGeom>
            <a:solidFill>
              <a:srgbClr val="F29D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7138575" y="1138650"/>
              <a:ext cx="17775" cy="27675"/>
            </a:xfrm>
            <a:custGeom>
              <a:avLst/>
              <a:gdLst/>
              <a:ahLst/>
              <a:cxnLst/>
              <a:rect l="l" t="t" r="r" b="b"/>
              <a:pathLst>
                <a:path w="711" h="1107" extrusionOk="0">
                  <a:moveTo>
                    <a:pt x="278" y="1"/>
                  </a:moveTo>
                  <a:cubicBezTo>
                    <a:pt x="242" y="1"/>
                    <a:pt x="197" y="35"/>
                    <a:pt x="131" y="98"/>
                  </a:cubicBezTo>
                  <a:cubicBezTo>
                    <a:pt x="87" y="209"/>
                    <a:pt x="43" y="319"/>
                    <a:pt x="0" y="431"/>
                  </a:cubicBezTo>
                  <a:cubicBezTo>
                    <a:pt x="29" y="489"/>
                    <a:pt x="70" y="502"/>
                    <a:pt x="115" y="502"/>
                  </a:cubicBezTo>
                  <a:cubicBezTo>
                    <a:pt x="152" y="502"/>
                    <a:pt x="192" y="493"/>
                    <a:pt x="230" y="493"/>
                  </a:cubicBezTo>
                  <a:cubicBezTo>
                    <a:pt x="246" y="493"/>
                    <a:pt x="262" y="495"/>
                    <a:pt x="277" y="500"/>
                  </a:cubicBezTo>
                  <a:cubicBezTo>
                    <a:pt x="121" y="683"/>
                    <a:pt x="103" y="887"/>
                    <a:pt x="162" y="1106"/>
                  </a:cubicBezTo>
                  <a:cubicBezTo>
                    <a:pt x="164" y="1106"/>
                    <a:pt x="166" y="1107"/>
                    <a:pt x="167" y="1107"/>
                  </a:cubicBezTo>
                  <a:cubicBezTo>
                    <a:pt x="188" y="1107"/>
                    <a:pt x="200" y="1095"/>
                    <a:pt x="201" y="1072"/>
                  </a:cubicBezTo>
                  <a:cubicBezTo>
                    <a:pt x="190" y="1004"/>
                    <a:pt x="252" y="1023"/>
                    <a:pt x="281" y="1003"/>
                  </a:cubicBezTo>
                  <a:cubicBezTo>
                    <a:pt x="305" y="855"/>
                    <a:pt x="522" y="834"/>
                    <a:pt x="524" y="724"/>
                  </a:cubicBezTo>
                  <a:cubicBezTo>
                    <a:pt x="525" y="520"/>
                    <a:pt x="633" y="366"/>
                    <a:pt x="694" y="190"/>
                  </a:cubicBezTo>
                  <a:cubicBezTo>
                    <a:pt x="711" y="140"/>
                    <a:pt x="706" y="86"/>
                    <a:pt x="649" y="56"/>
                  </a:cubicBezTo>
                  <a:cubicBezTo>
                    <a:pt x="536" y="74"/>
                    <a:pt x="480" y="164"/>
                    <a:pt x="410" y="239"/>
                  </a:cubicBezTo>
                  <a:cubicBezTo>
                    <a:pt x="363" y="74"/>
                    <a:pt x="331" y="1"/>
                    <a:pt x="278" y="1"/>
                  </a:cubicBezTo>
                  <a:close/>
                </a:path>
              </a:pathLst>
            </a:custGeom>
            <a:solidFill>
              <a:srgbClr val="F18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7141825" y="1128725"/>
              <a:ext cx="14250" cy="20300"/>
            </a:xfrm>
            <a:custGeom>
              <a:avLst/>
              <a:gdLst/>
              <a:ahLst/>
              <a:cxnLst/>
              <a:rect l="l" t="t" r="r" b="b"/>
              <a:pathLst>
                <a:path w="570" h="812" extrusionOk="0">
                  <a:moveTo>
                    <a:pt x="198" y="0"/>
                  </a:moveTo>
                  <a:cubicBezTo>
                    <a:pt x="131" y="165"/>
                    <a:pt x="66" y="330"/>
                    <a:pt x="1" y="495"/>
                  </a:cubicBezTo>
                  <a:cubicBezTo>
                    <a:pt x="46" y="454"/>
                    <a:pt x="82" y="435"/>
                    <a:pt x="112" y="435"/>
                  </a:cubicBezTo>
                  <a:cubicBezTo>
                    <a:pt x="159" y="435"/>
                    <a:pt x="189" y="483"/>
                    <a:pt x="209" y="570"/>
                  </a:cubicBezTo>
                  <a:cubicBezTo>
                    <a:pt x="225" y="646"/>
                    <a:pt x="157" y="742"/>
                    <a:pt x="271" y="812"/>
                  </a:cubicBezTo>
                  <a:cubicBezTo>
                    <a:pt x="306" y="654"/>
                    <a:pt x="429" y="570"/>
                    <a:pt x="521" y="462"/>
                  </a:cubicBezTo>
                  <a:cubicBezTo>
                    <a:pt x="564" y="412"/>
                    <a:pt x="569" y="352"/>
                    <a:pt x="564" y="289"/>
                  </a:cubicBezTo>
                  <a:cubicBezTo>
                    <a:pt x="451" y="181"/>
                    <a:pt x="295" y="128"/>
                    <a:pt x="198" y="0"/>
                  </a:cubicBezTo>
                  <a:close/>
                </a:path>
              </a:pathLst>
            </a:custGeom>
            <a:solidFill>
              <a:srgbClr val="F29D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7180900" y="1438350"/>
              <a:ext cx="16900" cy="9050"/>
            </a:xfrm>
            <a:custGeom>
              <a:avLst/>
              <a:gdLst/>
              <a:ahLst/>
              <a:cxnLst/>
              <a:rect l="l" t="t" r="r" b="b"/>
              <a:pathLst>
                <a:path w="676" h="362" extrusionOk="0">
                  <a:moveTo>
                    <a:pt x="668" y="0"/>
                  </a:moveTo>
                  <a:cubicBezTo>
                    <a:pt x="511" y="0"/>
                    <a:pt x="357" y="71"/>
                    <a:pt x="200" y="71"/>
                  </a:cubicBezTo>
                  <a:cubicBezTo>
                    <a:pt x="137" y="71"/>
                    <a:pt x="73" y="59"/>
                    <a:pt x="8" y="27"/>
                  </a:cubicBezTo>
                  <a:lnTo>
                    <a:pt x="8" y="27"/>
                  </a:lnTo>
                  <a:cubicBezTo>
                    <a:pt x="0" y="159"/>
                    <a:pt x="29" y="313"/>
                    <a:pt x="139" y="354"/>
                  </a:cubicBezTo>
                  <a:cubicBezTo>
                    <a:pt x="152" y="359"/>
                    <a:pt x="166" y="362"/>
                    <a:pt x="181" y="362"/>
                  </a:cubicBezTo>
                  <a:cubicBezTo>
                    <a:pt x="267" y="362"/>
                    <a:pt x="368" y="279"/>
                    <a:pt x="443" y="204"/>
                  </a:cubicBezTo>
                  <a:cubicBezTo>
                    <a:pt x="489" y="155"/>
                    <a:pt x="547" y="117"/>
                    <a:pt x="600" y="74"/>
                  </a:cubicBezTo>
                  <a:lnTo>
                    <a:pt x="675" y="0"/>
                  </a:lnTo>
                  <a:cubicBezTo>
                    <a:pt x="673" y="0"/>
                    <a:pt x="670" y="0"/>
                    <a:pt x="668" y="0"/>
                  </a:cubicBezTo>
                  <a:close/>
                </a:path>
              </a:pathLst>
            </a:custGeom>
            <a:solidFill>
              <a:srgbClr val="F5B1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7146750" y="1125275"/>
              <a:ext cx="12550" cy="11300"/>
            </a:xfrm>
            <a:custGeom>
              <a:avLst/>
              <a:gdLst/>
              <a:ahLst/>
              <a:cxnLst/>
              <a:rect l="l" t="t" r="r" b="b"/>
              <a:pathLst>
                <a:path w="502" h="452" extrusionOk="0">
                  <a:moveTo>
                    <a:pt x="187" y="1"/>
                  </a:moveTo>
                  <a:cubicBezTo>
                    <a:pt x="155" y="1"/>
                    <a:pt x="115" y="18"/>
                    <a:pt x="67" y="60"/>
                  </a:cubicBezTo>
                  <a:cubicBezTo>
                    <a:pt x="45" y="85"/>
                    <a:pt x="23" y="112"/>
                    <a:pt x="1" y="138"/>
                  </a:cubicBezTo>
                  <a:cubicBezTo>
                    <a:pt x="21" y="340"/>
                    <a:pt x="173" y="402"/>
                    <a:pt x="336" y="452"/>
                  </a:cubicBezTo>
                  <a:cubicBezTo>
                    <a:pt x="453" y="416"/>
                    <a:pt x="502" y="352"/>
                    <a:pt x="428" y="236"/>
                  </a:cubicBezTo>
                  <a:lnTo>
                    <a:pt x="428" y="236"/>
                  </a:lnTo>
                  <a:cubicBezTo>
                    <a:pt x="402" y="253"/>
                    <a:pt x="384" y="259"/>
                    <a:pt x="371" y="259"/>
                  </a:cubicBezTo>
                  <a:cubicBezTo>
                    <a:pt x="333" y="259"/>
                    <a:pt x="344" y="197"/>
                    <a:pt x="329" y="161"/>
                  </a:cubicBezTo>
                  <a:cubicBezTo>
                    <a:pt x="295" y="77"/>
                    <a:pt x="256" y="1"/>
                    <a:pt x="187" y="1"/>
                  </a:cubicBezTo>
                  <a:close/>
                </a:path>
              </a:pathLst>
            </a:custGeom>
            <a:solidFill>
              <a:srgbClr val="F18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7224750" y="1375575"/>
              <a:ext cx="26525" cy="17425"/>
            </a:xfrm>
            <a:custGeom>
              <a:avLst/>
              <a:gdLst/>
              <a:ahLst/>
              <a:cxnLst/>
              <a:rect l="l" t="t" r="r" b="b"/>
              <a:pathLst>
                <a:path w="1061" h="697" extrusionOk="0">
                  <a:moveTo>
                    <a:pt x="570" y="0"/>
                  </a:moveTo>
                  <a:cubicBezTo>
                    <a:pt x="461" y="66"/>
                    <a:pt x="352" y="130"/>
                    <a:pt x="245" y="197"/>
                  </a:cubicBezTo>
                  <a:cubicBezTo>
                    <a:pt x="205" y="223"/>
                    <a:pt x="100" y="211"/>
                    <a:pt x="124" y="245"/>
                  </a:cubicBezTo>
                  <a:cubicBezTo>
                    <a:pt x="271" y="443"/>
                    <a:pt x="31" y="498"/>
                    <a:pt x="0" y="626"/>
                  </a:cubicBezTo>
                  <a:cubicBezTo>
                    <a:pt x="11" y="640"/>
                    <a:pt x="24" y="653"/>
                    <a:pt x="35" y="666"/>
                  </a:cubicBezTo>
                  <a:cubicBezTo>
                    <a:pt x="80" y="687"/>
                    <a:pt x="120" y="696"/>
                    <a:pt x="157" y="696"/>
                  </a:cubicBezTo>
                  <a:cubicBezTo>
                    <a:pt x="289" y="696"/>
                    <a:pt x="375" y="578"/>
                    <a:pt x="466" y="441"/>
                  </a:cubicBezTo>
                  <a:cubicBezTo>
                    <a:pt x="489" y="565"/>
                    <a:pt x="477" y="672"/>
                    <a:pt x="601" y="672"/>
                  </a:cubicBezTo>
                  <a:cubicBezTo>
                    <a:pt x="613" y="672"/>
                    <a:pt x="627" y="671"/>
                    <a:pt x="642" y="669"/>
                  </a:cubicBezTo>
                  <a:cubicBezTo>
                    <a:pt x="773" y="649"/>
                    <a:pt x="777" y="583"/>
                    <a:pt x="764" y="491"/>
                  </a:cubicBezTo>
                  <a:cubicBezTo>
                    <a:pt x="751" y="407"/>
                    <a:pt x="778" y="351"/>
                    <a:pt x="862" y="341"/>
                  </a:cubicBezTo>
                  <a:cubicBezTo>
                    <a:pt x="1060" y="319"/>
                    <a:pt x="1028" y="200"/>
                    <a:pt x="989" y="51"/>
                  </a:cubicBezTo>
                  <a:lnTo>
                    <a:pt x="989" y="51"/>
                  </a:lnTo>
                  <a:cubicBezTo>
                    <a:pt x="920" y="104"/>
                    <a:pt x="858" y="127"/>
                    <a:pt x="800" y="127"/>
                  </a:cubicBezTo>
                  <a:cubicBezTo>
                    <a:pt x="716" y="127"/>
                    <a:pt x="641" y="78"/>
                    <a:pt x="570" y="0"/>
                  </a:cubicBezTo>
                  <a:close/>
                </a:path>
              </a:pathLst>
            </a:custGeom>
            <a:solidFill>
              <a:srgbClr val="F29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7187675" y="1393875"/>
              <a:ext cx="24250" cy="18475"/>
            </a:xfrm>
            <a:custGeom>
              <a:avLst/>
              <a:gdLst/>
              <a:ahLst/>
              <a:cxnLst/>
              <a:rect l="l" t="t" r="r" b="b"/>
              <a:pathLst>
                <a:path w="970" h="739" extrusionOk="0">
                  <a:moveTo>
                    <a:pt x="795" y="1"/>
                  </a:moveTo>
                  <a:cubicBezTo>
                    <a:pt x="705" y="1"/>
                    <a:pt x="632" y="67"/>
                    <a:pt x="600" y="158"/>
                  </a:cubicBezTo>
                  <a:cubicBezTo>
                    <a:pt x="541" y="330"/>
                    <a:pt x="452" y="388"/>
                    <a:pt x="339" y="388"/>
                  </a:cubicBezTo>
                  <a:cubicBezTo>
                    <a:pt x="281" y="388"/>
                    <a:pt x="217" y="373"/>
                    <a:pt x="146" y="349"/>
                  </a:cubicBezTo>
                  <a:lnTo>
                    <a:pt x="145" y="349"/>
                  </a:lnTo>
                  <a:cubicBezTo>
                    <a:pt x="0" y="432"/>
                    <a:pt x="23" y="567"/>
                    <a:pt x="27" y="714"/>
                  </a:cubicBezTo>
                  <a:cubicBezTo>
                    <a:pt x="118" y="649"/>
                    <a:pt x="205" y="582"/>
                    <a:pt x="286" y="582"/>
                  </a:cubicBezTo>
                  <a:cubicBezTo>
                    <a:pt x="349" y="582"/>
                    <a:pt x="408" y="624"/>
                    <a:pt x="460" y="739"/>
                  </a:cubicBezTo>
                  <a:cubicBezTo>
                    <a:pt x="460" y="739"/>
                    <a:pt x="460" y="739"/>
                    <a:pt x="460" y="739"/>
                  </a:cubicBezTo>
                  <a:cubicBezTo>
                    <a:pt x="462" y="739"/>
                    <a:pt x="505" y="722"/>
                    <a:pt x="527" y="713"/>
                  </a:cubicBezTo>
                  <a:cubicBezTo>
                    <a:pt x="560" y="591"/>
                    <a:pt x="711" y="605"/>
                    <a:pt x="766" y="509"/>
                  </a:cubicBezTo>
                  <a:cubicBezTo>
                    <a:pt x="779" y="498"/>
                    <a:pt x="793" y="485"/>
                    <a:pt x="806" y="474"/>
                  </a:cubicBezTo>
                  <a:cubicBezTo>
                    <a:pt x="748" y="298"/>
                    <a:pt x="970" y="229"/>
                    <a:pt x="960" y="70"/>
                  </a:cubicBezTo>
                  <a:cubicBezTo>
                    <a:pt x="902" y="22"/>
                    <a:pt x="846" y="1"/>
                    <a:pt x="795" y="1"/>
                  </a:cubicBezTo>
                  <a:close/>
                </a:path>
              </a:pathLst>
            </a:custGeom>
            <a:solidFill>
              <a:srgbClr val="F088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7201925" y="1392400"/>
              <a:ext cx="18450" cy="13350"/>
            </a:xfrm>
            <a:custGeom>
              <a:avLst/>
              <a:gdLst/>
              <a:ahLst/>
              <a:cxnLst/>
              <a:rect l="l" t="t" r="r" b="b"/>
              <a:pathLst>
                <a:path w="738" h="534" extrusionOk="0">
                  <a:moveTo>
                    <a:pt x="581" y="0"/>
                  </a:moveTo>
                  <a:cubicBezTo>
                    <a:pt x="510" y="0"/>
                    <a:pt x="471" y="65"/>
                    <a:pt x="419" y="101"/>
                  </a:cubicBezTo>
                  <a:cubicBezTo>
                    <a:pt x="415" y="100"/>
                    <a:pt x="411" y="100"/>
                    <a:pt x="408" y="100"/>
                  </a:cubicBezTo>
                  <a:cubicBezTo>
                    <a:pt x="387" y="100"/>
                    <a:pt x="378" y="111"/>
                    <a:pt x="379" y="135"/>
                  </a:cubicBezTo>
                  <a:cubicBezTo>
                    <a:pt x="317" y="206"/>
                    <a:pt x="266" y="294"/>
                    <a:pt x="190" y="344"/>
                  </a:cubicBezTo>
                  <a:cubicBezTo>
                    <a:pt x="0" y="466"/>
                    <a:pt x="152" y="488"/>
                    <a:pt x="236" y="533"/>
                  </a:cubicBezTo>
                  <a:cubicBezTo>
                    <a:pt x="415" y="488"/>
                    <a:pt x="606" y="466"/>
                    <a:pt x="737" y="312"/>
                  </a:cubicBezTo>
                  <a:cubicBezTo>
                    <a:pt x="673" y="271"/>
                    <a:pt x="672" y="183"/>
                    <a:pt x="586" y="147"/>
                  </a:cubicBezTo>
                  <a:cubicBezTo>
                    <a:pt x="461" y="94"/>
                    <a:pt x="584" y="50"/>
                    <a:pt x="612" y="4"/>
                  </a:cubicBezTo>
                  <a:cubicBezTo>
                    <a:pt x="601" y="2"/>
                    <a:pt x="591" y="0"/>
                    <a:pt x="581" y="0"/>
                  </a:cubicBezTo>
                  <a:close/>
                </a:path>
              </a:pathLst>
            </a:custGeom>
            <a:solidFill>
              <a:srgbClr val="F1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7176125" y="1415250"/>
              <a:ext cx="6500" cy="9200"/>
            </a:xfrm>
            <a:custGeom>
              <a:avLst/>
              <a:gdLst/>
              <a:ahLst/>
              <a:cxnLst/>
              <a:rect l="l" t="t" r="r" b="b"/>
              <a:pathLst>
                <a:path w="260" h="368" extrusionOk="0">
                  <a:moveTo>
                    <a:pt x="107" y="0"/>
                  </a:moveTo>
                  <a:cubicBezTo>
                    <a:pt x="69" y="0"/>
                    <a:pt x="19" y="23"/>
                    <a:pt x="15" y="65"/>
                  </a:cubicBezTo>
                  <a:cubicBezTo>
                    <a:pt x="1" y="218"/>
                    <a:pt x="118" y="283"/>
                    <a:pt x="258" y="367"/>
                  </a:cubicBezTo>
                  <a:lnTo>
                    <a:pt x="259" y="367"/>
                  </a:lnTo>
                  <a:cubicBezTo>
                    <a:pt x="219" y="227"/>
                    <a:pt x="260" y="90"/>
                    <a:pt x="140" y="9"/>
                  </a:cubicBezTo>
                  <a:cubicBezTo>
                    <a:pt x="132" y="3"/>
                    <a:pt x="121" y="0"/>
                    <a:pt x="107" y="0"/>
                  </a:cubicBezTo>
                  <a:close/>
                </a:path>
              </a:pathLst>
            </a:custGeom>
            <a:solidFill>
              <a:srgbClr val="F088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7200850" y="1406400"/>
              <a:ext cx="7525" cy="6025"/>
            </a:xfrm>
            <a:custGeom>
              <a:avLst/>
              <a:gdLst/>
              <a:ahLst/>
              <a:cxnLst/>
              <a:rect l="l" t="t" r="r" b="b"/>
              <a:pathLst>
                <a:path w="301" h="241" extrusionOk="0">
                  <a:moveTo>
                    <a:pt x="180" y="1"/>
                  </a:moveTo>
                  <a:cubicBezTo>
                    <a:pt x="60" y="1"/>
                    <a:pt x="25" y="101"/>
                    <a:pt x="0" y="212"/>
                  </a:cubicBezTo>
                  <a:cubicBezTo>
                    <a:pt x="62" y="123"/>
                    <a:pt x="300" y="240"/>
                    <a:pt x="239" y="8"/>
                  </a:cubicBezTo>
                  <a:cubicBezTo>
                    <a:pt x="217" y="3"/>
                    <a:pt x="198" y="1"/>
                    <a:pt x="180" y="1"/>
                  </a:cubicBezTo>
                  <a:close/>
                </a:path>
              </a:pathLst>
            </a:custGeom>
            <a:solidFill>
              <a:srgbClr val="F1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7219150" y="1400250"/>
              <a:ext cx="4875" cy="4525"/>
            </a:xfrm>
            <a:custGeom>
              <a:avLst/>
              <a:gdLst/>
              <a:ahLst/>
              <a:cxnLst/>
              <a:rect l="l" t="t" r="r" b="b"/>
              <a:pathLst>
                <a:path w="195" h="181" extrusionOk="0">
                  <a:moveTo>
                    <a:pt x="51" y="0"/>
                  </a:moveTo>
                  <a:lnTo>
                    <a:pt x="51" y="0"/>
                  </a:lnTo>
                  <a:cubicBezTo>
                    <a:pt x="106" y="47"/>
                    <a:pt x="1" y="163"/>
                    <a:pt x="125" y="181"/>
                  </a:cubicBezTo>
                  <a:cubicBezTo>
                    <a:pt x="126" y="181"/>
                    <a:pt x="126" y="181"/>
                    <a:pt x="127" y="181"/>
                  </a:cubicBezTo>
                  <a:cubicBezTo>
                    <a:pt x="144" y="181"/>
                    <a:pt x="174" y="155"/>
                    <a:pt x="178" y="139"/>
                  </a:cubicBezTo>
                  <a:cubicBezTo>
                    <a:pt x="194" y="57"/>
                    <a:pt x="144" y="18"/>
                    <a:pt x="51" y="0"/>
                  </a:cubicBezTo>
                  <a:close/>
                </a:path>
              </a:pathLst>
            </a:custGeom>
            <a:solidFill>
              <a:srgbClr val="F1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7219200" y="1390225"/>
              <a:ext cx="4700" cy="4350"/>
            </a:xfrm>
            <a:custGeom>
              <a:avLst/>
              <a:gdLst/>
              <a:ahLst/>
              <a:cxnLst/>
              <a:rect l="l" t="t" r="r" b="b"/>
              <a:pathLst>
                <a:path w="188" h="174" extrusionOk="0">
                  <a:moveTo>
                    <a:pt x="188" y="1"/>
                  </a:moveTo>
                  <a:cubicBezTo>
                    <a:pt x="126" y="8"/>
                    <a:pt x="63" y="16"/>
                    <a:pt x="1" y="24"/>
                  </a:cubicBezTo>
                  <a:cubicBezTo>
                    <a:pt x="52" y="61"/>
                    <a:pt x="28" y="157"/>
                    <a:pt x="112" y="173"/>
                  </a:cubicBezTo>
                  <a:cubicBezTo>
                    <a:pt x="137" y="115"/>
                    <a:pt x="163" y="57"/>
                    <a:pt x="188" y="1"/>
                  </a:cubicBezTo>
                  <a:close/>
                </a:path>
              </a:pathLst>
            </a:custGeom>
            <a:solidFill>
              <a:srgbClr val="F1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7261525" y="1335925"/>
              <a:ext cx="30550" cy="24450"/>
            </a:xfrm>
            <a:custGeom>
              <a:avLst/>
              <a:gdLst/>
              <a:ahLst/>
              <a:cxnLst/>
              <a:rect l="l" t="t" r="r" b="b"/>
              <a:pathLst>
                <a:path w="1222" h="978" extrusionOk="0">
                  <a:moveTo>
                    <a:pt x="737" y="1"/>
                  </a:moveTo>
                  <a:cubicBezTo>
                    <a:pt x="679" y="1"/>
                    <a:pt x="638" y="26"/>
                    <a:pt x="607" y="79"/>
                  </a:cubicBezTo>
                  <a:cubicBezTo>
                    <a:pt x="462" y="324"/>
                    <a:pt x="177" y="389"/>
                    <a:pt x="0" y="599"/>
                  </a:cubicBezTo>
                  <a:cubicBezTo>
                    <a:pt x="52" y="635"/>
                    <a:pt x="104" y="649"/>
                    <a:pt x="154" y="649"/>
                  </a:cubicBezTo>
                  <a:cubicBezTo>
                    <a:pt x="238" y="649"/>
                    <a:pt x="318" y="612"/>
                    <a:pt x="394" y="577"/>
                  </a:cubicBezTo>
                  <a:lnTo>
                    <a:pt x="394" y="577"/>
                  </a:lnTo>
                  <a:cubicBezTo>
                    <a:pt x="472" y="728"/>
                    <a:pt x="299" y="784"/>
                    <a:pt x="306" y="899"/>
                  </a:cubicBezTo>
                  <a:lnTo>
                    <a:pt x="306" y="898"/>
                  </a:lnTo>
                  <a:cubicBezTo>
                    <a:pt x="328" y="924"/>
                    <a:pt x="351" y="951"/>
                    <a:pt x="373" y="977"/>
                  </a:cubicBezTo>
                  <a:cubicBezTo>
                    <a:pt x="488" y="938"/>
                    <a:pt x="556" y="832"/>
                    <a:pt x="651" y="770"/>
                  </a:cubicBezTo>
                  <a:lnTo>
                    <a:pt x="651" y="770"/>
                  </a:lnTo>
                  <a:cubicBezTo>
                    <a:pt x="639" y="826"/>
                    <a:pt x="603" y="889"/>
                    <a:pt x="678" y="930"/>
                  </a:cubicBezTo>
                  <a:cubicBezTo>
                    <a:pt x="697" y="940"/>
                    <a:pt x="713" y="944"/>
                    <a:pt x="729" y="944"/>
                  </a:cubicBezTo>
                  <a:cubicBezTo>
                    <a:pt x="770" y="944"/>
                    <a:pt x="804" y="916"/>
                    <a:pt x="840" y="889"/>
                  </a:cubicBezTo>
                  <a:cubicBezTo>
                    <a:pt x="909" y="837"/>
                    <a:pt x="944" y="733"/>
                    <a:pt x="1049" y="733"/>
                  </a:cubicBezTo>
                  <a:cubicBezTo>
                    <a:pt x="1054" y="733"/>
                    <a:pt x="1058" y="734"/>
                    <a:pt x="1062" y="734"/>
                  </a:cubicBezTo>
                  <a:cubicBezTo>
                    <a:pt x="1116" y="689"/>
                    <a:pt x="1169" y="642"/>
                    <a:pt x="1222" y="597"/>
                  </a:cubicBezTo>
                  <a:cubicBezTo>
                    <a:pt x="1185" y="576"/>
                    <a:pt x="1133" y="562"/>
                    <a:pt x="1139" y="509"/>
                  </a:cubicBezTo>
                  <a:cubicBezTo>
                    <a:pt x="1150" y="393"/>
                    <a:pt x="1133" y="333"/>
                    <a:pt x="1084" y="333"/>
                  </a:cubicBezTo>
                  <a:cubicBezTo>
                    <a:pt x="1053" y="333"/>
                    <a:pt x="1008" y="358"/>
                    <a:pt x="948" y="409"/>
                  </a:cubicBezTo>
                  <a:cubicBezTo>
                    <a:pt x="926" y="428"/>
                    <a:pt x="887" y="427"/>
                    <a:pt x="848" y="438"/>
                  </a:cubicBezTo>
                  <a:cubicBezTo>
                    <a:pt x="851" y="259"/>
                    <a:pt x="942" y="172"/>
                    <a:pt x="1121" y="152"/>
                  </a:cubicBezTo>
                  <a:cubicBezTo>
                    <a:pt x="940" y="52"/>
                    <a:pt x="821" y="1"/>
                    <a:pt x="737" y="1"/>
                  </a:cubicBezTo>
                  <a:close/>
                </a:path>
              </a:pathLst>
            </a:custGeom>
            <a:solidFill>
              <a:srgbClr val="F19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7266450" y="1351800"/>
              <a:ext cx="21650" cy="20850"/>
            </a:xfrm>
            <a:custGeom>
              <a:avLst/>
              <a:gdLst/>
              <a:ahLst/>
              <a:cxnLst/>
              <a:rect l="l" t="t" r="r" b="b"/>
              <a:pathLst>
                <a:path w="866" h="834" extrusionOk="0">
                  <a:moveTo>
                    <a:pt x="533" y="0"/>
                  </a:moveTo>
                  <a:cubicBezTo>
                    <a:pt x="490" y="0"/>
                    <a:pt x="472" y="91"/>
                    <a:pt x="428" y="106"/>
                  </a:cubicBezTo>
                  <a:cubicBezTo>
                    <a:pt x="305" y="143"/>
                    <a:pt x="219" y="220"/>
                    <a:pt x="176" y="342"/>
                  </a:cubicBezTo>
                  <a:cubicBezTo>
                    <a:pt x="0" y="491"/>
                    <a:pt x="78" y="662"/>
                    <a:pt x="120" y="834"/>
                  </a:cubicBezTo>
                  <a:cubicBezTo>
                    <a:pt x="176" y="743"/>
                    <a:pt x="196" y="646"/>
                    <a:pt x="222" y="549"/>
                  </a:cubicBezTo>
                  <a:cubicBezTo>
                    <a:pt x="238" y="496"/>
                    <a:pt x="261" y="401"/>
                    <a:pt x="302" y="401"/>
                  </a:cubicBezTo>
                  <a:cubicBezTo>
                    <a:pt x="304" y="401"/>
                    <a:pt x="306" y="401"/>
                    <a:pt x="309" y="402"/>
                  </a:cubicBezTo>
                  <a:cubicBezTo>
                    <a:pt x="345" y="412"/>
                    <a:pt x="378" y="417"/>
                    <a:pt x="409" y="417"/>
                  </a:cubicBezTo>
                  <a:cubicBezTo>
                    <a:pt x="623" y="417"/>
                    <a:pt x="706" y="190"/>
                    <a:pt x="865" y="99"/>
                  </a:cubicBezTo>
                  <a:cubicBezTo>
                    <a:pt x="836" y="83"/>
                    <a:pt x="812" y="77"/>
                    <a:pt x="791" y="77"/>
                  </a:cubicBezTo>
                  <a:cubicBezTo>
                    <a:pt x="710" y="77"/>
                    <a:pt x="685" y="179"/>
                    <a:pt x="631" y="227"/>
                  </a:cubicBezTo>
                  <a:cubicBezTo>
                    <a:pt x="604" y="252"/>
                    <a:pt x="573" y="271"/>
                    <a:pt x="541" y="271"/>
                  </a:cubicBezTo>
                  <a:cubicBezTo>
                    <a:pt x="525" y="271"/>
                    <a:pt x="508" y="266"/>
                    <a:pt x="491" y="254"/>
                  </a:cubicBezTo>
                  <a:cubicBezTo>
                    <a:pt x="477" y="243"/>
                    <a:pt x="480" y="189"/>
                    <a:pt x="493" y="163"/>
                  </a:cubicBezTo>
                  <a:cubicBezTo>
                    <a:pt x="517" y="113"/>
                    <a:pt x="666" y="121"/>
                    <a:pt x="579" y="27"/>
                  </a:cubicBezTo>
                  <a:cubicBezTo>
                    <a:pt x="561" y="8"/>
                    <a:pt x="546" y="0"/>
                    <a:pt x="533" y="0"/>
                  </a:cubicBezTo>
                  <a:close/>
                </a:path>
              </a:pathLst>
            </a:custGeom>
            <a:solidFill>
              <a:srgbClr val="F088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7241600" y="1372250"/>
              <a:ext cx="3525" cy="2925"/>
            </a:xfrm>
            <a:custGeom>
              <a:avLst/>
              <a:gdLst/>
              <a:ahLst/>
              <a:cxnLst/>
              <a:rect l="l" t="t" r="r" b="b"/>
              <a:pathLst>
                <a:path w="141" h="117" extrusionOk="0">
                  <a:moveTo>
                    <a:pt x="59" y="1"/>
                  </a:moveTo>
                  <a:cubicBezTo>
                    <a:pt x="54" y="1"/>
                    <a:pt x="48" y="5"/>
                    <a:pt x="39" y="16"/>
                  </a:cubicBezTo>
                  <a:cubicBezTo>
                    <a:pt x="18" y="41"/>
                    <a:pt x="0" y="74"/>
                    <a:pt x="31" y="101"/>
                  </a:cubicBezTo>
                  <a:cubicBezTo>
                    <a:pt x="41" y="110"/>
                    <a:pt x="62" y="117"/>
                    <a:pt x="79" y="117"/>
                  </a:cubicBezTo>
                  <a:cubicBezTo>
                    <a:pt x="86" y="117"/>
                    <a:pt x="92" y="116"/>
                    <a:pt x="97" y="113"/>
                  </a:cubicBezTo>
                  <a:cubicBezTo>
                    <a:pt x="141" y="87"/>
                    <a:pt x="99" y="60"/>
                    <a:pt x="87" y="33"/>
                  </a:cubicBezTo>
                  <a:cubicBezTo>
                    <a:pt x="86" y="33"/>
                    <a:pt x="86" y="33"/>
                    <a:pt x="86" y="33"/>
                  </a:cubicBezTo>
                  <a:cubicBezTo>
                    <a:pt x="73" y="33"/>
                    <a:pt x="72" y="1"/>
                    <a:pt x="59" y="1"/>
                  </a:cubicBezTo>
                  <a:close/>
                </a:path>
              </a:pathLst>
            </a:custGeom>
            <a:solidFill>
              <a:srgbClr val="F29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7307225" y="1169175"/>
              <a:ext cx="13200" cy="14875"/>
            </a:xfrm>
            <a:custGeom>
              <a:avLst/>
              <a:gdLst/>
              <a:ahLst/>
              <a:cxnLst/>
              <a:rect l="l" t="t" r="r" b="b"/>
              <a:pathLst>
                <a:path w="528" h="595" extrusionOk="0">
                  <a:moveTo>
                    <a:pt x="255" y="0"/>
                  </a:moveTo>
                  <a:cubicBezTo>
                    <a:pt x="226" y="0"/>
                    <a:pt x="200" y="16"/>
                    <a:pt x="176" y="36"/>
                  </a:cubicBezTo>
                  <a:cubicBezTo>
                    <a:pt x="290" y="166"/>
                    <a:pt x="273" y="270"/>
                    <a:pt x="121" y="361"/>
                  </a:cubicBezTo>
                  <a:cubicBezTo>
                    <a:pt x="14" y="425"/>
                    <a:pt x="0" y="541"/>
                    <a:pt x="110" y="586"/>
                  </a:cubicBezTo>
                  <a:cubicBezTo>
                    <a:pt x="124" y="592"/>
                    <a:pt x="138" y="594"/>
                    <a:pt x="152" y="594"/>
                  </a:cubicBezTo>
                  <a:cubicBezTo>
                    <a:pt x="240" y="594"/>
                    <a:pt x="324" y="489"/>
                    <a:pt x="436" y="489"/>
                  </a:cubicBezTo>
                  <a:cubicBezTo>
                    <a:pt x="441" y="489"/>
                    <a:pt x="446" y="489"/>
                    <a:pt x="452" y="489"/>
                  </a:cubicBezTo>
                  <a:cubicBezTo>
                    <a:pt x="454" y="490"/>
                    <a:pt x="456" y="490"/>
                    <a:pt x="457" y="490"/>
                  </a:cubicBezTo>
                  <a:cubicBezTo>
                    <a:pt x="527" y="490"/>
                    <a:pt x="514" y="366"/>
                    <a:pt x="498" y="314"/>
                  </a:cubicBezTo>
                  <a:cubicBezTo>
                    <a:pt x="462" y="194"/>
                    <a:pt x="433" y="58"/>
                    <a:pt x="289" y="7"/>
                  </a:cubicBezTo>
                  <a:cubicBezTo>
                    <a:pt x="277" y="2"/>
                    <a:pt x="266" y="0"/>
                    <a:pt x="255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7367225" y="1144675"/>
              <a:ext cx="13325" cy="13150"/>
            </a:xfrm>
            <a:custGeom>
              <a:avLst/>
              <a:gdLst/>
              <a:ahLst/>
              <a:cxnLst/>
              <a:rect l="l" t="t" r="r" b="b"/>
              <a:pathLst>
                <a:path w="533" h="526" extrusionOk="0">
                  <a:moveTo>
                    <a:pt x="86" y="1"/>
                  </a:moveTo>
                  <a:lnTo>
                    <a:pt x="86" y="1"/>
                  </a:lnTo>
                  <a:cubicBezTo>
                    <a:pt x="250" y="108"/>
                    <a:pt x="1" y="230"/>
                    <a:pt x="97" y="338"/>
                  </a:cubicBezTo>
                  <a:cubicBezTo>
                    <a:pt x="122" y="366"/>
                    <a:pt x="149" y="387"/>
                    <a:pt x="185" y="387"/>
                  </a:cubicBezTo>
                  <a:cubicBezTo>
                    <a:pt x="191" y="387"/>
                    <a:pt x="198" y="386"/>
                    <a:pt x="205" y="385"/>
                  </a:cubicBezTo>
                  <a:cubicBezTo>
                    <a:pt x="254" y="406"/>
                    <a:pt x="283" y="449"/>
                    <a:pt x="319" y="485"/>
                  </a:cubicBezTo>
                  <a:cubicBezTo>
                    <a:pt x="347" y="511"/>
                    <a:pt x="379" y="526"/>
                    <a:pt x="411" y="526"/>
                  </a:cubicBezTo>
                  <a:cubicBezTo>
                    <a:pt x="427" y="526"/>
                    <a:pt x="444" y="521"/>
                    <a:pt x="460" y="512"/>
                  </a:cubicBezTo>
                  <a:cubicBezTo>
                    <a:pt x="533" y="469"/>
                    <a:pt x="489" y="410"/>
                    <a:pt x="461" y="359"/>
                  </a:cubicBezTo>
                  <a:cubicBezTo>
                    <a:pt x="444" y="328"/>
                    <a:pt x="437" y="296"/>
                    <a:pt x="432" y="262"/>
                  </a:cubicBezTo>
                  <a:cubicBezTo>
                    <a:pt x="385" y="232"/>
                    <a:pt x="335" y="203"/>
                    <a:pt x="336" y="135"/>
                  </a:cubicBezTo>
                  <a:cubicBezTo>
                    <a:pt x="303" y="61"/>
                    <a:pt x="222" y="50"/>
                    <a:pt x="166" y="6"/>
                  </a:cubicBezTo>
                  <a:cubicBezTo>
                    <a:pt x="139" y="5"/>
                    <a:pt x="112" y="3"/>
                    <a:pt x="86" y="1"/>
                  </a:cubicBezTo>
                  <a:close/>
                </a:path>
              </a:pathLst>
            </a:custGeom>
            <a:solidFill>
              <a:srgbClr val="F29D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7322425" y="1158250"/>
              <a:ext cx="7700" cy="5350"/>
            </a:xfrm>
            <a:custGeom>
              <a:avLst/>
              <a:gdLst/>
              <a:ahLst/>
              <a:cxnLst/>
              <a:rect l="l" t="t" r="r" b="b"/>
              <a:pathLst>
                <a:path w="308" h="214" extrusionOk="0">
                  <a:moveTo>
                    <a:pt x="200" y="0"/>
                  </a:moveTo>
                  <a:cubicBezTo>
                    <a:pt x="127" y="50"/>
                    <a:pt x="20" y="58"/>
                    <a:pt x="1" y="171"/>
                  </a:cubicBezTo>
                  <a:cubicBezTo>
                    <a:pt x="31" y="202"/>
                    <a:pt x="61" y="213"/>
                    <a:pt x="89" y="213"/>
                  </a:cubicBezTo>
                  <a:cubicBezTo>
                    <a:pt x="142" y="213"/>
                    <a:pt x="191" y="174"/>
                    <a:pt x="232" y="148"/>
                  </a:cubicBezTo>
                  <a:cubicBezTo>
                    <a:pt x="307" y="100"/>
                    <a:pt x="229" y="47"/>
                    <a:pt x="200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7372350" y="1151225"/>
              <a:ext cx="9675" cy="8900"/>
            </a:xfrm>
            <a:custGeom>
              <a:avLst/>
              <a:gdLst/>
              <a:ahLst/>
              <a:cxnLst/>
              <a:rect l="l" t="t" r="r" b="b"/>
              <a:pathLst>
                <a:path w="387" h="356" extrusionOk="0">
                  <a:moveTo>
                    <a:pt x="227" y="0"/>
                  </a:moveTo>
                  <a:cubicBezTo>
                    <a:pt x="127" y="71"/>
                    <a:pt x="278" y="147"/>
                    <a:pt x="232" y="217"/>
                  </a:cubicBezTo>
                  <a:cubicBezTo>
                    <a:pt x="223" y="219"/>
                    <a:pt x="216" y="220"/>
                    <a:pt x="208" y="220"/>
                  </a:cubicBezTo>
                  <a:cubicBezTo>
                    <a:pt x="128" y="220"/>
                    <a:pt x="95" y="121"/>
                    <a:pt x="21" y="121"/>
                  </a:cubicBezTo>
                  <a:cubicBezTo>
                    <a:pt x="14" y="121"/>
                    <a:pt x="8" y="121"/>
                    <a:pt x="0" y="123"/>
                  </a:cubicBezTo>
                  <a:cubicBezTo>
                    <a:pt x="45" y="200"/>
                    <a:pt x="88" y="278"/>
                    <a:pt x="132" y="355"/>
                  </a:cubicBezTo>
                  <a:cubicBezTo>
                    <a:pt x="166" y="326"/>
                    <a:pt x="201" y="312"/>
                    <a:pt x="239" y="312"/>
                  </a:cubicBezTo>
                  <a:cubicBezTo>
                    <a:pt x="265" y="312"/>
                    <a:pt x="292" y="319"/>
                    <a:pt x="320" y="333"/>
                  </a:cubicBezTo>
                  <a:cubicBezTo>
                    <a:pt x="387" y="286"/>
                    <a:pt x="350" y="210"/>
                    <a:pt x="371" y="151"/>
                  </a:cubicBezTo>
                  <a:cubicBezTo>
                    <a:pt x="379" y="128"/>
                    <a:pt x="371" y="114"/>
                    <a:pt x="349" y="106"/>
                  </a:cubicBezTo>
                  <a:cubicBezTo>
                    <a:pt x="308" y="71"/>
                    <a:pt x="268" y="36"/>
                    <a:pt x="227" y="0"/>
                  </a:cubicBezTo>
                  <a:close/>
                </a:path>
              </a:pathLst>
            </a:custGeom>
            <a:solidFill>
              <a:srgbClr val="F08A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7310025" y="1277900"/>
              <a:ext cx="27025" cy="50225"/>
            </a:xfrm>
            <a:custGeom>
              <a:avLst/>
              <a:gdLst/>
              <a:ahLst/>
              <a:cxnLst/>
              <a:rect l="l" t="t" r="r" b="b"/>
              <a:pathLst>
                <a:path w="1081" h="2009" extrusionOk="0">
                  <a:moveTo>
                    <a:pt x="878" y="0"/>
                  </a:moveTo>
                  <a:cubicBezTo>
                    <a:pt x="870" y="0"/>
                    <a:pt x="862" y="2"/>
                    <a:pt x="852" y="4"/>
                  </a:cubicBezTo>
                  <a:cubicBezTo>
                    <a:pt x="771" y="22"/>
                    <a:pt x="689" y="70"/>
                    <a:pt x="631" y="129"/>
                  </a:cubicBezTo>
                  <a:cubicBezTo>
                    <a:pt x="591" y="168"/>
                    <a:pt x="631" y="232"/>
                    <a:pt x="672" y="232"/>
                  </a:cubicBezTo>
                  <a:cubicBezTo>
                    <a:pt x="678" y="232"/>
                    <a:pt x="685" y="231"/>
                    <a:pt x="691" y="227"/>
                  </a:cubicBezTo>
                  <a:cubicBezTo>
                    <a:pt x="744" y="200"/>
                    <a:pt x="779" y="189"/>
                    <a:pt x="800" y="189"/>
                  </a:cubicBezTo>
                  <a:cubicBezTo>
                    <a:pt x="873" y="189"/>
                    <a:pt x="794" y="315"/>
                    <a:pt x="798" y="355"/>
                  </a:cubicBezTo>
                  <a:cubicBezTo>
                    <a:pt x="832" y="698"/>
                    <a:pt x="646" y="989"/>
                    <a:pt x="562" y="1303"/>
                  </a:cubicBezTo>
                  <a:cubicBezTo>
                    <a:pt x="536" y="1403"/>
                    <a:pt x="433" y="1474"/>
                    <a:pt x="356" y="1553"/>
                  </a:cubicBezTo>
                  <a:cubicBezTo>
                    <a:pt x="230" y="1684"/>
                    <a:pt x="0" y="1762"/>
                    <a:pt x="22" y="2008"/>
                  </a:cubicBezTo>
                  <a:cubicBezTo>
                    <a:pt x="225" y="2002"/>
                    <a:pt x="222" y="1757"/>
                    <a:pt x="381" y="1700"/>
                  </a:cubicBezTo>
                  <a:cubicBezTo>
                    <a:pt x="456" y="1489"/>
                    <a:pt x="732" y="1419"/>
                    <a:pt x="756" y="1171"/>
                  </a:cubicBezTo>
                  <a:cubicBezTo>
                    <a:pt x="732" y="993"/>
                    <a:pt x="849" y="862"/>
                    <a:pt x="905" y="709"/>
                  </a:cubicBezTo>
                  <a:cubicBezTo>
                    <a:pt x="974" y="525"/>
                    <a:pt x="1080" y="348"/>
                    <a:pt x="961" y="147"/>
                  </a:cubicBezTo>
                  <a:cubicBezTo>
                    <a:pt x="932" y="99"/>
                    <a:pt x="951" y="0"/>
                    <a:pt x="878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7336650" y="1283075"/>
              <a:ext cx="4850" cy="10900"/>
            </a:xfrm>
            <a:custGeom>
              <a:avLst/>
              <a:gdLst/>
              <a:ahLst/>
              <a:cxnLst/>
              <a:rect l="l" t="t" r="r" b="b"/>
              <a:pathLst>
                <a:path w="194" h="436" extrusionOk="0">
                  <a:moveTo>
                    <a:pt x="111" y="0"/>
                  </a:moveTo>
                  <a:cubicBezTo>
                    <a:pt x="110" y="0"/>
                    <a:pt x="108" y="0"/>
                    <a:pt x="107" y="0"/>
                  </a:cubicBezTo>
                  <a:cubicBezTo>
                    <a:pt x="1" y="3"/>
                    <a:pt x="32" y="71"/>
                    <a:pt x="62" y="127"/>
                  </a:cubicBezTo>
                  <a:cubicBezTo>
                    <a:pt x="115" y="230"/>
                    <a:pt x="36" y="334"/>
                    <a:pt x="67" y="435"/>
                  </a:cubicBezTo>
                  <a:cubicBezTo>
                    <a:pt x="130" y="392"/>
                    <a:pt x="166" y="329"/>
                    <a:pt x="192" y="259"/>
                  </a:cubicBezTo>
                  <a:cubicBezTo>
                    <a:pt x="159" y="215"/>
                    <a:pt x="142" y="169"/>
                    <a:pt x="155" y="112"/>
                  </a:cubicBezTo>
                  <a:cubicBezTo>
                    <a:pt x="165" y="65"/>
                    <a:pt x="193" y="0"/>
                    <a:pt x="111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7145325" y="1123175"/>
              <a:ext cx="47550" cy="41200"/>
            </a:xfrm>
            <a:custGeom>
              <a:avLst/>
              <a:gdLst/>
              <a:ahLst/>
              <a:cxnLst/>
              <a:rect l="l" t="t" r="r" b="b"/>
              <a:pathLst>
                <a:path w="1902" h="1648" extrusionOk="0">
                  <a:moveTo>
                    <a:pt x="1353" y="822"/>
                  </a:moveTo>
                  <a:cubicBezTo>
                    <a:pt x="1365" y="822"/>
                    <a:pt x="1379" y="827"/>
                    <a:pt x="1398" y="836"/>
                  </a:cubicBezTo>
                  <a:lnTo>
                    <a:pt x="1398" y="836"/>
                  </a:lnTo>
                  <a:cubicBezTo>
                    <a:pt x="1383" y="837"/>
                    <a:pt x="1369" y="843"/>
                    <a:pt x="1354" y="843"/>
                  </a:cubicBezTo>
                  <a:cubicBezTo>
                    <a:pt x="1350" y="843"/>
                    <a:pt x="1345" y="843"/>
                    <a:pt x="1340" y="841"/>
                  </a:cubicBezTo>
                  <a:cubicBezTo>
                    <a:pt x="1334" y="838"/>
                    <a:pt x="1335" y="826"/>
                    <a:pt x="1342" y="823"/>
                  </a:cubicBezTo>
                  <a:cubicBezTo>
                    <a:pt x="1346" y="823"/>
                    <a:pt x="1349" y="822"/>
                    <a:pt x="1353" y="822"/>
                  </a:cubicBezTo>
                  <a:close/>
                  <a:moveTo>
                    <a:pt x="1100" y="1"/>
                  </a:moveTo>
                  <a:cubicBezTo>
                    <a:pt x="1070" y="1"/>
                    <a:pt x="1039" y="10"/>
                    <a:pt x="1007" y="32"/>
                  </a:cubicBezTo>
                  <a:cubicBezTo>
                    <a:pt x="841" y="147"/>
                    <a:pt x="629" y="171"/>
                    <a:pt x="485" y="320"/>
                  </a:cubicBezTo>
                  <a:cubicBezTo>
                    <a:pt x="487" y="406"/>
                    <a:pt x="450" y="476"/>
                    <a:pt x="393" y="536"/>
                  </a:cubicBezTo>
                  <a:cubicBezTo>
                    <a:pt x="389" y="585"/>
                    <a:pt x="385" y="634"/>
                    <a:pt x="381" y="684"/>
                  </a:cubicBezTo>
                  <a:cubicBezTo>
                    <a:pt x="384" y="700"/>
                    <a:pt x="395" y="725"/>
                    <a:pt x="389" y="734"/>
                  </a:cubicBezTo>
                  <a:cubicBezTo>
                    <a:pt x="201" y="957"/>
                    <a:pt x="292" y="1315"/>
                    <a:pt x="21" y="1501"/>
                  </a:cubicBezTo>
                  <a:cubicBezTo>
                    <a:pt x="0" y="1515"/>
                    <a:pt x="13" y="1580"/>
                    <a:pt x="11" y="1622"/>
                  </a:cubicBezTo>
                  <a:cubicBezTo>
                    <a:pt x="72" y="1580"/>
                    <a:pt x="187" y="1609"/>
                    <a:pt x="190" y="1483"/>
                  </a:cubicBezTo>
                  <a:cubicBezTo>
                    <a:pt x="190" y="1476"/>
                    <a:pt x="234" y="1384"/>
                    <a:pt x="279" y="1384"/>
                  </a:cubicBezTo>
                  <a:cubicBezTo>
                    <a:pt x="303" y="1384"/>
                    <a:pt x="327" y="1409"/>
                    <a:pt x="345" y="1483"/>
                  </a:cubicBezTo>
                  <a:cubicBezTo>
                    <a:pt x="354" y="1519"/>
                    <a:pt x="380" y="1540"/>
                    <a:pt x="404" y="1540"/>
                  </a:cubicBezTo>
                  <a:cubicBezTo>
                    <a:pt x="417" y="1540"/>
                    <a:pt x="429" y="1534"/>
                    <a:pt x="438" y="1519"/>
                  </a:cubicBezTo>
                  <a:cubicBezTo>
                    <a:pt x="510" y="1407"/>
                    <a:pt x="626" y="1453"/>
                    <a:pt x="719" y="1424"/>
                  </a:cubicBezTo>
                  <a:cubicBezTo>
                    <a:pt x="842" y="1385"/>
                    <a:pt x="884" y="1255"/>
                    <a:pt x="1002" y="1201"/>
                  </a:cubicBezTo>
                  <a:cubicBezTo>
                    <a:pt x="1057" y="1175"/>
                    <a:pt x="933" y="1113"/>
                    <a:pt x="896" y="1062"/>
                  </a:cubicBezTo>
                  <a:cubicBezTo>
                    <a:pt x="858" y="1007"/>
                    <a:pt x="880" y="945"/>
                    <a:pt x="909" y="889"/>
                  </a:cubicBezTo>
                  <a:cubicBezTo>
                    <a:pt x="922" y="863"/>
                    <a:pt x="941" y="844"/>
                    <a:pt x="964" y="844"/>
                  </a:cubicBezTo>
                  <a:cubicBezTo>
                    <a:pt x="973" y="844"/>
                    <a:pt x="982" y="847"/>
                    <a:pt x="992" y="852"/>
                  </a:cubicBezTo>
                  <a:cubicBezTo>
                    <a:pt x="1045" y="881"/>
                    <a:pt x="1047" y="936"/>
                    <a:pt x="1047" y="989"/>
                  </a:cubicBezTo>
                  <a:cubicBezTo>
                    <a:pt x="1048" y="1117"/>
                    <a:pt x="1097" y="1165"/>
                    <a:pt x="1238" y="1165"/>
                  </a:cubicBezTo>
                  <a:cubicBezTo>
                    <a:pt x="1382" y="1165"/>
                    <a:pt x="1458" y="1258"/>
                    <a:pt x="1361" y="1409"/>
                  </a:cubicBezTo>
                  <a:cubicBezTo>
                    <a:pt x="1307" y="1492"/>
                    <a:pt x="1331" y="1561"/>
                    <a:pt x="1380" y="1648"/>
                  </a:cubicBezTo>
                  <a:cubicBezTo>
                    <a:pt x="1546" y="1324"/>
                    <a:pt x="1549" y="1181"/>
                    <a:pt x="1399" y="837"/>
                  </a:cubicBezTo>
                  <a:lnTo>
                    <a:pt x="1399" y="837"/>
                  </a:lnTo>
                  <a:cubicBezTo>
                    <a:pt x="1401" y="839"/>
                    <a:pt x="1404" y="839"/>
                    <a:pt x="1405" y="839"/>
                  </a:cubicBezTo>
                  <a:cubicBezTo>
                    <a:pt x="1407" y="839"/>
                    <a:pt x="1409" y="839"/>
                    <a:pt x="1410" y="837"/>
                  </a:cubicBezTo>
                  <a:lnTo>
                    <a:pt x="1410" y="837"/>
                  </a:lnTo>
                  <a:cubicBezTo>
                    <a:pt x="1410" y="837"/>
                    <a:pt x="1411" y="838"/>
                    <a:pt x="1411" y="838"/>
                  </a:cubicBezTo>
                  <a:cubicBezTo>
                    <a:pt x="1411" y="837"/>
                    <a:pt x="1411" y="836"/>
                    <a:pt x="1411" y="835"/>
                  </a:cubicBezTo>
                  <a:lnTo>
                    <a:pt x="1411" y="835"/>
                  </a:lnTo>
                  <a:cubicBezTo>
                    <a:pt x="1411" y="836"/>
                    <a:pt x="1410" y="837"/>
                    <a:pt x="1410" y="837"/>
                  </a:cubicBezTo>
                  <a:lnTo>
                    <a:pt x="1410" y="837"/>
                  </a:lnTo>
                  <a:cubicBezTo>
                    <a:pt x="1407" y="837"/>
                    <a:pt x="1404" y="836"/>
                    <a:pt x="1401" y="836"/>
                  </a:cubicBezTo>
                  <a:lnTo>
                    <a:pt x="1401" y="836"/>
                  </a:lnTo>
                  <a:cubicBezTo>
                    <a:pt x="1405" y="836"/>
                    <a:pt x="1408" y="835"/>
                    <a:pt x="1411" y="835"/>
                  </a:cubicBezTo>
                  <a:lnTo>
                    <a:pt x="1411" y="835"/>
                  </a:lnTo>
                  <a:cubicBezTo>
                    <a:pt x="1411" y="835"/>
                    <a:pt x="1411" y="835"/>
                    <a:pt x="1411" y="835"/>
                  </a:cubicBezTo>
                  <a:lnTo>
                    <a:pt x="1411" y="835"/>
                  </a:lnTo>
                  <a:cubicBezTo>
                    <a:pt x="1411" y="835"/>
                    <a:pt x="1412" y="835"/>
                    <a:pt x="1412" y="834"/>
                  </a:cubicBezTo>
                  <a:lnTo>
                    <a:pt x="1412" y="834"/>
                  </a:lnTo>
                  <a:cubicBezTo>
                    <a:pt x="1483" y="821"/>
                    <a:pt x="1533" y="780"/>
                    <a:pt x="1541" y="724"/>
                  </a:cubicBezTo>
                  <a:cubicBezTo>
                    <a:pt x="1561" y="572"/>
                    <a:pt x="1592" y="518"/>
                    <a:pt x="1629" y="518"/>
                  </a:cubicBezTo>
                  <a:cubicBezTo>
                    <a:pt x="1677" y="518"/>
                    <a:pt x="1735" y="604"/>
                    <a:pt x="1796" y="688"/>
                  </a:cubicBezTo>
                  <a:cubicBezTo>
                    <a:pt x="1821" y="721"/>
                    <a:pt x="1866" y="739"/>
                    <a:pt x="1901" y="764"/>
                  </a:cubicBezTo>
                  <a:cubicBezTo>
                    <a:pt x="1839" y="465"/>
                    <a:pt x="1664" y="245"/>
                    <a:pt x="1387" y="139"/>
                  </a:cubicBezTo>
                  <a:cubicBezTo>
                    <a:pt x="1294" y="103"/>
                    <a:pt x="1202" y="1"/>
                    <a:pt x="1100" y="1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7195200" y="1255750"/>
              <a:ext cx="56925" cy="88350"/>
            </a:xfrm>
            <a:custGeom>
              <a:avLst/>
              <a:gdLst/>
              <a:ahLst/>
              <a:cxnLst/>
              <a:rect l="l" t="t" r="r" b="b"/>
              <a:pathLst>
                <a:path w="2277" h="3534" extrusionOk="0">
                  <a:moveTo>
                    <a:pt x="2092" y="1"/>
                  </a:moveTo>
                  <a:cubicBezTo>
                    <a:pt x="2036" y="1"/>
                    <a:pt x="2024" y="110"/>
                    <a:pt x="1964" y="122"/>
                  </a:cubicBezTo>
                  <a:cubicBezTo>
                    <a:pt x="1970" y="191"/>
                    <a:pt x="1925" y="253"/>
                    <a:pt x="1876" y="253"/>
                  </a:cubicBezTo>
                  <a:cubicBezTo>
                    <a:pt x="1873" y="253"/>
                    <a:pt x="1871" y="253"/>
                    <a:pt x="1868" y="252"/>
                  </a:cubicBezTo>
                  <a:cubicBezTo>
                    <a:pt x="1846" y="249"/>
                    <a:pt x="1826" y="248"/>
                    <a:pt x="1809" y="248"/>
                  </a:cubicBezTo>
                  <a:cubicBezTo>
                    <a:pt x="1645" y="248"/>
                    <a:pt x="1737" y="385"/>
                    <a:pt x="1757" y="477"/>
                  </a:cubicBezTo>
                  <a:cubicBezTo>
                    <a:pt x="1718" y="484"/>
                    <a:pt x="1681" y="488"/>
                    <a:pt x="1646" y="488"/>
                  </a:cubicBezTo>
                  <a:cubicBezTo>
                    <a:pt x="1556" y="488"/>
                    <a:pt x="1481" y="460"/>
                    <a:pt x="1422" y="379"/>
                  </a:cubicBezTo>
                  <a:cubicBezTo>
                    <a:pt x="1189" y="296"/>
                    <a:pt x="1410" y="163"/>
                    <a:pt x="1396" y="58"/>
                  </a:cubicBezTo>
                  <a:cubicBezTo>
                    <a:pt x="1370" y="48"/>
                    <a:pt x="1347" y="44"/>
                    <a:pt x="1327" y="44"/>
                  </a:cubicBezTo>
                  <a:cubicBezTo>
                    <a:pt x="1206" y="44"/>
                    <a:pt x="1185" y="194"/>
                    <a:pt x="1099" y="241"/>
                  </a:cubicBezTo>
                  <a:cubicBezTo>
                    <a:pt x="1050" y="371"/>
                    <a:pt x="1171" y="755"/>
                    <a:pt x="1297" y="862"/>
                  </a:cubicBezTo>
                  <a:cubicBezTo>
                    <a:pt x="1196" y="895"/>
                    <a:pt x="1022" y="908"/>
                    <a:pt x="1092" y="1055"/>
                  </a:cubicBezTo>
                  <a:cubicBezTo>
                    <a:pt x="1157" y="1193"/>
                    <a:pt x="1110" y="1244"/>
                    <a:pt x="1051" y="1281"/>
                  </a:cubicBezTo>
                  <a:lnTo>
                    <a:pt x="1051" y="1281"/>
                  </a:lnTo>
                  <a:cubicBezTo>
                    <a:pt x="1083" y="1237"/>
                    <a:pt x="1077" y="1168"/>
                    <a:pt x="1055" y="1092"/>
                  </a:cubicBezTo>
                  <a:cubicBezTo>
                    <a:pt x="1031" y="1012"/>
                    <a:pt x="1002" y="935"/>
                    <a:pt x="916" y="935"/>
                  </a:cubicBezTo>
                  <a:cubicBezTo>
                    <a:pt x="899" y="935"/>
                    <a:pt x="881" y="938"/>
                    <a:pt x="859" y="944"/>
                  </a:cubicBezTo>
                  <a:cubicBezTo>
                    <a:pt x="843" y="949"/>
                    <a:pt x="829" y="951"/>
                    <a:pt x="815" y="951"/>
                  </a:cubicBezTo>
                  <a:cubicBezTo>
                    <a:pt x="758" y="951"/>
                    <a:pt x="722" y="911"/>
                    <a:pt x="691" y="859"/>
                  </a:cubicBezTo>
                  <a:cubicBezTo>
                    <a:pt x="604" y="820"/>
                    <a:pt x="530" y="800"/>
                    <a:pt x="470" y="800"/>
                  </a:cubicBezTo>
                  <a:cubicBezTo>
                    <a:pt x="323" y="800"/>
                    <a:pt x="255" y="917"/>
                    <a:pt x="278" y="1162"/>
                  </a:cubicBezTo>
                  <a:cubicBezTo>
                    <a:pt x="300" y="1387"/>
                    <a:pt x="198" y="1606"/>
                    <a:pt x="281" y="1828"/>
                  </a:cubicBezTo>
                  <a:cubicBezTo>
                    <a:pt x="311" y="1909"/>
                    <a:pt x="254" y="1977"/>
                    <a:pt x="189" y="2028"/>
                  </a:cubicBezTo>
                  <a:cubicBezTo>
                    <a:pt x="134" y="2068"/>
                    <a:pt x="61" y="2094"/>
                    <a:pt x="57" y="2177"/>
                  </a:cubicBezTo>
                  <a:cubicBezTo>
                    <a:pt x="63" y="2201"/>
                    <a:pt x="77" y="2221"/>
                    <a:pt x="98" y="2236"/>
                  </a:cubicBezTo>
                  <a:cubicBezTo>
                    <a:pt x="119" y="2252"/>
                    <a:pt x="140" y="2258"/>
                    <a:pt x="163" y="2258"/>
                  </a:cubicBezTo>
                  <a:cubicBezTo>
                    <a:pt x="208" y="2258"/>
                    <a:pt x="260" y="2235"/>
                    <a:pt x="324" y="2222"/>
                  </a:cubicBezTo>
                  <a:lnTo>
                    <a:pt x="324" y="2222"/>
                  </a:lnTo>
                  <a:cubicBezTo>
                    <a:pt x="245" y="2305"/>
                    <a:pt x="164" y="2295"/>
                    <a:pt x="110" y="2336"/>
                  </a:cubicBezTo>
                  <a:cubicBezTo>
                    <a:pt x="68" y="2365"/>
                    <a:pt x="36" y="2399"/>
                    <a:pt x="18" y="2447"/>
                  </a:cubicBezTo>
                  <a:cubicBezTo>
                    <a:pt x="4" y="2518"/>
                    <a:pt x="0" y="2621"/>
                    <a:pt x="47" y="2642"/>
                  </a:cubicBezTo>
                  <a:cubicBezTo>
                    <a:pt x="205" y="2713"/>
                    <a:pt x="56" y="2793"/>
                    <a:pt x="70" y="2864"/>
                  </a:cubicBezTo>
                  <a:cubicBezTo>
                    <a:pt x="124" y="3026"/>
                    <a:pt x="227" y="3171"/>
                    <a:pt x="207" y="3358"/>
                  </a:cubicBezTo>
                  <a:cubicBezTo>
                    <a:pt x="196" y="3469"/>
                    <a:pt x="289" y="3534"/>
                    <a:pt x="391" y="3534"/>
                  </a:cubicBezTo>
                  <a:cubicBezTo>
                    <a:pt x="392" y="3534"/>
                    <a:pt x="392" y="3534"/>
                    <a:pt x="393" y="3534"/>
                  </a:cubicBezTo>
                  <a:cubicBezTo>
                    <a:pt x="498" y="3533"/>
                    <a:pt x="533" y="3448"/>
                    <a:pt x="528" y="3350"/>
                  </a:cubicBezTo>
                  <a:cubicBezTo>
                    <a:pt x="525" y="3270"/>
                    <a:pt x="522" y="3186"/>
                    <a:pt x="575" y="3125"/>
                  </a:cubicBezTo>
                  <a:cubicBezTo>
                    <a:pt x="718" y="2963"/>
                    <a:pt x="730" y="2750"/>
                    <a:pt x="807" y="2563"/>
                  </a:cubicBezTo>
                  <a:cubicBezTo>
                    <a:pt x="809" y="2538"/>
                    <a:pt x="812" y="2513"/>
                    <a:pt x="814" y="2489"/>
                  </a:cubicBezTo>
                  <a:cubicBezTo>
                    <a:pt x="839" y="2376"/>
                    <a:pt x="827" y="2303"/>
                    <a:pt x="743" y="2303"/>
                  </a:cubicBezTo>
                  <a:cubicBezTo>
                    <a:pt x="717" y="2303"/>
                    <a:pt x="686" y="2309"/>
                    <a:pt x="647" y="2323"/>
                  </a:cubicBezTo>
                  <a:cubicBezTo>
                    <a:pt x="650" y="2333"/>
                    <a:pt x="648" y="2336"/>
                    <a:pt x="645" y="2336"/>
                  </a:cubicBezTo>
                  <a:cubicBezTo>
                    <a:pt x="637" y="2336"/>
                    <a:pt x="620" y="2317"/>
                    <a:pt x="631" y="2316"/>
                  </a:cubicBezTo>
                  <a:cubicBezTo>
                    <a:pt x="899" y="2246"/>
                    <a:pt x="986" y="1947"/>
                    <a:pt x="1251" y="1888"/>
                  </a:cubicBezTo>
                  <a:cubicBezTo>
                    <a:pt x="1311" y="1876"/>
                    <a:pt x="1349" y="1785"/>
                    <a:pt x="1258" y="1726"/>
                  </a:cubicBezTo>
                  <a:cubicBezTo>
                    <a:pt x="1179" y="1677"/>
                    <a:pt x="1223" y="1628"/>
                    <a:pt x="1276" y="1628"/>
                  </a:cubicBezTo>
                  <a:cubicBezTo>
                    <a:pt x="1277" y="1628"/>
                    <a:pt x="1278" y="1628"/>
                    <a:pt x="1279" y="1628"/>
                  </a:cubicBezTo>
                  <a:cubicBezTo>
                    <a:pt x="1492" y="1628"/>
                    <a:pt x="1585" y="1476"/>
                    <a:pt x="1685" y="1328"/>
                  </a:cubicBezTo>
                  <a:cubicBezTo>
                    <a:pt x="1698" y="1317"/>
                    <a:pt x="1711" y="1306"/>
                    <a:pt x="1725" y="1294"/>
                  </a:cubicBezTo>
                  <a:lnTo>
                    <a:pt x="1725" y="1295"/>
                  </a:lnTo>
                  <a:cubicBezTo>
                    <a:pt x="1878" y="1277"/>
                    <a:pt x="2195" y="942"/>
                    <a:pt x="2182" y="811"/>
                  </a:cubicBezTo>
                  <a:cubicBezTo>
                    <a:pt x="2177" y="764"/>
                    <a:pt x="2152" y="735"/>
                    <a:pt x="2110" y="714"/>
                  </a:cubicBezTo>
                  <a:cubicBezTo>
                    <a:pt x="1939" y="628"/>
                    <a:pt x="2010" y="577"/>
                    <a:pt x="2134" y="519"/>
                  </a:cubicBezTo>
                  <a:cubicBezTo>
                    <a:pt x="2277" y="453"/>
                    <a:pt x="2273" y="447"/>
                    <a:pt x="2208" y="327"/>
                  </a:cubicBezTo>
                  <a:lnTo>
                    <a:pt x="2208" y="327"/>
                  </a:lnTo>
                  <a:cubicBezTo>
                    <a:pt x="2195" y="339"/>
                    <a:pt x="2182" y="350"/>
                    <a:pt x="2168" y="361"/>
                  </a:cubicBezTo>
                  <a:cubicBezTo>
                    <a:pt x="2051" y="354"/>
                    <a:pt x="2076" y="278"/>
                    <a:pt x="2110" y="217"/>
                  </a:cubicBezTo>
                  <a:cubicBezTo>
                    <a:pt x="2147" y="148"/>
                    <a:pt x="2210" y="68"/>
                    <a:pt x="2130" y="14"/>
                  </a:cubicBezTo>
                  <a:cubicBezTo>
                    <a:pt x="2115" y="5"/>
                    <a:pt x="2102" y="1"/>
                    <a:pt x="2092" y="1"/>
                  </a:cubicBezTo>
                  <a:close/>
                </a:path>
              </a:pathLst>
            </a:custGeom>
            <a:solidFill>
              <a:srgbClr val="EE7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7238300" y="1261925"/>
              <a:ext cx="29875" cy="29300"/>
            </a:xfrm>
            <a:custGeom>
              <a:avLst/>
              <a:gdLst/>
              <a:ahLst/>
              <a:cxnLst/>
              <a:rect l="l" t="t" r="r" b="b"/>
              <a:pathLst>
                <a:path w="1195" h="1172" extrusionOk="0">
                  <a:moveTo>
                    <a:pt x="649" y="0"/>
                  </a:moveTo>
                  <a:cubicBezTo>
                    <a:pt x="643" y="0"/>
                    <a:pt x="639" y="5"/>
                    <a:pt x="639" y="16"/>
                  </a:cubicBezTo>
                  <a:cubicBezTo>
                    <a:pt x="637" y="98"/>
                    <a:pt x="620" y="122"/>
                    <a:pt x="598" y="122"/>
                  </a:cubicBezTo>
                  <a:cubicBezTo>
                    <a:pt x="565" y="122"/>
                    <a:pt x="521" y="68"/>
                    <a:pt x="497" y="68"/>
                  </a:cubicBezTo>
                  <a:cubicBezTo>
                    <a:pt x="491" y="68"/>
                    <a:pt x="487" y="71"/>
                    <a:pt x="484" y="80"/>
                  </a:cubicBezTo>
                  <a:cubicBezTo>
                    <a:pt x="535" y="195"/>
                    <a:pt x="492" y="210"/>
                    <a:pt x="437" y="210"/>
                  </a:cubicBezTo>
                  <a:cubicBezTo>
                    <a:pt x="418" y="210"/>
                    <a:pt x="398" y="208"/>
                    <a:pt x="379" y="208"/>
                  </a:cubicBezTo>
                  <a:cubicBezTo>
                    <a:pt x="359" y="208"/>
                    <a:pt x="341" y="210"/>
                    <a:pt x="329" y="218"/>
                  </a:cubicBezTo>
                  <a:cubicBezTo>
                    <a:pt x="257" y="265"/>
                    <a:pt x="167" y="285"/>
                    <a:pt x="184" y="403"/>
                  </a:cubicBezTo>
                  <a:cubicBezTo>
                    <a:pt x="198" y="493"/>
                    <a:pt x="249" y="526"/>
                    <a:pt x="325" y="526"/>
                  </a:cubicBezTo>
                  <a:cubicBezTo>
                    <a:pt x="333" y="526"/>
                    <a:pt x="342" y="525"/>
                    <a:pt x="351" y="524"/>
                  </a:cubicBezTo>
                  <a:cubicBezTo>
                    <a:pt x="356" y="524"/>
                    <a:pt x="360" y="524"/>
                    <a:pt x="364" y="524"/>
                  </a:cubicBezTo>
                  <a:cubicBezTo>
                    <a:pt x="396" y="524"/>
                    <a:pt x="418" y="538"/>
                    <a:pt x="420" y="605"/>
                  </a:cubicBezTo>
                  <a:cubicBezTo>
                    <a:pt x="233" y="692"/>
                    <a:pt x="230" y="969"/>
                    <a:pt x="1" y="1047"/>
                  </a:cubicBezTo>
                  <a:lnTo>
                    <a:pt x="1" y="1048"/>
                  </a:lnTo>
                  <a:cubicBezTo>
                    <a:pt x="40" y="1142"/>
                    <a:pt x="87" y="1171"/>
                    <a:pt x="137" y="1171"/>
                  </a:cubicBezTo>
                  <a:cubicBezTo>
                    <a:pt x="222" y="1171"/>
                    <a:pt x="317" y="1086"/>
                    <a:pt x="404" y="1086"/>
                  </a:cubicBezTo>
                  <a:cubicBezTo>
                    <a:pt x="419" y="1086"/>
                    <a:pt x="433" y="1088"/>
                    <a:pt x="448" y="1094"/>
                  </a:cubicBezTo>
                  <a:cubicBezTo>
                    <a:pt x="461" y="1100"/>
                    <a:pt x="477" y="1102"/>
                    <a:pt x="495" y="1102"/>
                  </a:cubicBezTo>
                  <a:cubicBezTo>
                    <a:pt x="530" y="1102"/>
                    <a:pt x="569" y="1092"/>
                    <a:pt x="596" y="1076"/>
                  </a:cubicBezTo>
                  <a:cubicBezTo>
                    <a:pt x="659" y="1039"/>
                    <a:pt x="610" y="1001"/>
                    <a:pt x="586" y="953"/>
                  </a:cubicBezTo>
                  <a:cubicBezTo>
                    <a:pt x="509" y="798"/>
                    <a:pt x="572" y="590"/>
                    <a:pt x="698" y="590"/>
                  </a:cubicBezTo>
                  <a:cubicBezTo>
                    <a:pt x="699" y="590"/>
                    <a:pt x="699" y="590"/>
                    <a:pt x="700" y="590"/>
                  </a:cubicBezTo>
                  <a:cubicBezTo>
                    <a:pt x="881" y="590"/>
                    <a:pt x="896" y="456"/>
                    <a:pt x="991" y="387"/>
                  </a:cubicBezTo>
                  <a:cubicBezTo>
                    <a:pt x="1052" y="441"/>
                    <a:pt x="1091" y="524"/>
                    <a:pt x="1195" y="529"/>
                  </a:cubicBezTo>
                  <a:cubicBezTo>
                    <a:pt x="1171" y="314"/>
                    <a:pt x="967" y="290"/>
                    <a:pt x="848" y="182"/>
                  </a:cubicBezTo>
                  <a:cubicBezTo>
                    <a:pt x="782" y="136"/>
                    <a:pt x="681" y="0"/>
                    <a:pt x="649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7260625" y="1245225"/>
              <a:ext cx="19425" cy="22475"/>
            </a:xfrm>
            <a:custGeom>
              <a:avLst/>
              <a:gdLst/>
              <a:ahLst/>
              <a:cxnLst/>
              <a:rect l="l" t="t" r="r" b="b"/>
              <a:pathLst>
                <a:path w="777" h="899" extrusionOk="0">
                  <a:moveTo>
                    <a:pt x="675" y="0"/>
                  </a:moveTo>
                  <a:cubicBezTo>
                    <a:pt x="649" y="0"/>
                    <a:pt x="625" y="11"/>
                    <a:pt x="604" y="29"/>
                  </a:cubicBezTo>
                  <a:cubicBezTo>
                    <a:pt x="553" y="76"/>
                    <a:pt x="532" y="157"/>
                    <a:pt x="447" y="157"/>
                  </a:cubicBezTo>
                  <a:cubicBezTo>
                    <a:pt x="435" y="157"/>
                    <a:pt x="420" y="155"/>
                    <a:pt x="405" y="151"/>
                  </a:cubicBezTo>
                  <a:cubicBezTo>
                    <a:pt x="377" y="144"/>
                    <a:pt x="355" y="141"/>
                    <a:pt x="337" y="141"/>
                  </a:cubicBezTo>
                  <a:cubicBezTo>
                    <a:pt x="249" y="141"/>
                    <a:pt x="273" y="219"/>
                    <a:pt x="297" y="312"/>
                  </a:cubicBezTo>
                  <a:cubicBezTo>
                    <a:pt x="314" y="376"/>
                    <a:pt x="412" y="401"/>
                    <a:pt x="367" y="497"/>
                  </a:cubicBezTo>
                  <a:cubicBezTo>
                    <a:pt x="206" y="512"/>
                    <a:pt x="11" y="494"/>
                    <a:pt x="1" y="742"/>
                  </a:cubicBezTo>
                  <a:cubicBezTo>
                    <a:pt x="44" y="791"/>
                    <a:pt x="81" y="809"/>
                    <a:pt x="115" y="809"/>
                  </a:cubicBezTo>
                  <a:cubicBezTo>
                    <a:pt x="214" y="809"/>
                    <a:pt x="284" y="658"/>
                    <a:pt x="389" y="658"/>
                  </a:cubicBezTo>
                  <a:cubicBezTo>
                    <a:pt x="407" y="658"/>
                    <a:pt x="426" y="662"/>
                    <a:pt x="446" y="672"/>
                  </a:cubicBezTo>
                  <a:cubicBezTo>
                    <a:pt x="441" y="736"/>
                    <a:pt x="336" y="815"/>
                    <a:pt x="430" y="886"/>
                  </a:cubicBezTo>
                  <a:cubicBezTo>
                    <a:pt x="441" y="894"/>
                    <a:pt x="462" y="899"/>
                    <a:pt x="482" y="899"/>
                  </a:cubicBezTo>
                  <a:cubicBezTo>
                    <a:pt x="499" y="899"/>
                    <a:pt x="516" y="895"/>
                    <a:pt x="525" y="888"/>
                  </a:cubicBezTo>
                  <a:cubicBezTo>
                    <a:pt x="596" y="832"/>
                    <a:pt x="595" y="741"/>
                    <a:pt x="561" y="676"/>
                  </a:cubicBezTo>
                  <a:cubicBezTo>
                    <a:pt x="449" y="469"/>
                    <a:pt x="698" y="496"/>
                    <a:pt x="735" y="390"/>
                  </a:cubicBezTo>
                  <a:cubicBezTo>
                    <a:pt x="670" y="303"/>
                    <a:pt x="679" y="212"/>
                    <a:pt x="729" y="123"/>
                  </a:cubicBezTo>
                  <a:cubicBezTo>
                    <a:pt x="751" y="84"/>
                    <a:pt x="776" y="45"/>
                    <a:pt x="724" y="14"/>
                  </a:cubicBezTo>
                  <a:cubicBezTo>
                    <a:pt x="708" y="5"/>
                    <a:pt x="691" y="0"/>
                    <a:pt x="675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7318850" y="1165125"/>
              <a:ext cx="16150" cy="7625"/>
            </a:xfrm>
            <a:custGeom>
              <a:avLst/>
              <a:gdLst/>
              <a:ahLst/>
              <a:cxnLst/>
              <a:rect l="l" t="t" r="r" b="b"/>
              <a:pathLst>
                <a:path w="646" h="305" extrusionOk="0">
                  <a:moveTo>
                    <a:pt x="471" y="0"/>
                  </a:moveTo>
                  <a:cubicBezTo>
                    <a:pt x="467" y="0"/>
                    <a:pt x="463" y="2"/>
                    <a:pt x="460" y="5"/>
                  </a:cubicBezTo>
                  <a:cubicBezTo>
                    <a:pt x="352" y="144"/>
                    <a:pt x="135" y="68"/>
                    <a:pt x="0" y="290"/>
                  </a:cubicBezTo>
                  <a:cubicBezTo>
                    <a:pt x="49" y="264"/>
                    <a:pt x="94" y="255"/>
                    <a:pt x="136" y="255"/>
                  </a:cubicBezTo>
                  <a:cubicBezTo>
                    <a:pt x="237" y="255"/>
                    <a:pt x="324" y="305"/>
                    <a:pt x="412" y="305"/>
                  </a:cubicBezTo>
                  <a:cubicBezTo>
                    <a:pt x="452" y="305"/>
                    <a:pt x="493" y="294"/>
                    <a:pt x="536" y="263"/>
                  </a:cubicBezTo>
                  <a:cubicBezTo>
                    <a:pt x="578" y="231"/>
                    <a:pt x="645" y="204"/>
                    <a:pt x="608" y="152"/>
                  </a:cubicBezTo>
                  <a:cubicBezTo>
                    <a:pt x="570" y="102"/>
                    <a:pt x="503" y="0"/>
                    <a:pt x="471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7361200" y="1166625"/>
              <a:ext cx="14375" cy="10700"/>
            </a:xfrm>
            <a:custGeom>
              <a:avLst/>
              <a:gdLst/>
              <a:ahLst/>
              <a:cxnLst/>
              <a:rect l="l" t="t" r="r" b="b"/>
              <a:pathLst>
                <a:path w="575" h="428" extrusionOk="0">
                  <a:moveTo>
                    <a:pt x="500" y="0"/>
                  </a:moveTo>
                  <a:cubicBezTo>
                    <a:pt x="489" y="0"/>
                    <a:pt x="478" y="6"/>
                    <a:pt x="465" y="20"/>
                  </a:cubicBezTo>
                  <a:cubicBezTo>
                    <a:pt x="360" y="140"/>
                    <a:pt x="191" y="108"/>
                    <a:pt x="0" y="220"/>
                  </a:cubicBezTo>
                  <a:cubicBezTo>
                    <a:pt x="172" y="227"/>
                    <a:pt x="233" y="289"/>
                    <a:pt x="161" y="428"/>
                  </a:cubicBezTo>
                  <a:cubicBezTo>
                    <a:pt x="297" y="325"/>
                    <a:pt x="398" y="243"/>
                    <a:pt x="506" y="170"/>
                  </a:cubicBezTo>
                  <a:cubicBezTo>
                    <a:pt x="559" y="133"/>
                    <a:pt x="575" y="93"/>
                    <a:pt x="546" y="39"/>
                  </a:cubicBezTo>
                  <a:cubicBezTo>
                    <a:pt x="535" y="20"/>
                    <a:pt x="519" y="0"/>
                    <a:pt x="500" y="0"/>
                  </a:cubicBezTo>
                  <a:close/>
                </a:path>
              </a:pathLst>
            </a:custGeom>
            <a:solidFill>
              <a:srgbClr val="F08A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7350875" y="1168325"/>
              <a:ext cx="7200" cy="3650"/>
            </a:xfrm>
            <a:custGeom>
              <a:avLst/>
              <a:gdLst/>
              <a:ahLst/>
              <a:cxnLst/>
              <a:rect l="l" t="t" r="r" b="b"/>
              <a:pathLst>
                <a:path w="288" h="146" extrusionOk="0">
                  <a:moveTo>
                    <a:pt x="92" y="1"/>
                  </a:moveTo>
                  <a:cubicBezTo>
                    <a:pt x="73" y="1"/>
                    <a:pt x="52" y="8"/>
                    <a:pt x="27" y="25"/>
                  </a:cubicBezTo>
                  <a:cubicBezTo>
                    <a:pt x="12" y="37"/>
                    <a:pt x="9" y="69"/>
                    <a:pt x="1" y="91"/>
                  </a:cubicBezTo>
                  <a:cubicBezTo>
                    <a:pt x="61" y="103"/>
                    <a:pt x="117" y="146"/>
                    <a:pt x="181" y="146"/>
                  </a:cubicBezTo>
                  <a:cubicBezTo>
                    <a:pt x="214" y="146"/>
                    <a:pt x="249" y="135"/>
                    <a:pt x="287" y="103"/>
                  </a:cubicBezTo>
                  <a:lnTo>
                    <a:pt x="287" y="103"/>
                  </a:lnTo>
                  <a:cubicBezTo>
                    <a:pt x="286" y="103"/>
                    <a:pt x="285" y="103"/>
                    <a:pt x="283" y="103"/>
                  </a:cubicBezTo>
                  <a:cubicBezTo>
                    <a:pt x="208" y="103"/>
                    <a:pt x="165" y="1"/>
                    <a:pt x="92" y="1"/>
                  </a:cubicBezTo>
                  <a:close/>
                </a:path>
              </a:pathLst>
            </a:custGeom>
            <a:solidFill>
              <a:srgbClr val="F08A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7304675" y="1279650"/>
              <a:ext cx="4625" cy="6475"/>
            </a:xfrm>
            <a:custGeom>
              <a:avLst/>
              <a:gdLst/>
              <a:ahLst/>
              <a:cxnLst/>
              <a:rect l="l" t="t" r="r" b="b"/>
              <a:pathLst>
                <a:path w="185" h="259" extrusionOk="0">
                  <a:moveTo>
                    <a:pt x="111" y="1"/>
                  </a:moveTo>
                  <a:cubicBezTo>
                    <a:pt x="110" y="1"/>
                    <a:pt x="109" y="1"/>
                    <a:pt x="108" y="1"/>
                  </a:cubicBezTo>
                  <a:cubicBezTo>
                    <a:pt x="0" y="42"/>
                    <a:pt x="25" y="137"/>
                    <a:pt x="23" y="258"/>
                  </a:cubicBezTo>
                  <a:cubicBezTo>
                    <a:pt x="90" y="188"/>
                    <a:pt x="184" y="149"/>
                    <a:pt x="162" y="41"/>
                  </a:cubicBezTo>
                  <a:cubicBezTo>
                    <a:pt x="159" y="25"/>
                    <a:pt x="126" y="1"/>
                    <a:pt x="111" y="1"/>
                  </a:cubicBezTo>
                  <a:close/>
                </a:path>
              </a:pathLst>
            </a:custGeom>
            <a:solidFill>
              <a:srgbClr val="F088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7335250" y="1156500"/>
              <a:ext cx="5100" cy="6675"/>
            </a:xfrm>
            <a:custGeom>
              <a:avLst/>
              <a:gdLst/>
              <a:ahLst/>
              <a:cxnLst/>
              <a:rect l="l" t="t" r="r" b="b"/>
              <a:pathLst>
                <a:path w="204" h="267" extrusionOk="0">
                  <a:moveTo>
                    <a:pt x="163" y="0"/>
                  </a:moveTo>
                  <a:lnTo>
                    <a:pt x="163" y="0"/>
                  </a:lnTo>
                  <a:cubicBezTo>
                    <a:pt x="36" y="67"/>
                    <a:pt x="30" y="174"/>
                    <a:pt x="0" y="266"/>
                  </a:cubicBezTo>
                  <a:cubicBezTo>
                    <a:pt x="73" y="200"/>
                    <a:pt x="204" y="168"/>
                    <a:pt x="163" y="0"/>
                  </a:cubicBezTo>
                  <a:close/>
                </a:path>
              </a:pathLst>
            </a:custGeom>
            <a:solidFill>
              <a:srgbClr val="EF8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7344725" y="1249600"/>
              <a:ext cx="6125" cy="3250"/>
            </a:xfrm>
            <a:custGeom>
              <a:avLst/>
              <a:gdLst/>
              <a:ahLst/>
              <a:cxnLst/>
              <a:rect l="l" t="t" r="r" b="b"/>
              <a:pathLst>
                <a:path w="245" h="130" extrusionOk="0">
                  <a:moveTo>
                    <a:pt x="138" y="0"/>
                  </a:moveTo>
                  <a:cubicBezTo>
                    <a:pt x="100" y="0"/>
                    <a:pt x="56" y="17"/>
                    <a:pt x="1" y="51"/>
                  </a:cubicBezTo>
                  <a:cubicBezTo>
                    <a:pt x="76" y="64"/>
                    <a:pt x="109" y="129"/>
                    <a:pt x="165" y="129"/>
                  </a:cubicBezTo>
                  <a:cubicBezTo>
                    <a:pt x="180" y="129"/>
                    <a:pt x="198" y="124"/>
                    <a:pt x="218" y="112"/>
                  </a:cubicBezTo>
                  <a:cubicBezTo>
                    <a:pt x="232" y="103"/>
                    <a:pt x="244" y="58"/>
                    <a:pt x="236" y="49"/>
                  </a:cubicBezTo>
                  <a:cubicBezTo>
                    <a:pt x="207" y="17"/>
                    <a:pt x="176" y="0"/>
                    <a:pt x="138" y="0"/>
                  </a:cubicBezTo>
                  <a:close/>
                </a:path>
              </a:pathLst>
            </a:custGeom>
            <a:solidFill>
              <a:srgbClr val="F08A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7291700" y="1181850"/>
              <a:ext cx="5225" cy="5400"/>
            </a:xfrm>
            <a:custGeom>
              <a:avLst/>
              <a:gdLst/>
              <a:ahLst/>
              <a:cxnLst/>
              <a:rect l="l" t="t" r="r" b="b"/>
              <a:pathLst>
                <a:path w="209" h="216" extrusionOk="0">
                  <a:moveTo>
                    <a:pt x="165" y="0"/>
                  </a:moveTo>
                  <a:lnTo>
                    <a:pt x="165" y="0"/>
                  </a:lnTo>
                  <a:cubicBezTo>
                    <a:pt x="135" y="91"/>
                    <a:pt x="73" y="155"/>
                    <a:pt x="0" y="210"/>
                  </a:cubicBezTo>
                  <a:cubicBezTo>
                    <a:pt x="12" y="214"/>
                    <a:pt x="23" y="216"/>
                    <a:pt x="34" y="216"/>
                  </a:cubicBezTo>
                  <a:cubicBezTo>
                    <a:pt x="83" y="216"/>
                    <a:pt x="117" y="178"/>
                    <a:pt x="153" y="148"/>
                  </a:cubicBezTo>
                  <a:cubicBezTo>
                    <a:pt x="204" y="102"/>
                    <a:pt x="208" y="53"/>
                    <a:pt x="165" y="0"/>
                  </a:cubicBezTo>
                  <a:close/>
                </a:path>
              </a:pathLst>
            </a:custGeom>
            <a:solidFill>
              <a:srgbClr val="F088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7374825" y="1160100"/>
              <a:ext cx="2275" cy="5025"/>
            </a:xfrm>
            <a:custGeom>
              <a:avLst/>
              <a:gdLst/>
              <a:ahLst/>
              <a:cxnLst/>
              <a:rect l="l" t="t" r="r" b="b"/>
              <a:pathLst>
                <a:path w="91" h="201" extrusionOk="0">
                  <a:moveTo>
                    <a:pt x="32" y="0"/>
                  </a:moveTo>
                  <a:cubicBezTo>
                    <a:pt x="3" y="72"/>
                    <a:pt x="1" y="134"/>
                    <a:pt x="86" y="201"/>
                  </a:cubicBezTo>
                  <a:cubicBezTo>
                    <a:pt x="91" y="105"/>
                    <a:pt x="71" y="50"/>
                    <a:pt x="32" y="0"/>
                  </a:cubicBezTo>
                  <a:close/>
                </a:path>
              </a:pathLst>
            </a:custGeom>
            <a:solidFill>
              <a:srgbClr val="F08A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7362100" y="1165850"/>
              <a:ext cx="2125" cy="2550"/>
            </a:xfrm>
            <a:custGeom>
              <a:avLst/>
              <a:gdLst/>
              <a:ahLst/>
              <a:cxnLst/>
              <a:rect l="l" t="t" r="r" b="b"/>
              <a:pathLst>
                <a:path w="85" h="102" extrusionOk="0">
                  <a:moveTo>
                    <a:pt x="57" y="1"/>
                  </a:moveTo>
                  <a:cubicBezTo>
                    <a:pt x="45" y="1"/>
                    <a:pt x="31" y="9"/>
                    <a:pt x="15" y="22"/>
                  </a:cubicBezTo>
                  <a:cubicBezTo>
                    <a:pt x="13" y="37"/>
                    <a:pt x="1" y="61"/>
                    <a:pt x="8" y="79"/>
                  </a:cubicBezTo>
                  <a:cubicBezTo>
                    <a:pt x="13" y="94"/>
                    <a:pt x="25" y="102"/>
                    <a:pt x="37" y="102"/>
                  </a:cubicBezTo>
                  <a:cubicBezTo>
                    <a:pt x="47" y="102"/>
                    <a:pt x="57" y="97"/>
                    <a:pt x="65" y="86"/>
                  </a:cubicBezTo>
                  <a:cubicBezTo>
                    <a:pt x="77" y="69"/>
                    <a:pt x="85" y="39"/>
                    <a:pt x="78" y="20"/>
                  </a:cubicBezTo>
                  <a:cubicBezTo>
                    <a:pt x="74" y="7"/>
                    <a:pt x="66" y="1"/>
                    <a:pt x="57" y="1"/>
                  </a:cubicBezTo>
                  <a:close/>
                </a:path>
              </a:pathLst>
            </a:custGeom>
            <a:solidFill>
              <a:srgbClr val="F08A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7140800" y="1222675"/>
              <a:ext cx="62950" cy="58825"/>
            </a:xfrm>
            <a:custGeom>
              <a:avLst/>
              <a:gdLst/>
              <a:ahLst/>
              <a:cxnLst/>
              <a:rect l="l" t="t" r="r" b="b"/>
              <a:pathLst>
                <a:path w="2518" h="2353" extrusionOk="0">
                  <a:moveTo>
                    <a:pt x="162" y="1"/>
                  </a:moveTo>
                  <a:cubicBezTo>
                    <a:pt x="48" y="1"/>
                    <a:pt x="123" y="165"/>
                    <a:pt x="66" y="237"/>
                  </a:cubicBezTo>
                  <a:cubicBezTo>
                    <a:pt x="39" y="237"/>
                    <a:pt x="20" y="250"/>
                    <a:pt x="8" y="274"/>
                  </a:cubicBezTo>
                  <a:cubicBezTo>
                    <a:pt x="1" y="571"/>
                    <a:pt x="254" y="681"/>
                    <a:pt x="444" y="755"/>
                  </a:cubicBezTo>
                  <a:cubicBezTo>
                    <a:pt x="700" y="856"/>
                    <a:pt x="691" y="1012"/>
                    <a:pt x="660" y="1205"/>
                  </a:cubicBezTo>
                  <a:cubicBezTo>
                    <a:pt x="619" y="1467"/>
                    <a:pt x="705" y="1579"/>
                    <a:pt x="991" y="1612"/>
                  </a:cubicBezTo>
                  <a:cubicBezTo>
                    <a:pt x="1014" y="1606"/>
                    <a:pt x="1038" y="1596"/>
                    <a:pt x="1059" y="1584"/>
                  </a:cubicBezTo>
                  <a:cubicBezTo>
                    <a:pt x="1141" y="1544"/>
                    <a:pt x="1166" y="1429"/>
                    <a:pt x="1288" y="1417"/>
                  </a:cubicBezTo>
                  <a:lnTo>
                    <a:pt x="1288" y="1417"/>
                  </a:lnTo>
                  <a:cubicBezTo>
                    <a:pt x="1141" y="1525"/>
                    <a:pt x="1076" y="1678"/>
                    <a:pt x="981" y="1808"/>
                  </a:cubicBezTo>
                  <a:cubicBezTo>
                    <a:pt x="826" y="2070"/>
                    <a:pt x="1055" y="2148"/>
                    <a:pt x="1201" y="2265"/>
                  </a:cubicBezTo>
                  <a:cubicBezTo>
                    <a:pt x="1284" y="2325"/>
                    <a:pt x="1375" y="2353"/>
                    <a:pt x="1462" y="2353"/>
                  </a:cubicBezTo>
                  <a:cubicBezTo>
                    <a:pt x="1554" y="2353"/>
                    <a:pt x="1642" y="2322"/>
                    <a:pt x="1712" y="2265"/>
                  </a:cubicBezTo>
                  <a:cubicBezTo>
                    <a:pt x="1858" y="2145"/>
                    <a:pt x="2005" y="2099"/>
                    <a:pt x="2176" y="2072"/>
                  </a:cubicBezTo>
                  <a:cubicBezTo>
                    <a:pt x="2313" y="2051"/>
                    <a:pt x="2459" y="2041"/>
                    <a:pt x="2511" y="1876"/>
                  </a:cubicBezTo>
                  <a:cubicBezTo>
                    <a:pt x="2517" y="1852"/>
                    <a:pt x="2517" y="1828"/>
                    <a:pt x="2512" y="1802"/>
                  </a:cubicBezTo>
                  <a:cubicBezTo>
                    <a:pt x="2428" y="1712"/>
                    <a:pt x="2234" y="1827"/>
                    <a:pt x="2206" y="1664"/>
                  </a:cubicBezTo>
                  <a:cubicBezTo>
                    <a:pt x="2186" y="1541"/>
                    <a:pt x="2393" y="1502"/>
                    <a:pt x="2382" y="1359"/>
                  </a:cubicBezTo>
                  <a:cubicBezTo>
                    <a:pt x="2372" y="1355"/>
                    <a:pt x="2363" y="1353"/>
                    <a:pt x="2354" y="1353"/>
                  </a:cubicBezTo>
                  <a:cubicBezTo>
                    <a:pt x="2286" y="1353"/>
                    <a:pt x="2261" y="1457"/>
                    <a:pt x="2204" y="1457"/>
                  </a:cubicBezTo>
                  <a:cubicBezTo>
                    <a:pt x="2192" y="1457"/>
                    <a:pt x="2177" y="1452"/>
                    <a:pt x="2160" y="1438"/>
                  </a:cubicBezTo>
                  <a:cubicBezTo>
                    <a:pt x="2078" y="1372"/>
                    <a:pt x="2130" y="1279"/>
                    <a:pt x="2155" y="1197"/>
                  </a:cubicBezTo>
                  <a:cubicBezTo>
                    <a:pt x="2170" y="1154"/>
                    <a:pt x="2181" y="1098"/>
                    <a:pt x="2122" y="1094"/>
                  </a:cubicBezTo>
                  <a:cubicBezTo>
                    <a:pt x="1997" y="1083"/>
                    <a:pt x="1917" y="984"/>
                    <a:pt x="1813" y="937"/>
                  </a:cubicBezTo>
                  <a:cubicBezTo>
                    <a:pt x="1775" y="919"/>
                    <a:pt x="1742" y="912"/>
                    <a:pt x="1713" y="912"/>
                  </a:cubicBezTo>
                  <a:cubicBezTo>
                    <a:pt x="1660" y="912"/>
                    <a:pt x="1621" y="936"/>
                    <a:pt x="1589" y="967"/>
                  </a:cubicBezTo>
                  <a:cubicBezTo>
                    <a:pt x="1515" y="1036"/>
                    <a:pt x="1552" y="1129"/>
                    <a:pt x="1622" y="1194"/>
                  </a:cubicBezTo>
                  <a:cubicBezTo>
                    <a:pt x="1674" y="1241"/>
                    <a:pt x="1739" y="1276"/>
                    <a:pt x="1673" y="1371"/>
                  </a:cubicBezTo>
                  <a:cubicBezTo>
                    <a:pt x="1593" y="1314"/>
                    <a:pt x="1517" y="1259"/>
                    <a:pt x="1439" y="1205"/>
                  </a:cubicBezTo>
                  <a:cubicBezTo>
                    <a:pt x="1397" y="1175"/>
                    <a:pt x="1345" y="1155"/>
                    <a:pt x="1378" y="1085"/>
                  </a:cubicBezTo>
                  <a:cubicBezTo>
                    <a:pt x="1466" y="906"/>
                    <a:pt x="1544" y="720"/>
                    <a:pt x="1791" y="719"/>
                  </a:cubicBezTo>
                  <a:cubicBezTo>
                    <a:pt x="1889" y="719"/>
                    <a:pt x="1951" y="677"/>
                    <a:pt x="1966" y="567"/>
                  </a:cubicBezTo>
                  <a:cubicBezTo>
                    <a:pt x="1982" y="463"/>
                    <a:pt x="1997" y="368"/>
                    <a:pt x="1844" y="286"/>
                  </a:cubicBezTo>
                  <a:lnTo>
                    <a:pt x="1844" y="286"/>
                  </a:lnTo>
                  <a:cubicBezTo>
                    <a:pt x="1899" y="551"/>
                    <a:pt x="1729" y="606"/>
                    <a:pt x="1566" y="683"/>
                  </a:cubicBezTo>
                  <a:cubicBezTo>
                    <a:pt x="1524" y="703"/>
                    <a:pt x="1487" y="712"/>
                    <a:pt x="1456" y="712"/>
                  </a:cubicBezTo>
                  <a:cubicBezTo>
                    <a:pt x="1385" y="712"/>
                    <a:pt x="1343" y="665"/>
                    <a:pt x="1343" y="578"/>
                  </a:cubicBezTo>
                  <a:cubicBezTo>
                    <a:pt x="1343" y="475"/>
                    <a:pt x="1305" y="453"/>
                    <a:pt x="1260" y="453"/>
                  </a:cubicBezTo>
                  <a:cubicBezTo>
                    <a:pt x="1228" y="453"/>
                    <a:pt x="1191" y="464"/>
                    <a:pt x="1163" y="464"/>
                  </a:cubicBezTo>
                  <a:cubicBezTo>
                    <a:pt x="1159" y="464"/>
                    <a:pt x="1155" y="464"/>
                    <a:pt x="1151" y="463"/>
                  </a:cubicBezTo>
                  <a:cubicBezTo>
                    <a:pt x="1076" y="166"/>
                    <a:pt x="1404" y="263"/>
                    <a:pt x="1480" y="120"/>
                  </a:cubicBezTo>
                  <a:cubicBezTo>
                    <a:pt x="1423" y="97"/>
                    <a:pt x="1371" y="87"/>
                    <a:pt x="1325" y="87"/>
                  </a:cubicBezTo>
                  <a:cubicBezTo>
                    <a:pt x="1157" y="87"/>
                    <a:pt x="1054" y="220"/>
                    <a:pt x="955" y="367"/>
                  </a:cubicBezTo>
                  <a:cubicBezTo>
                    <a:pt x="930" y="403"/>
                    <a:pt x="893" y="423"/>
                    <a:pt x="852" y="423"/>
                  </a:cubicBezTo>
                  <a:cubicBezTo>
                    <a:pt x="831" y="423"/>
                    <a:pt x="810" y="418"/>
                    <a:pt x="790" y="408"/>
                  </a:cubicBezTo>
                  <a:cubicBezTo>
                    <a:pt x="743" y="385"/>
                    <a:pt x="697" y="343"/>
                    <a:pt x="764" y="292"/>
                  </a:cubicBezTo>
                  <a:cubicBezTo>
                    <a:pt x="789" y="273"/>
                    <a:pt x="844" y="286"/>
                    <a:pt x="862" y="265"/>
                  </a:cubicBezTo>
                  <a:cubicBezTo>
                    <a:pt x="926" y="188"/>
                    <a:pt x="896" y="153"/>
                    <a:pt x="824" y="153"/>
                  </a:cubicBezTo>
                  <a:cubicBezTo>
                    <a:pt x="815" y="153"/>
                    <a:pt x="806" y="153"/>
                    <a:pt x="795" y="154"/>
                  </a:cubicBezTo>
                  <a:cubicBezTo>
                    <a:pt x="782" y="156"/>
                    <a:pt x="768" y="156"/>
                    <a:pt x="753" y="156"/>
                  </a:cubicBezTo>
                  <a:cubicBezTo>
                    <a:pt x="747" y="156"/>
                    <a:pt x="741" y="156"/>
                    <a:pt x="734" y="156"/>
                  </a:cubicBezTo>
                  <a:cubicBezTo>
                    <a:pt x="667" y="156"/>
                    <a:pt x="599" y="160"/>
                    <a:pt x="587" y="256"/>
                  </a:cubicBezTo>
                  <a:cubicBezTo>
                    <a:pt x="576" y="339"/>
                    <a:pt x="551" y="403"/>
                    <a:pt x="480" y="448"/>
                  </a:cubicBezTo>
                  <a:cubicBezTo>
                    <a:pt x="412" y="379"/>
                    <a:pt x="479" y="292"/>
                    <a:pt x="435" y="222"/>
                  </a:cubicBezTo>
                  <a:cubicBezTo>
                    <a:pt x="369" y="116"/>
                    <a:pt x="273" y="4"/>
                    <a:pt x="166" y="1"/>
                  </a:cubicBezTo>
                  <a:cubicBezTo>
                    <a:pt x="164" y="1"/>
                    <a:pt x="163" y="1"/>
                    <a:pt x="162" y="1"/>
                  </a:cubicBezTo>
                  <a:close/>
                </a:path>
              </a:pathLst>
            </a:custGeom>
            <a:solidFill>
              <a:srgbClr val="EE7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7202600" y="1258225"/>
              <a:ext cx="28150" cy="33575"/>
            </a:xfrm>
            <a:custGeom>
              <a:avLst/>
              <a:gdLst/>
              <a:ahLst/>
              <a:cxnLst/>
              <a:rect l="l" t="t" r="r" b="b"/>
              <a:pathLst>
                <a:path w="1126" h="1343" extrusionOk="0">
                  <a:moveTo>
                    <a:pt x="617" y="0"/>
                  </a:moveTo>
                  <a:cubicBezTo>
                    <a:pt x="610" y="0"/>
                    <a:pt x="605" y="3"/>
                    <a:pt x="603" y="7"/>
                  </a:cubicBezTo>
                  <a:cubicBezTo>
                    <a:pt x="518" y="293"/>
                    <a:pt x="215" y="239"/>
                    <a:pt x="40" y="380"/>
                  </a:cubicBezTo>
                  <a:cubicBezTo>
                    <a:pt x="28" y="392"/>
                    <a:pt x="14" y="404"/>
                    <a:pt x="1" y="415"/>
                  </a:cubicBezTo>
                  <a:cubicBezTo>
                    <a:pt x="81" y="552"/>
                    <a:pt x="232" y="614"/>
                    <a:pt x="355" y="662"/>
                  </a:cubicBezTo>
                  <a:cubicBezTo>
                    <a:pt x="485" y="713"/>
                    <a:pt x="326" y="759"/>
                    <a:pt x="382" y="779"/>
                  </a:cubicBezTo>
                  <a:cubicBezTo>
                    <a:pt x="342" y="906"/>
                    <a:pt x="382" y="958"/>
                    <a:pt x="450" y="958"/>
                  </a:cubicBezTo>
                  <a:cubicBezTo>
                    <a:pt x="481" y="958"/>
                    <a:pt x="518" y="948"/>
                    <a:pt x="555" y="928"/>
                  </a:cubicBezTo>
                  <a:cubicBezTo>
                    <a:pt x="596" y="907"/>
                    <a:pt x="626" y="889"/>
                    <a:pt x="647" y="889"/>
                  </a:cubicBezTo>
                  <a:cubicBezTo>
                    <a:pt x="669" y="889"/>
                    <a:pt x="683" y="908"/>
                    <a:pt x="689" y="963"/>
                  </a:cubicBezTo>
                  <a:cubicBezTo>
                    <a:pt x="698" y="1032"/>
                    <a:pt x="803" y="1143"/>
                    <a:pt x="653" y="1166"/>
                  </a:cubicBezTo>
                  <a:cubicBezTo>
                    <a:pt x="547" y="1184"/>
                    <a:pt x="492" y="1226"/>
                    <a:pt x="553" y="1310"/>
                  </a:cubicBezTo>
                  <a:cubicBezTo>
                    <a:pt x="570" y="1334"/>
                    <a:pt x="586" y="1343"/>
                    <a:pt x="601" y="1343"/>
                  </a:cubicBezTo>
                  <a:cubicBezTo>
                    <a:pt x="642" y="1343"/>
                    <a:pt x="678" y="1276"/>
                    <a:pt x="713" y="1253"/>
                  </a:cubicBezTo>
                  <a:cubicBezTo>
                    <a:pt x="782" y="1208"/>
                    <a:pt x="882" y="1200"/>
                    <a:pt x="912" y="1101"/>
                  </a:cubicBezTo>
                  <a:cubicBezTo>
                    <a:pt x="923" y="1064"/>
                    <a:pt x="965" y="1045"/>
                    <a:pt x="924" y="992"/>
                  </a:cubicBezTo>
                  <a:cubicBezTo>
                    <a:pt x="837" y="875"/>
                    <a:pt x="842" y="872"/>
                    <a:pt x="993" y="859"/>
                  </a:cubicBezTo>
                  <a:cubicBezTo>
                    <a:pt x="1050" y="855"/>
                    <a:pt x="1125" y="858"/>
                    <a:pt x="1122" y="772"/>
                  </a:cubicBezTo>
                  <a:cubicBezTo>
                    <a:pt x="1121" y="729"/>
                    <a:pt x="1118" y="652"/>
                    <a:pt x="1065" y="652"/>
                  </a:cubicBezTo>
                  <a:cubicBezTo>
                    <a:pt x="1061" y="652"/>
                    <a:pt x="1057" y="653"/>
                    <a:pt x="1052" y="654"/>
                  </a:cubicBezTo>
                  <a:cubicBezTo>
                    <a:pt x="1014" y="662"/>
                    <a:pt x="986" y="665"/>
                    <a:pt x="966" y="665"/>
                  </a:cubicBezTo>
                  <a:cubicBezTo>
                    <a:pt x="876" y="665"/>
                    <a:pt x="945" y="594"/>
                    <a:pt x="980" y="520"/>
                  </a:cubicBezTo>
                  <a:cubicBezTo>
                    <a:pt x="993" y="493"/>
                    <a:pt x="948" y="420"/>
                    <a:pt x="912" y="396"/>
                  </a:cubicBezTo>
                  <a:cubicBezTo>
                    <a:pt x="817" y="332"/>
                    <a:pt x="796" y="245"/>
                    <a:pt x="803" y="142"/>
                  </a:cubicBezTo>
                  <a:lnTo>
                    <a:pt x="803" y="142"/>
                  </a:lnTo>
                  <a:cubicBezTo>
                    <a:pt x="789" y="146"/>
                    <a:pt x="777" y="147"/>
                    <a:pt x="767" y="147"/>
                  </a:cubicBezTo>
                  <a:cubicBezTo>
                    <a:pt x="723" y="147"/>
                    <a:pt x="715" y="117"/>
                    <a:pt x="735" y="63"/>
                  </a:cubicBezTo>
                  <a:cubicBezTo>
                    <a:pt x="705" y="32"/>
                    <a:pt x="644" y="0"/>
                    <a:pt x="617" y="0"/>
                  </a:cubicBezTo>
                  <a:close/>
                </a:path>
              </a:pathLst>
            </a:custGeom>
            <a:solidFill>
              <a:srgbClr val="EF82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7135000" y="1214850"/>
              <a:ext cx="12275" cy="57975"/>
            </a:xfrm>
            <a:custGeom>
              <a:avLst/>
              <a:gdLst/>
              <a:ahLst/>
              <a:cxnLst/>
              <a:rect l="l" t="t" r="r" b="b"/>
              <a:pathLst>
                <a:path w="491" h="2319" extrusionOk="0">
                  <a:moveTo>
                    <a:pt x="267" y="0"/>
                  </a:moveTo>
                  <a:cubicBezTo>
                    <a:pt x="220" y="5"/>
                    <a:pt x="183" y="71"/>
                    <a:pt x="129" y="71"/>
                  </a:cubicBezTo>
                  <a:cubicBezTo>
                    <a:pt x="113" y="71"/>
                    <a:pt x="95" y="65"/>
                    <a:pt x="76" y="49"/>
                  </a:cubicBezTo>
                  <a:lnTo>
                    <a:pt x="76" y="49"/>
                  </a:lnTo>
                  <a:cubicBezTo>
                    <a:pt x="76" y="303"/>
                    <a:pt x="69" y="556"/>
                    <a:pt x="77" y="809"/>
                  </a:cubicBezTo>
                  <a:cubicBezTo>
                    <a:pt x="91" y="1313"/>
                    <a:pt x="0" y="1816"/>
                    <a:pt x="87" y="2319"/>
                  </a:cubicBezTo>
                  <a:cubicBezTo>
                    <a:pt x="130" y="2255"/>
                    <a:pt x="180" y="2235"/>
                    <a:pt x="234" y="2235"/>
                  </a:cubicBezTo>
                  <a:cubicBezTo>
                    <a:pt x="284" y="2235"/>
                    <a:pt x="336" y="2252"/>
                    <a:pt x="389" y="2269"/>
                  </a:cubicBezTo>
                  <a:cubicBezTo>
                    <a:pt x="432" y="2225"/>
                    <a:pt x="491" y="2171"/>
                    <a:pt x="468" y="2113"/>
                  </a:cubicBezTo>
                  <a:cubicBezTo>
                    <a:pt x="391" y="1914"/>
                    <a:pt x="412" y="1720"/>
                    <a:pt x="475" y="1525"/>
                  </a:cubicBezTo>
                  <a:cubicBezTo>
                    <a:pt x="491" y="1480"/>
                    <a:pt x="484" y="1432"/>
                    <a:pt x="451" y="1404"/>
                  </a:cubicBezTo>
                  <a:cubicBezTo>
                    <a:pt x="184" y="1177"/>
                    <a:pt x="351" y="850"/>
                    <a:pt x="258" y="584"/>
                  </a:cubicBezTo>
                  <a:cubicBezTo>
                    <a:pt x="271" y="573"/>
                    <a:pt x="285" y="562"/>
                    <a:pt x="298" y="550"/>
                  </a:cubicBezTo>
                  <a:cubicBezTo>
                    <a:pt x="20" y="379"/>
                    <a:pt x="426" y="180"/>
                    <a:pt x="267" y="0"/>
                  </a:cubicBezTo>
                  <a:close/>
                </a:path>
              </a:pathLst>
            </a:custGeom>
            <a:solidFill>
              <a:srgbClr val="F087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7133200" y="1165425"/>
              <a:ext cx="11025" cy="33050"/>
            </a:xfrm>
            <a:custGeom>
              <a:avLst/>
              <a:gdLst/>
              <a:ahLst/>
              <a:cxnLst/>
              <a:rect l="l" t="t" r="r" b="b"/>
              <a:pathLst>
                <a:path w="441" h="1322" extrusionOk="0">
                  <a:moveTo>
                    <a:pt x="416" y="1"/>
                  </a:moveTo>
                  <a:cubicBezTo>
                    <a:pt x="403" y="12"/>
                    <a:pt x="390" y="23"/>
                    <a:pt x="377" y="35"/>
                  </a:cubicBezTo>
                  <a:cubicBezTo>
                    <a:pt x="273" y="200"/>
                    <a:pt x="249" y="381"/>
                    <a:pt x="233" y="574"/>
                  </a:cubicBezTo>
                  <a:cubicBezTo>
                    <a:pt x="216" y="772"/>
                    <a:pt x="316" y="1005"/>
                    <a:pt x="89" y="1167"/>
                  </a:cubicBezTo>
                  <a:cubicBezTo>
                    <a:pt x="0" y="1230"/>
                    <a:pt x="136" y="1269"/>
                    <a:pt x="165" y="1321"/>
                  </a:cubicBezTo>
                  <a:cubicBezTo>
                    <a:pt x="317" y="1165"/>
                    <a:pt x="337" y="963"/>
                    <a:pt x="382" y="763"/>
                  </a:cubicBezTo>
                  <a:cubicBezTo>
                    <a:pt x="441" y="508"/>
                    <a:pt x="428" y="255"/>
                    <a:pt x="416" y="1"/>
                  </a:cubicBezTo>
                  <a:close/>
                </a:path>
              </a:pathLst>
            </a:custGeom>
            <a:solidFill>
              <a:srgbClr val="EF85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7164300" y="1209875"/>
              <a:ext cx="12950" cy="12475"/>
            </a:xfrm>
            <a:custGeom>
              <a:avLst/>
              <a:gdLst/>
              <a:ahLst/>
              <a:cxnLst/>
              <a:rect l="l" t="t" r="r" b="b"/>
              <a:pathLst>
                <a:path w="518" h="499" extrusionOk="0">
                  <a:moveTo>
                    <a:pt x="466" y="0"/>
                  </a:moveTo>
                  <a:cubicBezTo>
                    <a:pt x="205" y="0"/>
                    <a:pt x="91" y="163"/>
                    <a:pt x="28" y="390"/>
                  </a:cubicBezTo>
                  <a:cubicBezTo>
                    <a:pt x="18" y="424"/>
                    <a:pt x="0" y="455"/>
                    <a:pt x="30" y="482"/>
                  </a:cubicBezTo>
                  <a:cubicBezTo>
                    <a:pt x="44" y="493"/>
                    <a:pt x="62" y="499"/>
                    <a:pt x="79" y="499"/>
                  </a:cubicBezTo>
                  <a:cubicBezTo>
                    <a:pt x="99" y="499"/>
                    <a:pt x="116" y="491"/>
                    <a:pt x="120" y="476"/>
                  </a:cubicBezTo>
                  <a:cubicBezTo>
                    <a:pt x="173" y="256"/>
                    <a:pt x="438" y="220"/>
                    <a:pt x="517" y="2"/>
                  </a:cubicBezTo>
                  <a:cubicBezTo>
                    <a:pt x="499" y="1"/>
                    <a:pt x="482" y="0"/>
                    <a:pt x="466" y="0"/>
                  </a:cubicBezTo>
                  <a:close/>
                </a:path>
              </a:pathLst>
            </a:custGeom>
            <a:solidFill>
              <a:srgbClr val="EE7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7211625" y="1249625"/>
              <a:ext cx="6725" cy="6050"/>
            </a:xfrm>
            <a:custGeom>
              <a:avLst/>
              <a:gdLst/>
              <a:ahLst/>
              <a:cxnLst/>
              <a:rect l="l" t="t" r="r" b="b"/>
              <a:pathLst>
                <a:path w="269" h="242" extrusionOk="0">
                  <a:moveTo>
                    <a:pt x="142" y="0"/>
                  </a:moveTo>
                  <a:cubicBezTo>
                    <a:pt x="1" y="0"/>
                    <a:pt x="54" y="129"/>
                    <a:pt x="38" y="220"/>
                  </a:cubicBezTo>
                  <a:cubicBezTo>
                    <a:pt x="115" y="170"/>
                    <a:pt x="261" y="242"/>
                    <a:pt x="266" y="89"/>
                  </a:cubicBezTo>
                  <a:cubicBezTo>
                    <a:pt x="269" y="25"/>
                    <a:pt x="214" y="4"/>
                    <a:pt x="157" y="1"/>
                  </a:cubicBezTo>
                  <a:cubicBezTo>
                    <a:pt x="152" y="0"/>
                    <a:pt x="147" y="0"/>
                    <a:pt x="142" y="0"/>
                  </a:cubicBezTo>
                  <a:close/>
                </a:path>
              </a:pathLst>
            </a:custGeom>
            <a:solidFill>
              <a:srgbClr val="EF82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7137175" y="1200275"/>
              <a:ext cx="4450" cy="4725"/>
            </a:xfrm>
            <a:custGeom>
              <a:avLst/>
              <a:gdLst/>
              <a:ahLst/>
              <a:cxnLst/>
              <a:rect l="l" t="t" r="r" b="b"/>
              <a:pathLst>
                <a:path w="178" h="189" extrusionOk="0">
                  <a:moveTo>
                    <a:pt x="1" y="0"/>
                  </a:moveTo>
                  <a:lnTo>
                    <a:pt x="1" y="0"/>
                  </a:lnTo>
                  <a:cubicBezTo>
                    <a:pt x="8" y="63"/>
                    <a:pt x="15" y="126"/>
                    <a:pt x="23" y="188"/>
                  </a:cubicBezTo>
                  <a:cubicBezTo>
                    <a:pt x="64" y="137"/>
                    <a:pt x="158" y="162"/>
                    <a:pt x="178" y="80"/>
                  </a:cubicBezTo>
                  <a:cubicBezTo>
                    <a:pt x="138" y="7"/>
                    <a:pt x="54" y="38"/>
                    <a:pt x="1" y="0"/>
                  </a:cubicBezTo>
                  <a:close/>
                </a:path>
              </a:pathLst>
            </a:custGeom>
            <a:solidFill>
              <a:srgbClr val="EF85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7268400" y="1230825"/>
              <a:ext cx="4425" cy="5875"/>
            </a:xfrm>
            <a:custGeom>
              <a:avLst/>
              <a:gdLst/>
              <a:ahLst/>
              <a:cxnLst/>
              <a:rect l="l" t="t" r="r" b="b"/>
              <a:pathLst>
                <a:path w="177" h="235" extrusionOk="0">
                  <a:moveTo>
                    <a:pt x="89" y="1"/>
                  </a:moveTo>
                  <a:cubicBezTo>
                    <a:pt x="81" y="1"/>
                    <a:pt x="76" y="2"/>
                    <a:pt x="73" y="4"/>
                  </a:cubicBezTo>
                  <a:cubicBezTo>
                    <a:pt x="1" y="68"/>
                    <a:pt x="16" y="145"/>
                    <a:pt x="46" y="234"/>
                  </a:cubicBezTo>
                  <a:lnTo>
                    <a:pt x="46" y="234"/>
                  </a:lnTo>
                  <a:cubicBezTo>
                    <a:pt x="134" y="176"/>
                    <a:pt x="176" y="111"/>
                    <a:pt x="140" y="19"/>
                  </a:cubicBezTo>
                  <a:cubicBezTo>
                    <a:pt x="136" y="9"/>
                    <a:pt x="108" y="1"/>
                    <a:pt x="89" y="1"/>
                  </a:cubicBezTo>
                  <a:close/>
                  <a:moveTo>
                    <a:pt x="46" y="234"/>
                  </a:moveTo>
                  <a:lnTo>
                    <a:pt x="46" y="234"/>
                  </a:lnTo>
                  <a:cubicBezTo>
                    <a:pt x="45" y="234"/>
                    <a:pt x="45" y="234"/>
                    <a:pt x="45" y="235"/>
                  </a:cubicBezTo>
                  <a:lnTo>
                    <a:pt x="46" y="235"/>
                  </a:lnTo>
                  <a:cubicBezTo>
                    <a:pt x="46" y="234"/>
                    <a:pt x="46" y="234"/>
                    <a:pt x="46" y="234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7217975" y="1259775"/>
              <a:ext cx="4725" cy="4250"/>
            </a:xfrm>
            <a:custGeom>
              <a:avLst/>
              <a:gdLst/>
              <a:ahLst/>
              <a:cxnLst/>
              <a:rect l="l" t="t" r="r" b="b"/>
              <a:pathLst>
                <a:path w="189" h="170" extrusionOk="0">
                  <a:moveTo>
                    <a:pt x="120" y="1"/>
                  </a:moveTo>
                  <a:cubicBezTo>
                    <a:pt x="75" y="48"/>
                    <a:pt x="0" y="80"/>
                    <a:pt x="39" y="169"/>
                  </a:cubicBezTo>
                  <a:cubicBezTo>
                    <a:pt x="41" y="169"/>
                    <a:pt x="44" y="169"/>
                    <a:pt x="46" y="169"/>
                  </a:cubicBezTo>
                  <a:cubicBezTo>
                    <a:pt x="112" y="169"/>
                    <a:pt x="141" y="109"/>
                    <a:pt x="188" y="80"/>
                  </a:cubicBezTo>
                  <a:cubicBezTo>
                    <a:pt x="165" y="54"/>
                    <a:pt x="143" y="27"/>
                    <a:pt x="120" y="1"/>
                  </a:cubicBezTo>
                  <a:close/>
                </a:path>
              </a:pathLst>
            </a:custGeom>
            <a:solidFill>
              <a:srgbClr val="EE7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7154525" y="1318300"/>
              <a:ext cx="81725" cy="76650"/>
            </a:xfrm>
            <a:custGeom>
              <a:avLst/>
              <a:gdLst/>
              <a:ahLst/>
              <a:cxnLst/>
              <a:rect l="l" t="t" r="r" b="b"/>
              <a:pathLst>
                <a:path w="3269" h="3066" extrusionOk="0">
                  <a:moveTo>
                    <a:pt x="1320" y="619"/>
                  </a:moveTo>
                  <a:cubicBezTo>
                    <a:pt x="1237" y="796"/>
                    <a:pt x="995" y="735"/>
                    <a:pt x="915" y="921"/>
                  </a:cubicBezTo>
                  <a:cubicBezTo>
                    <a:pt x="891" y="973"/>
                    <a:pt x="868" y="1066"/>
                    <a:pt x="797" y="1066"/>
                  </a:cubicBezTo>
                  <a:cubicBezTo>
                    <a:pt x="786" y="1066"/>
                    <a:pt x="775" y="1065"/>
                    <a:pt x="763" y="1060"/>
                  </a:cubicBezTo>
                  <a:cubicBezTo>
                    <a:pt x="677" y="1030"/>
                    <a:pt x="723" y="925"/>
                    <a:pt x="700" y="855"/>
                  </a:cubicBezTo>
                  <a:lnTo>
                    <a:pt x="700" y="855"/>
                  </a:lnTo>
                  <a:cubicBezTo>
                    <a:pt x="736" y="889"/>
                    <a:pt x="769" y="901"/>
                    <a:pt x="800" y="901"/>
                  </a:cubicBezTo>
                  <a:cubicBezTo>
                    <a:pt x="870" y="901"/>
                    <a:pt x="929" y="840"/>
                    <a:pt x="993" y="809"/>
                  </a:cubicBezTo>
                  <a:cubicBezTo>
                    <a:pt x="1106" y="755"/>
                    <a:pt x="1191" y="647"/>
                    <a:pt x="1320" y="619"/>
                  </a:cubicBezTo>
                  <a:close/>
                  <a:moveTo>
                    <a:pt x="1145" y="0"/>
                  </a:moveTo>
                  <a:cubicBezTo>
                    <a:pt x="1112" y="0"/>
                    <a:pt x="1071" y="35"/>
                    <a:pt x="1021" y="110"/>
                  </a:cubicBezTo>
                  <a:cubicBezTo>
                    <a:pt x="991" y="156"/>
                    <a:pt x="954" y="168"/>
                    <a:pt x="913" y="168"/>
                  </a:cubicBezTo>
                  <a:cubicBezTo>
                    <a:pt x="896" y="168"/>
                    <a:pt x="879" y="166"/>
                    <a:pt x="862" y="164"/>
                  </a:cubicBezTo>
                  <a:cubicBezTo>
                    <a:pt x="809" y="157"/>
                    <a:pt x="758" y="137"/>
                    <a:pt x="705" y="137"/>
                  </a:cubicBezTo>
                  <a:cubicBezTo>
                    <a:pt x="697" y="137"/>
                    <a:pt x="689" y="138"/>
                    <a:pt x="681" y="139"/>
                  </a:cubicBezTo>
                  <a:cubicBezTo>
                    <a:pt x="559" y="152"/>
                    <a:pt x="482" y="213"/>
                    <a:pt x="493" y="341"/>
                  </a:cubicBezTo>
                  <a:cubicBezTo>
                    <a:pt x="501" y="425"/>
                    <a:pt x="541" y="447"/>
                    <a:pt x="593" y="447"/>
                  </a:cubicBezTo>
                  <a:cubicBezTo>
                    <a:pt x="623" y="447"/>
                    <a:pt x="656" y="440"/>
                    <a:pt x="689" y="433"/>
                  </a:cubicBezTo>
                  <a:cubicBezTo>
                    <a:pt x="718" y="427"/>
                    <a:pt x="747" y="421"/>
                    <a:pt x="776" y="421"/>
                  </a:cubicBezTo>
                  <a:cubicBezTo>
                    <a:pt x="814" y="421"/>
                    <a:pt x="851" y="430"/>
                    <a:pt x="887" y="458"/>
                  </a:cubicBezTo>
                  <a:cubicBezTo>
                    <a:pt x="814" y="586"/>
                    <a:pt x="713" y="700"/>
                    <a:pt x="699" y="853"/>
                  </a:cubicBezTo>
                  <a:lnTo>
                    <a:pt x="699" y="853"/>
                  </a:lnTo>
                  <a:cubicBezTo>
                    <a:pt x="699" y="852"/>
                    <a:pt x="698" y="851"/>
                    <a:pt x="698" y="850"/>
                  </a:cubicBezTo>
                  <a:cubicBezTo>
                    <a:pt x="677" y="823"/>
                    <a:pt x="655" y="813"/>
                    <a:pt x="633" y="813"/>
                  </a:cubicBezTo>
                  <a:cubicBezTo>
                    <a:pt x="601" y="813"/>
                    <a:pt x="568" y="832"/>
                    <a:pt x="536" y="844"/>
                  </a:cubicBezTo>
                  <a:cubicBezTo>
                    <a:pt x="504" y="858"/>
                    <a:pt x="471" y="871"/>
                    <a:pt x="439" y="886"/>
                  </a:cubicBezTo>
                  <a:cubicBezTo>
                    <a:pt x="346" y="931"/>
                    <a:pt x="232" y="924"/>
                    <a:pt x="149" y="996"/>
                  </a:cubicBezTo>
                  <a:cubicBezTo>
                    <a:pt x="116" y="1008"/>
                    <a:pt x="124" y="1078"/>
                    <a:pt x="84" y="1078"/>
                  </a:cubicBezTo>
                  <a:cubicBezTo>
                    <a:pt x="75" y="1078"/>
                    <a:pt x="64" y="1074"/>
                    <a:pt x="49" y="1066"/>
                  </a:cubicBezTo>
                  <a:lnTo>
                    <a:pt x="49" y="1066"/>
                  </a:lnTo>
                  <a:cubicBezTo>
                    <a:pt x="27" y="1272"/>
                    <a:pt x="1" y="1470"/>
                    <a:pt x="119" y="1670"/>
                  </a:cubicBezTo>
                  <a:cubicBezTo>
                    <a:pt x="288" y="1957"/>
                    <a:pt x="279" y="2295"/>
                    <a:pt x="338" y="2614"/>
                  </a:cubicBezTo>
                  <a:cubicBezTo>
                    <a:pt x="421" y="2704"/>
                    <a:pt x="357" y="2819"/>
                    <a:pt x="391" y="2916"/>
                  </a:cubicBezTo>
                  <a:cubicBezTo>
                    <a:pt x="413" y="2979"/>
                    <a:pt x="417" y="3066"/>
                    <a:pt x="467" y="3066"/>
                  </a:cubicBezTo>
                  <a:cubicBezTo>
                    <a:pt x="490" y="3066"/>
                    <a:pt x="525" y="3046"/>
                    <a:pt x="576" y="2994"/>
                  </a:cubicBezTo>
                  <a:cubicBezTo>
                    <a:pt x="648" y="2922"/>
                    <a:pt x="733" y="2925"/>
                    <a:pt x="710" y="2763"/>
                  </a:cubicBezTo>
                  <a:cubicBezTo>
                    <a:pt x="690" y="2627"/>
                    <a:pt x="929" y="2564"/>
                    <a:pt x="1028" y="2413"/>
                  </a:cubicBezTo>
                  <a:cubicBezTo>
                    <a:pt x="812" y="2365"/>
                    <a:pt x="821" y="2169"/>
                    <a:pt x="848" y="2041"/>
                  </a:cubicBezTo>
                  <a:cubicBezTo>
                    <a:pt x="865" y="1966"/>
                    <a:pt x="921" y="1948"/>
                    <a:pt x="989" y="1948"/>
                  </a:cubicBezTo>
                  <a:cubicBezTo>
                    <a:pt x="1046" y="1948"/>
                    <a:pt x="1111" y="1960"/>
                    <a:pt x="1167" y="1963"/>
                  </a:cubicBezTo>
                  <a:cubicBezTo>
                    <a:pt x="1172" y="1964"/>
                    <a:pt x="1177" y="1964"/>
                    <a:pt x="1182" y="1964"/>
                  </a:cubicBezTo>
                  <a:cubicBezTo>
                    <a:pt x="1263" y="1964"/>
                    <a:pt x="1346" y="1923"/>
                    <a:pt x="1434" y="1900"/>
                  </a:cubicBezTo>
                  <a:lnTo>
                    <a:pt x="1434" y="1900"/>
                  </a:lnTo>
                  <a:cubicBezTo>
                    <a:pt x="1424" y="2017"/>
                    <a:pt x="1242" y="2044"/>
                    <a:pt x="1290" y="2136"/>
                  </a:cubicBezTo>
                  <a:cubicBezTo>
                    <a:pt x="1310" y="2174"/>
                    <a:pt x="1333" y="2187"/>
                    <a:pt x="1359" y="2187"/>
                  </a:cubicBezTo>
                  <a:cubicBezTo>
                    <a:pt x="1414" y="2187"/>
                    <a:pt x="1480" y="2127"/>
                    <a:pt x="1542" y="2127"/>
                  </a:cubicBezTo>
                  <a:cubicBezTo>
                    <a:pt x="1551" y="2127"/>
                    <a:pt x="1561" y="2129"/>
                    <a:pt x="1570" y="2132"/>
                  </a:cubicBezTo>
                  <a:cubicBezTo>
                    <a:pt x="1583" y="2136"/>
                    <a:pt x="1598" y="2137"/>
                    <a:pt x="1613" y="2137"/>
                  </a:cubicBezTo>
                  <a:cubicBezTo>
                    <a:pt x="1642" y="2137"/>
                    <a:pt x="1674" y="2132"/>
                    <a:pt x="1711" y="2132"/>
                  </a:cubicBezTo>
                  <a:cubicBezTo>
                    <a:pt x="1671" y="2022"/>
                    <a:pt x="1561" y="1875"/>
                    <a:pt x="1702" y="1847"/>
                  </a:cubicBezTo>
                  <a:cubicBezTo>
                    <a:pt x="1808" y="1826"/>
                    <a:pt x="1860" y="1856"/>
                    <a:pt x="1852" y="1720"/>
                  </a:cubicBezTo>
                  <a:cubicBezTo>
                    <a:pt x="1848" y="1655"/>
                    <a:pt x="1893" y="1610"/>
                    <a:pt x="1950" y="1610"/>
                  </a:cubicBezTo>
                  <a:cubicBezTo>
                    <a:pt x="1965" y="1610"/>
                    <a:pt x="1981" y="1613"/>
                    <a:pt x="1997" y="1620"/>
                  </a:cubicBezTo>
                  <a:cubicBezTo>
                    <a:pt x="2118" y="1672"/>
                    <a:pt x="1974" y="1709"/>
                    <a:pt x="1979" y="1751"/>
                  </a:cubicBezTo>
                  <a:cubicBezTo>
                    <a:pt x="1991" y="1831"/>
                    <a:pt x="1923" y="1918"/>
                    <a:pt x="2026" y="2029"/>
                  </a:cubicBezTo>
                  <a:cubicBezTo>
                    <a:pt x="2059" y="1890"/>
                    <a:pt x="2132" y="1866"/>
                    <a:pt x="2217" y="1866"/>
                  </a:cubicBezTo>
                  <a:cubicBezTo>
                    <a:pt x="2261" y="1866"/>
                    <a:pt x="2308" y="1872"/>
                    <a:pt x="2354" y="1872"/>
                  </a:cubicBezTo>
                  <a:cubicBezTo>
                    <a:pt x="2403" y="1872"/>
                    <a:pt x="2452" y="1865"/>
                    <a:pt x="2495" y="1836"/>
                  </a:cubicBezTo>
                  <a:cubicBezTo>
                    <a:pt x="2304" y="1709"/>
                    <a:pt x="2330" y="1617"/>
                    <a:pt x="2535" y="1568"/>
                  </a:cubicBezTo>
                  <a:cubicBezTo>
                    <a:pt x="2628" y="1545"/>
                    <a:pt x="2681" y="1482"/>
                    <a:pt x="2722" y="1401"/>
                  </a:cubicBezTo>
                  <a:cubicBezTo>
                    <a:pt x="2738" y="1369"/>
                    <a:pt x="2737" y="1319"/>
                    <a:pt x="2716" y="1319"/>
                  </a:cubicBezTo>
                  <a:cubicBezTo>
                    <a:pt x="2714" y="1319"/>
                    <a:pt x="2712" y="1320"/>
                    <a:pt x="2710" y="1321"/>
                  </a:cubicBezTo>
                  <a:cubicBezTo>
                    <a:pt x="2677" y="1334"/>
                    <a:pt x="2652" y="1339"/>
                    <a:pt x="2634" y="1339"/>
                  </a:cubicBezTo>
                  <a:cubicBezTo>
                    <a:pt x="2538" y="1339"/>
                    <a:pt x="2623" y="1181"/>
                    <a:pt x="2567" y="1143"/>
                  </a:cubicBezTo>
                  <a:lnTo>
                    <a:pt x="2567" y="1143"/>
                  </a:lnTo>
                  <a:cubicBezTo>
                    <a:pt x="2537" y="1167"/>
                    <a:pt x="2512" y="1179"/>
                    <a:pt x="2498" y="1198"/>
                  </a:cubicBezTo>
                  <a:cubicBezTo>
                    <a:pt x="2455" y="1256"/>
                    <a:pt x="2485" y="1383"/>
                    <a:pt x="2391" y="1383"/>
                  </a:cubicBezTo>
                  <a:cubicBezTo>
                    <a:pt x="2390" y="1383"/>
                    <a:pt x="2388" y="1383"/>
                    <a:pt x="2387" y="1382"/>
                  </a:cubicBezTo>
                  <a:cubicBezTo>
                    <a:pt x="2277" y="1377"/>
                    <a:pt x="2349" y="1280"/>
                    <a:pt x="2345" y="1220"/>
                  </a:cubicBezTo>
                  <a:cubicBezTo>
                    <a:pt x="2342" y="1194"/>
                    <a:pt x="2334" y="1186"/>
                    <a:pt x="2323" y="1186"/>
                  </a:cubicBezTo>
                  <a:cubicBezTo>
                    <a:pt x="2309" y="1186"/>
                    <a:pt x="2291" y="1196"/>
                    <a:pt x="2274" y="1198"/>
                  </a:cubicBezTo>
                  <a:cubicBezTo>
                    <a:pt x="2173" y="1207"/>
                    <a:pt x="2089" y="1249"/>
                    <a:pt x="2007" y="1314"/>
                  </a:cubicBezTo>
                  <a:cubicBezTo>
                    <a:pt x="2057" y="1083"/>
                    <a:pt x="2202" y="913"/>
                    <a:pt x="2359" y="771"/>
                  </a:cubicBezTo>
                  <a:cubicBezTo>
                    <a:pt x="2406" y="727"/>
                    <a:pt x="2462" y="708"/>
                    <a:pt x="2518" y="708"/>
                  </a:cubicBezTo>
                  <a:cubicBezTo>
                    <a:pt x="2637" y="708"/>
                    <a:pt x="2754" y="796"/>
                    <a:pt x="2786" y="928"/>
                  </a:cubicBezTo>
                  <a:cubicBezTo>
                    <a:pt x="3121" y="653"/>
                    <a:pt x="3269" y="419"/>
                    <a:pt x="3227" y="223"/>
                  </a:cubicBezTo>
                  <a:lnTo>
                    <a:pt x="3227" y="223"/>
                  </a:lnTo>
                  <a:cubicBezTo>
                    <a:pt x="3190" y="289"/>
                    <a:pt x="3168" y="344"/>
                    <a:pt x="3131" y="390"/>
                  </a:cubicBezTo>
                  <a:cubicBezTo>
                    <a:pt x="3109" y="418"/>
                    <a:pt x="3050" y="430"/>
                    <a:pt x="2990" y="430"/>
                  </a:cubicBezTo>
                  <a:cubicBezTo>
                    <a:pt x="2906" y="430"/>
                    <a:pt x="2821" y="407"/>
                    <a:pt x="2833" y="375"/>
                  </a:cubicBezTo>
                  <a:cubicBezTo>
                    <a:pt x="2888" y="219"/>
                    <a:pt x="2808" y="185"/>
                    <a:pt x="2732" y="185"/>
                  </a:cubicBezTo>
                  <a:cubicBezTo>
                    <a:pt x="2690" y="185"/>
                    <a:pt x="2650" y="195"/>
                    <a:pt x="2633" y="201"/>
                  </a:cubicBezTo>
                  <a:cubicBezTo>
                    <a:pt x="2607" y="210"/>
                    <a:pt x="2586" y="214"/>
                    <a:pt x="2568" y="214"/>
                  </a:cubicBezTo>
                  <a:cubicBezTo>
                    <a:pt x="2476" y="214"/>
                    <a:pt x="2480" y="108"/>
                    <a:pt x="2434" y="60"/>
                  </a:cubicBezTo>
                  <a:cubicBezTo>
                    <a:pt x="2434" y="162"/>
                    <a:pt x="2235" y="84"/>
                    <a:pt x="2279" y="245"/>
                  </a:cubicBezTo>
                  <a:cubicBezTo>
                    <a:pt x="2312" y="363"/>
                    <a:pt x="2277" y="477"/>
                    <a:pt x="2155" y="559"/>
                  </a:cubicBezTo>
                  <a:cubicBezTo>
                    <a:pt x="2070" y="616"/>
                    <a:pt x="2080" y="730"/>
                    <a:pt x="2082" y="825"/>
                  </a:cubicBezTo>
                  <a:cubicBezTo>
                    <a:pt x="2083" y="888"/>
                    <a:pt x="2150" y="982"/>
                    <a:pt x="2036" y="985"/>
                  </a:cubicBezTo>
                  <a:cubicBezTo>
                    <a:pt x="2033" y="985"/>
                    <a:pt x="2030" y="985"/>
                    <a:pt x="2028" y="985"/>
                  </a:cubicBezTo>
                  <a:cubicBezTo>
                    <a:pt x="1954" y="985"/>
                    <a:pt x="1853" y="942"/>
                    <a:pt x="1887" y="825"/>
                  </a:cubicBezTo>
                  <a:cubicBezTo>
                    <a:pt x="1946" y="616"/>
                    <a:pt x="1824" y="479"/>
                    <a:pt x="1706" y="339"/>
                  </a:cubicBezTo>
                  <a:cubicBezTo>
                    <a:pt x="1697" y="331"/>
                    <a:pt x="1689" y="323"/>
                    <a:pt x="1681" y="316"/>
                  </a:cubicBezTo>
                  <a:cubicBezTo>
                    <a:pt x="1589" y="270"/>
                    <a:pt x="1489" y="248"/>
                    <a:pt x="1386" y="242"/>
                  </a:cubicBezTo>
                  <a:cubicBezTo>
                    <a:pt x="1370" y="241"/>
                    <a:pt x="1355" y="240"/>
                    <a:pt x="1339" y="240"/>
                  </a:cubicBezTo>
                  <a:cubicBezTo>
                    <a:pt x="1332" y="240"/>
                    <a:pt x="1325" y="240"/>
                    <a:pt x="1319" y="240"/>
                  </a:cubicBezTo>
                  <a:cubicBezTo>
                    <a:pt x="1266" y="240"/>
                    <a:pt x="1244" y="213"/>
                    <a:pt x="1236" y="162"/>
                  </a:cubicBezTo>
                  <a:cubicBezTo>
                    <a:pt x="1219" y="59"/>
                    <a:pt x="1189" y="0"/>
                    <a:pt x="1145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7210300" y="1288950"/>
              <a:ext cx="43800" cy="32400"/>
            </a:xfrm>
            <a:custGeom>
              <a:avLst/>
              <a:gdLst/>
              <a:ahLst/>
              <a:cxnLst/>
              <a:rect l="l" t="t" r="r" b="b"/>
              <a:pathLst>
                <a:path w="1752" h="1296" extrusionOk="0">
                  <a:moveTo>
                    <a:pt x="1751" y="427"/>
                  </a:moveTo>
                  <a:lnTo>
                    <a:pt x="1751" y="427"/>
                  </a:lnTo>
                  <a:cubicBezTo>
                    <a:pt x="1749" y="430"/>
                    <a:pt x="1746" y="434"/>
                    <a:pt x="1743" y="437"/>
                  </a:cubicBezTo>
                  <a:lnTo>
                    <a:pt x="1743" y="437"/>
                  </a:lnTo>
                  <a:cubicBezTo>
                    <a:pt x="1746" y="434"/>
                    <a:pt x="1749" y="431"/>
                    <a:pt x="1751" y="427"/>
                  </a:cubicBezTo>
                  <a:close/>
                  <a:moveTo>
                    <a:pt x="1081" y="0"/>
                  </a:moveTo>
                  <a:lnTo>
                    <a:pt x="1081" y="0"/>
                  </a:lnTo>
                  <a:cubicBezTo>
                    <a:pt x="946" y="18"/>
                    <a:pt x="927" y="228"/>
                    <a:pt x="780" y="228"/>
                  </a:cubicBezTo>
                  <a:cubicBezTo>
                    <a:pt x="760" y="228"/>
                    <a:pt x="737" y="225"/>
                    <a:pt x="712" y="216"/>
                  </a:cubicBezTo>
                  <a:cubicBezTo>
                    <a:pt x="694" y="210"/>
                    <a:pt x="677" y="207"/>
                    <a:pt x="662" y="207"/>
                  </a:cubicBezTo>
                  <a:cubicBezTo>
                    <a:pt x="587" y="207"/>
                    <a:pt x="546" y="276"/>
                    <a:pt x="520" y="344"/>
                  </a:cubicBezTo>
                  <a:cubicBezTo>
                    <a:pt x="463" y="489"/>
                    <a:pt x="673" y="372"/>
                    <a:pt x="658" y="501"/>
                  </a:cubicBezTo>
                  <a:cubicBezTo>
                    <a:pt x="337" y="584"/>
                    <a:pt x="158" y="832"/>
                    <a:pt x="1" y="1101"/>
                  </a:cubicBezTo>
                  <a:cubicBezTo>
                    <a:pt x="9" y="1103"/>
                    <a:pt x="16" y="1104"/>
                    <a:pt x="22" y="1104"/>
                  </a:cubicBezTo>
                  <a:cubicBezTo>
                    <a:pt x="86" y="1104"/>
                    <a:pt x="50" y="1011"/>
                    <a:pt x="109" y="1011"/>
                  </a:cubicBezTo>
                  <a:cubicBezTo>
                    <a:pt x="113" y="1011"/>
                    <a:pt x="118" y="1012"/>
                    <a:pt x="123" y="1013"/>
                  </a:cubicBezTo>
                  <a:cubicBezTo>
                    <a:pt x="199" y="1028"/>
                    <a:pt x="188" y="1107"/>
                    <a:pt x="210" y="1160"/>
                  </a:cubicBezTo>
                  <a:cubicBezTo>
                    <a:pt x="237" y="1175"/>
                    <a:pt x="267" y="1180"/>
                    <a:pt x="298" y="1180"/>
                  </a:cubicBezTo>
                  <a:cubicBezTo>
                    <a:pt x="374" y="1180"/>
                    <a:pt x="458" y="1149"/>
                    <a:pt x="533" y="1149"/>
                  </a:cubicBezTo>
                  <a:cubicBezTo>
                    <a:pt x="608" y="1149"/>
                    <a:pt x="674" y="1179"/>
                    <a:pt x="717" y="1296"/>
                  </a:cubicBezTo>
                  <a:cubicBezTo>
                    <a:pt x="799" y="1150"/>
                    <a:pt x="804" y="1149"/>
                    <a:pt x="769" y="954"/>
                  </a:cubicBezTo>
                  <a:cubicBezTo>
                    <a:pt x="756" y="892"/>
                    <a:pt x="787" y="875"/>
                    <a:pt x="822" y="856"/>
                  </a:cubicBezTo>
                  <a:cubicBezTo>
                    <a:pt x="836" y="847"/>
                    <a:pt x="849" y="843"/>
                    <a:pt x="860" y="843"/>
                  </a:cubicBezTo>
                  <a:cubicBezTo>
                    <a:pt x="889" y="843"/>
                    <a:pt x="905" y="870"/>
                    <a:pt x="910" y="906"/>
                  </a:cubicBezTo>
                  <a:cubicBezTo>
                    <a:pt x="918" y="955"/>
                    <a:pt x="918" y="1006"/>
                    <a:pt x="921" y="1066"/>
                  </a:cubicBezTo>
                  <a:cubicBezTo>
                    <a:pt x="1029" y="951"/>
                    <a:pt x="1123" y="893"/>
                    <a:pt x="1197" y="893"/>
                  </a:cubicBezTo>
                  <a:cubicBezTo>
                    <a:pt x="1199" y="893"/>
                    <a:pt x="1202" y="893"/>
                    <a:pt x="1205" y="893"/>
                  </a:cubicBezTo>
                  <a:cubicBezTo>
                    <a:pt x="1259" y="895"/>
                    <a:pt x="1306" y="900"/>
                    <a:pt x="1291" y="981"/>
                  </a:cubicBezTo>
                  <a:cubicBezTo>
                    <a:pt x="1252" y="1177"/>
                    <a:pt x="1240" y="1245"/>
                    <a:pt x="1322" y="1245"/>
                  </a:cubicBezTo>
                  <a:cubicBezTo>
                    <a:pt x="1366" y="1245"/>
                    <a:pt x="1436" y="1226"/>
                    <a:pt x="1543" y="1196"/>
                  </a:cubicBezTo>
                  <a:cubicBezTo>
                    <a:pt x="1368" y="885"/>
                    <a:pt x="1547" y="665"/>
                    <a:pt x="1743" y="437"/>
                  </a:cubicBezTo>
                  <a:lnTo>
                    <a:pt x="1743" y="437"/>
                  </a:lnTo>
                  <a:cubicBezTo>
                    <a:pt x="1658" y="530"/>
                    <a:pt x="1521" y="507"/>
                    <a:pt x="1457" y="611"/>
                  </a:cubicBezTo>
                  <a:cubicBezTo>
                    <a:pt x="1422" y="668"/>
                    <a:pt x="1365" y="725"/>
                    <a:pt x="1295" y="725"/>
                  </a:cubicBezTo>
                  <a:cubicBezTo>
                    <a:pt x="1288" y="725"/>
                    <a:pt x="1280" y="724"/>
                    <a:pt x="1272" y="723"/>
                  </a:cubicBezTo>
                  <a:cubicBezTo>
                    <a:pt x="1239" y="717"/>
                    <a:pt x="1202" y="645"/>
                    <a:pt x="1196" y="599"/>
                  </a:cubicBezTo>
                  <a:cubicBezTo>
                    <a:pt x="1178" y="480"/>
                    <a:pt x="1273" y="490"/>
                    <a:pt x="1350" y="481"/>
                  </a:cubicBezTo>
                  <a:cubicBezTo>
                    <a:pt x="1420" y="473"/>
                    <a:pt x="1427" y="425"/>
                    <a:pt x="1413" y="368"/>
                  </a:cubicBezTo>
                  <a:cubicBezTo>
                    <a:pt x="1402" y="324"/>
                    <a:pt x="1398" y="306"/>
                    <a:pt x="1354" y="306"/>
                  </a:cubicBezTo>
                  <a:cubicBezTo>
                    <a:pt x="1344" y="306"/>
                    <a:pt x="1331" y="307"/>
                    <a:pt x="1316" y="309"/>
                  </a:cubicBezTo>
                  <a:cubicBezTo>
                    <a:pt x="1270" y="315"/>
                    <a:pt x="1230" y="318"/>
                    <a:pt x="1196" y="318"/>
                  </a:cubicBezTo>
                  <a:cubicBezTo>
                    <a:pt x="1015" y="318"/>
                    <a:pt x="996" y="231"/>
                    <a:pt x="1081" y="0"/>
                  </a:cubicBezTo>
                  <a:close/>
                </a:path>
              </a:pathLst>
            </a:custGeom>
            <a:solidFill>
              <a:srgbClr val="EF7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7191325" y="1369525"/>
              <a:ext cx="36950" cy="36625"/>
            </a:xfrm>
            <a:custGeom>
              <a:avLst/>
              <a:gdLst/>
              <a:ahLst/>
              <a:cxnLst/>
              <a:rect l="l" t="t" r="r" b="b"/>
              <a:pathLst>
                <a:path w="1478" h="1465" extrusionOk="0">
                  <a:moveTo>
                    <a:pt x="1262" y="0"/>
                  </a:moveTo>
                  <a:cubicBezTo>
                    <a:pt x="1203" y="0"/>
                    <a:pt x="1148" y="17"/>
                    <a:pt x="1123" y="100"/>
                  </a:cubicBezTo>
                  <a:cubicBezTo>
                    <a:pt x="1097" y="185"/>
                    <a:pt x="1044" y="251"/>
                    <a:pt x="948" y="272"/>
                  </a:cubicBezTo>
                  <a:cubicBezTo>
                    <a:pt x="964" y="147"/>
                    <a:pt x="951" y="84"/>
                    <a:pt x="907" y="83"/>
                  </a:cubicBezTo>
                  <a:cubicBezTo>
                    <a:pt x="903" y="83"/>
                    <a:pt x="900" y="83"/>
                    <a:pt x="896" y="83"/>
                  </a:cubicBezTo>
                  <a:cubicBezTo>
                    <a:pt x="605" y="83"/>
                    <a:pt x="267" y="478"/>
                    <a:pt x="330" y="747"/>
                  </a:cubicBezTo>
                  <a:cubicBezTo>
                    <a:pt x="367" y="898"/>
                    <a:pt x="320" y="1034"/>
                    <a:pt x="189" y="1100"/>
                  </a:cubicBezTo>
                  <a:cubicBezTo>
                    <a:pt x="81" y="1152"/>
                    <a:pt x="54" y="1241"/>
                    <a:pt x="0" y="1323"/>
                  </a:cubicBezTo>
                  <a:cubicBezTo>
                    <a:pt x="97" y="1418"/>
                    <a:pt x="180" y="1465"/>
                    <a:pt x="249" y="1465"/>
                  </a:cubicBezTo>
                  <a:cubicBezTo>
                    <a:pt x="330" y="1465"/>
                    <a:pt x="393" y="1401"/>
                    <a:pt x="438" y="1273"/>
                  </a:cubicBezTo>
                  <a:cubicBezTo>
                    <a:pt x="486" y="1139"/>
                    <a:pt x="557" y="1030"/>
                    <a:pt x="694" y="1030"/>
                  </a:cubicBezTo>
                  <a:cubicBezTo>
                    <a:pt x="726" y="1030"/>
                    <a:pt x="762" y="1037"/>
                    <a:pt x="803" y="1050"/>
                  </a:cubicBezTo>
                  <a:lnTo>
                    <a:pt x="823" y="1033"/>
                  </a:lnTo>
                  <a:lnTo>
                    <a:pt x="843" y="1016"/>
                  </a:lnTo>
                  <a:cubicBezTo>
                    <a:pt x="848" y="991"/>
                    <a:pt x="845" y="959"/>
                    <a:pt x="860" y="943"/>
                  </a:cubicBezTo>
                  <a:cubicBezTo>
                    <a:pt x="947" y="843"/>
                    <a:pt x="1074" y="791"/>
                    <a:pt x="1030" y="598"/>
                  </a:cubicBezTo>
                  <a:cubicBezTo>
                    <a:pt x="1004" y="483"/>
                    <a:pt x="1123" y="397"/>
                    <a:pt x="1243" y="397"/>
                  </a:cubicBezTo>
                  <a:cubicBezTo>
                    <a:pt x="1267" y="397"/>
                    <a:pt x="1291" y="401"/>
                    <a:pt x="1314" y="408"/>
                  </a:cubicBezTo>
                  <a:cubicBezTo>
                    <a:pt x="1328" y="412"/>
                    <a:pt x="1340" y="415"/>
                    <a:pt x="1351" y="415"/>
                  </a:cubicBezTo>
                  <a:cubicBezTo>
                    <a:pt x="1397" y="415"/>
                    <a:pt x="1415" y="378"/>
                    <a:pt x="1413" y="333"/>
                  </a:cubicBezTo>
                  <a:cubicBezTo>
                    <a:pt x="1408" y="274"/>
                    <a:pt x="1392" y="210"/>
                    <a:pt x="1359" y="161"/>
                  </a:cubicBezTo>
                  <a:cubicBezTo>
                    <a:pt x="1324" y="107"/>
                    <a:pt x="1478" y="21"/>
                    <a:pt x="1334" y="5"/>
                  </a:cubicBezTo>
                  <a:cubicBezTo>
                    <a:pt x="1311" y="3"/>
                    <a:pt x="1286" y="0"/>
                    <a:pt x="1262" y="0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7309975" y="1289750"/>
              <a:ext cx="17375" cy="15550"/>
            </a:xfrm>
            <a:custGeom>
              <a:avLst/>
              <a:gdLst/>
              <a:ahLst/>
              <a:cxnLst/>
              <a:rect l="l" t="t" r="r" b="b"/>
              <a:pathLst>
                <a:path w="695" h="622" extrusionOk="0">
                  <a:moveTo>
                    <a:pt x="562" y="0"/>
                  </a:moveTo>
                  <a:cubicBezTo>
                    <a:pt x="437" y="0"/>
                    <a:pt x="453" y="204"/>
                    <a:pt x="317" y="224"/>
                  </a:cubicBezTo>
                  <a:cubicBezTo>
                    <a:pt x="89" y="256"/>
                    <a:pt x="1" y="385"/>
                    <a:pt x="191" y="621"/>
                  </a:cubicBezTo>
                  <a:cubicBezTo>
                    <a:pt x="267" y="486"/>
                    <a:pt x="342" y="364"/>
                    <a:pt x="480" y="323"/>
                  </a:cubicBezTo>
                  <a:cubicBezTo>
                    <a:pt x="664" y="269"/>
                    <a:pt x="695" y="156"/>
                    <a:pt x="652" y="26"/>
                  </a:cubicBezTo>
                  <a:cubicBezTo>
                    <a:pt x="615" y="8"/>
                    <a:pt x="586" y="0"/>
                    <a:pt x="562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7307950" y="1232425"/>
              <a:ext cx="13000" cy="12925"/>
            </a:xfrm>
            <a:custGeom>
              <a:avLst/>
              <a:gdLst/>
              <a:ahLst/>
              <a:cxnLst/>
              <a:rect l="l" t="t" r="r" b="b"/>
              <a:pathLst>
                <a:path w="520" h="517" extrusionOk="0">
                  <a:moveTo>
                    <a:pt x="278" y="0"/>
                  </a:moveTo>
                  <a:cubicBezTo>
                    <a:pt x="233" y="0"/>
                    <a:pt x="197" y="32"/>
                    <a:pt x="168" y="32"/>
                  </a:cubicBezTo>
                  <a:cubicBezTo>
                    <a:pt x="164" y="32"/>
                    <a:pt x="160" y="31"/>
                    <a:pt x="156" y="30"/>
                  </a:cubicBezTo>
                  <a:cubicBezTo>
                    <a:pt x="129" y="20"/>
                    <a:pt x="108" y="16"/>
                    <a:pt x="90" y="16"/>
                  </a:cubicBezTo>
                  <a:cubicBezTo>
                    <a:pt x="0" y="16"/>
                    <a:pt x="21" y="130"/>
                    <a:pt x="14" y="175"/>
                  </a:cubicBezTo>
                  <a:cubicBezTo>
                    <a:pt x="6" y="229"/>
                    <a:pt x="11" y="246"/>
                    <a:pt x="24" y="246"/>
                  </a:cubicBezTo>
                  <a:cubicBezTo>
                    <a:pt x="45" y="246"/>
                    <a:pt x="86" y="199"/>
                    <a:pt x="114" y="199"/>
                  </a:cubicBezTo>
                  <a:cubicBezTo>
                    <a:pt x="117" y="199"/>
                    <a:pt x="120" y="199"/>
                    <a:pt x="123" y="200"/>
                  </a:cubicBezTo>
                  <a:cubicBezTo>
                    <a:pt x="209" y="243"/>
                    <a:pt x="216" y="283"/>
                    <a:pt x="146" y="324"/>
                  </a:cubicBezTo>
                  <a:cubicBezTo>
                    <a:pt x="42" y="386"/>
                    <a:pt x="55" y="447"/>
                    <a:pt x="137" y="497"/>
                  </a:cubicBezTo>
                  <a:cubicBezTo>
                    <a:pt x="159" y="511"/>
                    <a:pt x="175" y="516"/>
                    <a:pt x="186" y="516"/>
                  </a:cubicBezTo>
                  <a:cubicBezTo>
                    <a:pt x="230" y="516"/>
                    <a:pt x="206" y="429"/>
                    <a:pt x="235" y="407"/>
                  </a:cubicBezTo>
                  <a:cubicBezTo>
                    <a:pt x="288" y="365"/>
                    <a:pt x="336" y="314"/>
                    <a:pt x="395" y="279"/>
                  </a:cubicBezTo>
                  <a:cubicBezTo>
                    <a:pt x="446" y="249"/>
                    <a:pt x="519" y="238"/>
                    <a:pt x="487" y="155"/>
                  </a:cubicBezTo>
                  <a:cubicBezTo>
                    <a:pt x="471" y="115"/>
                    <a:pt x="455" y="102"/>
                    <a:pt x="439" y="102"/>
                  </a:cubicBezTo>
                  <a:cubicBezTo>
                    <a:pt x="409" y="102"/>
                    <a:pt x="378" y="150"/>
                    <a:pt x="348" y="157"/>
                  </a:cubicBezTo>
                  <a:cubicBezTo>
                    <a:pt x="327" y="162"/>
                    <a:pt x="304" y="170"/>
                    <a:pt x="284" y="170"/>
                  </a:cubicBezTo>
                  <a:cubicBezTo>
                    <a:pt x="264" y="170"/>
                    <a:pt x="247" y="162"/>
                    <a:pt x="236" y="136"/>
                  </a:cubicBezTo>
                  <a:cubicBezTo>
                    <a:pt x="207" y="68"/>
                    <a:pt x="303" y="72"/>
                    <a:pt x="317" y="8"/>
                  </a:cubicBezTo>
                  <a:cubicBezTo>
                    <a:pt x="303" y="2"/>
                    <a:pt x="290" y="0"/>
                    <a:pt x="278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7316775" y="1238675"/>
              <a:ext cx="11700" cy="7750"/>
            </a:xfrm>
            <a:custGeom>
              <a:avLst/>
              <a:gdLst/>
              <a:ahLst/>
              <a:cxnLst/>
              <a:rect l="l" t="t" r="r" b="b"/>
              <a:pathLst>
                <a:path w="468" h="310" extrusionOk="0">
                  <a:moveTo>
                    <a:pt x="467" y="0"/>
                  </a:moveTo>
                  <a:lnTo>
                    <a:pt x="467" y="0"/>
                  </a:lnTo>
                  <a:cubicBezTo>
                    <a:pt x="223" y="7"/>
                    <a:pt x="114" y="141"/>
                    <a:pt x="0" y="306"/>
                  </a:cubicBezTo>
                  <a:cubicBezTo>
                    <a:pt x="21" y="309"/>
                    <a:pt x="41" y="310"/>
                    <a:pt x="60" y="310"/>
                  </a:cubicBezTo>
                  <a:cubicBezTo>
                    <a:pt x="257" y="310"/>
                    <a:pt x="338" y="165"/>
                    <a:pt x="467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7320100" y="1206800"/>
              <a:ext cx="8275" cy="7675"/>
            </a:xfrm>
            <a:custGeom>
              <a:avLst/>
              <a:gdLst/>
              <a:ahLst/>
              <a:cxnLst/>
              <a:rect l="l" t="t" r="r" b="b"/>
              <a:pathLst>
                <a:path w="331" h="307" extrusionOk="0">
                  <a:moveTo>
                    <a:pt x="331" y="0"/>
                  </a:moveTo>
                  <a:cubicBezTo>
                    <a:pt x="225" y="0"/>
                    <a:pt x="165" y="29"/>
                    <a:pt x="113" y="78"/>
                  </a:cubicBezTo>
                  <a:cubicBezTo>
                    <a:pt x="63" y="123"/>
                    <a:pt x="1" y="161"/>
                    <a:pt x="3" y="241"/>
                  </a:cubicBezTo>
                  <a:cubicBezTo>
                    <a:pt x="4" y="281"/>
                    <a:pt x="28" y="304"/>
                    <a:pt x="65" y="306"/>
                  </a:cubicBezTo>
                  <a:cubicBezTo>
                    <a:pt x="69" y="306"/>
                    <a:pt x="72" y="306"/>
                    <a:pt x="75" y="306"/>
                  </a:cubicBezTo>
                  <a:cubicBezTo>
                    <a:pt x="150" y="306"/>
                    <a:pt x="185" y="248"/>
                    <a:pt x="220" y="192"/>
                  </a:cubicBezTo>
                  <a:cubicBezTo>
                    <a:pt x="254" y="134"/>
                    <a:pt x="288" y="76"/>
                    <a:pt x="331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7331050" y="1270375"/>
              <a:ext cx="6575" cy="4075"/>
            </a:xfrm>
            <a:custGeom>
              <a:avLst/>
              <a:gdLst/>
              <a:ahLst/>
              <a:cxnLst/>
              <a:rect l="l" t="t" r="r" b="b"/>
              <a:pathLst>
                <a:path w="263" h="163" extrusionOk="0">
                  <a:moveTo>
                    <a:pt x="130" y="0"/>
                  </a:moveTo>
                  <a:cubicBezTo>
                    <a:pt x="101" y="0"/>
                    <a:pt x="71" y="9"/>
                    <a:pt x="42" y="25"/>
                  </a:cubicBezTo>
                  <a:cubicBezTo>
                    <a:pt x="3" y="58"/>
                    <a:pt x="0" y="100"/>
                    <a:pt x="34" y="132"/>
                  </a:cubicBezTo>
                  <a:cubicBezTo>
                    <a:pt x="57" y="154"/>
                    <a:pt x="80" y="162"/>
                    <a:pt x="103" y="162"/>
                  </a:cubicBezTo>
                  <a:cubicBezTo>
                    <a:pt x="134" y="162"/>
                    <a:pt x="165" y="147"/>
                    <a:pt x="194" y="124"/>
                  </a:cubicBezTo>
                  <a:cubicBezTo>
                    <a:pt x="228" y="98"/>
                    <a:pt x="262" y="66"/>
                    <a:pt x="209" y="27"/>
                  </a:cubicBezTo>
                  <a:cubicBezTo>
                    <a:pt x="184" y="8"/>
                    <a:pt x="157" y="0"/>
                    <a:pt x="130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7301550" y="1242050"/>
              <a:ext cx="6475" cy="5075"/>
            </a:xfrm>
            <a:custGeom>
              <a:avLst/>
              <a:gdLst/>
              <a:ahLst/>
              <a:cxnLst/>
              <a:rect l="l" t="t" r="r" b="b"/>
              <a:pathLst>
                <a:path w="259" h="203" extrusionOk="0">
                  <a:moveTo>
                    <a:pt x="258" y="0"/>
                  </a:moveTo>
                  <a:cubicBezTo>
                    <a:pt x="132" y="20"/>
                    <a:pt x="30" y="11"/>
                    <a:pt x="0" y="203"/>
                  </a:cubicBezTo>
                  <a:cubicBezTo>
                    <a:pt x="100" y="130"/>
                    <a:pt x="213" y="157"/>
                    <a:pt x="258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7307075" y="1316550"/>
              <a:ext cx="6175" cy="3775"/>
            </a:xfrm>
            <a:custGeom>
              <a:avLst/>
              <a:gdLst/>
              <a:ahLst/>
              <a:cxnLst/>
              <a:rect l="l" t="t" r="r" b="b"/>
              <a:pathLst>
                <a:path w="247" h="151" extrusionOk="0">
                  <a:moveTo>
                    <a:pt x="215" y="1"/>
                  </a:moveTo>
                  <a:cubicBezTo>
                    <a:pt x="129" y="1"/>
                    <a:pt x="64" y="40"/>
                    <a:pt x="1" y="140"/>
                  </a:cubicBezTo>
                  <a:cubicBezTo>
                    <a:pt x="38" y="147"/>
                    <a:pt x="72" y="151"/>
                    <a:pt x="101" y="151"/>
                  </a:cubicBezTo>
                  <a:cubicBezTo>
                    <a:pt x="166" y="151"/>
                    <a:pt x="212" y="130"/>
                    <a:pt x="240" y="64"/>
                  </a:cubicBezTo>
                  <a:cubicBezTo>
                    <a:pt x="246" y="47"/>
                    <a:pt x="224" y="1"/>
                    <a:pt x="215" y="1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7317625" y="1302975"/>
              <a:ext cx="5250" cy="5500"/>
            </a:xfrm>
            <a:custGeom>
              <a:avLst/>
              <a:gdLst/>
              <a:ahLst/>
              <a:cxnLst/>
              <a:rect l="l" t="t" r="r" b="b"/>
              <a:pathLst>
                <a:path w="210" h="220" extrusionOk="0">
                  <a:moveTo>
                    <a:pt x="210" y="0"/>
                  </a:moveTo>
                  <a:lnTo>
                    <a:pt x="210" y="0"/>
                  </a:lnTo>
                  <a:cubicBezTo>
                    <a:pt x="54" y="11"/>
                    <a:pt x="0" y="69"/>
                    <a:pt x="50" y="219"/>
                  </a:cubicBezTo>
                  <a:cubicBezTo>
                    <a:pt x="103" y="146"/>
                    <a:pt x="150" y="82"/>
                    <a:pt x="210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7303075" y="1232425"/>
              <a:ext cx="5975" cy="1975"/>
            </a:xfrm>
            <a:custGeom>
              <a:avLst/>
              <a:gdLst/>
              <a:ahLst/>
              <a:cxnLst/>
              <a:rect l="l" t="t" r="r" b="b"/>
              <a:pathLst>
                <a:path w="239" h="79" extrusionOk="0">
                  <a:moveTo>
                    <a:pt x="112" y="1"/>
                  </a:moveTo>
                  <a:cubicBezTo>
                    <a:pt x="75" y="1"/>
                    <a:pt x="38" y="14"/>
                    <a:pt x="0" y="64"/>
                  </a:cubicBezTo>
                  <a:cubicBezTo>
                    <a:pt x="28" y="74"/>
                    <a:pt x="53" y="79"/>
                    <a:pt x="77" y="79"/>
                  </a:cubicBezTo>
                  <a:cubicBezTo>
                    <a:pt x="135" y="79"/>
                    <a:pt x="182" y="52"/>
                    <a:pt x="238" y="16"/>
                  </a:cubicBezTo>
                  <a:lnTo>
                    <a:pt x="238" y="16"/>
                  </a:lnTo>
                  <a:cubicBezTo>
                    <a:pt x="237" y="16"/>
                    <a:pt x="235" y="16"/>
                    <a:pt x="234" y="16"/>
                  </a:cubicBezTo>
                  <a:cubicBezTo>
                    <a:pt x="191" y="16"/>
                    <a:pt x="151" y="1"/>
                    <a:pt x="112" y="1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7307950" y="1328100"/>
              <a:ext cx="2650" cy="2300"/>
            </a:xfrm>
            <a:custGeom>
              <a:avLst/>
              <a:gdLst/>
              <a:ahLst/>
              <a:cxnLst/>
              <a:rect l="l" t="t" r="r" b="b"/>
              <a:pathLst>
                <a:path w="106" h="92" extrusionOk="0">
                  <a:moveTo>
                    <a:pt x="105" y="0"/>
                  </a:moveTo>
                  <a:lnTo>
                    <a:pt x="105" y="0"/>
                  </a:lnTo>
                  <a:cubicBezTo>
                    <a:pt x="73" y="8"/>
                    <a:pt x="38" y="9"/>
                    <a:pt x="11" y="24"/>
                  </a:cubicBezTo>
                  <a:cubicBezTo>
                    <a:pt x="0" y="31"/>
                    <a:pt x="7" y="69"/>
                    <a:pt x="6" y="92"/>
                  </a:cubicBezTo>
                  <a:cubicBezTo>
                    <a:pt x="28" y="87"/>
                    <a:pt x="50" y="83"/>
                    <a:pt x="65" y="81"/>
                  </a:cubicBezTo>
                  <a:cubicBezTo>
                    <a:pt x="82" y="47"/>
                    <a:pt x="93" y="23"/>
                    <a:pt x="105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7289300" y="1249275"/>
              <a:ext cx="2650" cy="3075"/>
            </a:xfrm>
            <a:custGeom>
              <a:avLst/>
              <a:gdLst/>
              <a:ahLst/>
              <a:cxnLst/>
              <a:rect l="l" t="t" r="r" b="b"/>
              <a:pathLst>
                <a:path w="106" h="123" extrusionOk="0">
                  <a:moveTo>
                    <a:pt x="16" y="0"/>
                  </a:moveTo>
                  <a:cubicBezTo>
                    <a:pt x="10" y="33"/>
                    <a:pt x="0" y="67"/>
                    <a:pt x="5" y="99"/>
                  </a:cubicBezTo>
                  <a:cubicBezTo>
                    <a:pt x="6" y="108"/>
                    <a:pt x="37" y="122"/>
                    <a:pt x="56" y="122"/>
                  </a:cubicBezTo>
                  <a:cubicBezTo>
                    <a:pt x="60" y="122"/>
                    <a:pt x="63" y="122"/>
                    <a:pt x="65" y="121"/>
                  </a:cubicBezTo>
                  <a:cubicBezTo>
                    <a:pt x="105" y="106"/>
                    <a:pt x="102" y="72"/>
                    <a:pt x="82" y="37"/>
                  </a:cubicBezTo>
                  <a:cubicBezTo>
                    <a:pt x="61" y="24"/>
                    <a:pt x="38" y="12"/>
                    <a:pt x="16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7337700" y="1275525"/>
              <a:ext cx="2725" cy="1925"/>
            </a:xfrm>
            <a:custGeom>
              <a:avLst/>
              <a:gdLst/>
              <a:ahLst/>
              <a:cxnLst/>
              <a:rect l="l" t="t" r="r" b="b"/>
              <a:pathLst>
                <a:path w="109" h="77" extrusionOk="0">
                  <a:moveTo>
                    <a:pt x="44" y="0"/>
                  </a:moveTo>
                  <a:cubicBezTo>
                    <a:pt x="44" y="0"/>
                    <a:pt x="43" y="0"/>
                    <a:pt x="43" y="0"/>
                  </a:cubicBezTo>
                  <a:cubicBezTo>
                    <a:pt x="14" y="3"/>
                    <a:pt x="1" y="34"/>
                    <a:pt x="21" y="55"/>
                  </a:cubicBezTo>
                  <a:cubicBezTo>
                    <a:pt x="35" y="70"/>
                    <a:pt x="65" y="73"/>
                    <a:pt x="88" y="77"/>
                  </a:cubicBezTo>
                  <a:cubicBezTo>
                    <a:pt x="92" y="77"/>
                    <a:pt x="99" y="51"/>
                    <a:pt x="108" y="31"/>
                  </a:cubicBezTo>
                  <a:cubicBezTo>
                    <a:pt x="87" y="21"/>
                    <a:pt x="65" y="0"/>
                    <a:pt x="44" y="0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7137350" y="1266900"/>
              <a:ext cx="62400" cy="79850"/>
            </a:xfrm>
            <a:custGeom>
              <a:avLst/>
              <a:gdLst/>
              <a:ahLst/>
              <a:cxnLst/>
              <a:rect l="l" t="t" r="r" b="b"/>
              <a:pathLst>
                <a:path w="2496" h="3194" extrusionOk="0">
                  <a:moveTo>
                    <a:pt x="1025" y="762"/>
                  </a:moveTo>
                  <a:cubicBezTo>
                    <a:pt x="1058" y="762"/>
                    <a:pt x="1052" y="806"/>
                    <a:pt x="1057" y="838"/>
                  </a:cubicBezTo>
                  <a:lnTo>
                    <a:pt x="1057" y="838"/>
                  </a:lnTo>
                  <a:cubicBezTo>
                    <a:pt x="1032" y="809"/>
                    <a:pt x="1010" y="798"/>
                    <a:pt x="988" y="798"/>
                  </a:cubicBezTo>
                  <a:cubicBezTo>
                    <a:pt x="932" y="798"/>
                    <a:pt x="883" y="871"/>
                    <a:pt x="827" y="871"/>
                  </a:cubicBezTo>
                  <a:cubicBezTo>
                    <a:pt x="825" y="871"/>
                    <a:pt x="823" y="871"/>
                    <a:pt x="820" y="871"/>
                  </a:cubicBezTo>
                  <a:cubicBezTo>
                    <a:pt x="876" y="847"/>
                    <a:pt x="923" y="809"/>
                    <a:pt x="975" y="780"/>
                  </a:cubicBezTo>
                  <a:cubicBezTo>
                    <a:pt x="998" y="767"/>
                    <a:pt x="1014" y="762"/>
                    <a:pt x="1025" y="762"/>
                  </a:cubicBezTo>
                  <a:close/>
                  <a:moveTo>
                    <a:pt x="1062" y="1"/>
                  </a:moveTo>
                  <a:cubicBezTo>
                    <a:pt x="1032" y="1"/>
                    <a:pt x="999" y="9"/>
                    <a:pt x="968" y="10"/>
                  </a:cubicBezTo>
                  <a:cubicBezTo>
                    <a:pt x="952" y="13"/>
                    <a:pt x="935" y="14"/>
                    <a:pt x="919" y="14"/>
                  </a:cubicBezTo>
                  <a:cubicBezTo>
                    <a:pt x="874" y="14"/>
                    <a:pt x="828" y="6"/>
                    <a:pt x="784" y="6"/>
                  </a:cubicBezTo>
                  <a:cubicBezTo>
                    <a:pt x="738" y="6"/>
                    <a:pt x="694" y="14"/>
                    <a:pt x="653" y="49"/>
                  </a:cubicBezTo>
                  <a:cubicBezTo>
                    <a:pt x="614" y="76"/>
                    <a:pt x="633" y="173"/>
                    <a:pt x="568" y="173"/>
                  </a:cubicBezTo>
                  <a:cubicBezTo>
                    <a:pt x="554" y="173"/>
                    <a:pt x="535" y="168"/>
                    <a:pt x="512" y="157"/>
                  </a:cubicBezTo>
                  <a:cubicBezTo>
                    <a:pt x="487" y="146"/>
                    <a:pt x="459" y="137"/>
                    <a:pt x="431" y="137"/>
                  </a:cubicBezTo>
                  <a:cubicBezTo>
                    <a:pt x="387" y="137"/>
                    <a:pt x="346" y="159"/>
                    <a:pt x="328" y="227"/>
                  </a:cubicBezTo>
                  <a:cubicBezTo>
                    <a:pt x="310" y="365"/>
                    <a:pt x="232" y="463"/>
                    <a:pt x="122" y="542"/>
                  </a:cubicBezTo>
                  <a:cubicBezTo>
                    <a:pt x="42" y="602"/>
                    <a:pt x="0" y="739"/>
                    <a:pt x="102" y="739"/>
                  </a:cubicBezTo>
                  <a:cubicBezTo>
                    <a:pt x="504" y="742"/>
                    <a:pt x="338" y="1036"/>
                    <a:pt x="332" y="1197"/>
                  </a:cubicBezTo>
                  <a:cubicBezTo>
                    <a:pt x="328" y="1348"/>
                    <a:pt x="573" y="1526"/>
                    <a:pt x="241" y="1661"/>
                  </a:cubicBezTo>
                  <a:cubicBezTo>
                    <a:pt x="421" y="1681"/>
                    <a:pt x="549" y="1667"/>
                    <a:pt x="714" y="1788"/>
                  </a:cubicBezTo>
                  <a:cubicBezTo>
                    <a:pt x="694" y="1787"/>
                    <a:pt x="675" y="1786"/>
                    <a:pt x="657" y="1786"/>
                  </a:cubicBezTo>
                  <a:cubicBezTo>
                    <a:pt x="408" y="1786"/>
                    <a:pt x="446" y="1941"/>
                    <a:pt x="468" y="2077"/>
                  </a:cubicBezTo>
                  <a:cubicBezTo>
                    <a:pt x="496" y="2254"/>
                    <a:pt x="543" y="2428"/>
                    <a:pt x="571" y="2604"/>
                  </a:cubicBezTo>
                  <a:cubicBezTo>
                    <a:pt x="582" y="2678"/>
                    <a:pt x="601" y="2738"/>
                    <a:pt x="668" y="2777"/>
                  </a:cubicBezTo>
                  <a:cubicBezTo>
                    <a:pt x="708" y="2800"/>
                    <a:pt x="793" y="2762"/>
                    <a:pt x="785" y="2842"/>
                  </a:cubicBezTo>
                  <a:cubicBezTo>
                    <a:pt x="778" y="2917"/>
                    <a:pt x="694" y="2907"/>
                    <a:pt x="641" y="2929"/>
                  </a:cubicBezTo>
                  <a:cubicBezTo>
                    <a:pt x="656" y="3002"/>
                    <a:pt x="681" y="3070"/>
                    <a:pt x="736" y="3122"/>
                  </a:cubicBezTo>
                  <a:cubicBezTo>
                    <a:pt x="754" y="3146"/>
                    <a:pt x="771" y="3171"/>
                    <a:pt x="788" y="3194"/>
                  </a:cubicBezTo>
                  <a:cubicBezTo>
                    <a:pt x="809" y="3161"/>
                    <a:pt x="830" y="3128"/>
                    <a:pt x="851" y="3094"/>
                  </a:cubicBezTo>
                  <a:cubicBezTo>
                    <a:pt x="862" y="2976"/>
                    <a:pt x="909" y="2948"/>
                    <a:pt x="967" y="2948"/>
                  </a:cubicBezTo>
                  <a:cubicBezTo>
                    <a:pt x="1020" y="2948"/>
                    <a:pt x="1083" y="2971"/>
                    <a:pt x="1136" y="2971"/>
                  </a:cubicBezTo>
                  <a:cubicBezTo>
                    <a:pt x="1144" y="2971"/>
                    <a:pt x="1152" y="2970"/>
                    <a:pt x="1159" y="2969"/>
                  </a:cubicBezTo>
                  <a:cubicBezTo>
                    <a:pt x="1183" y="2971"/>
                    <a:pt x="1208" y="2974"/>
                    <a:pt x="1232" y="2975"/>
                  </a:cubicBezTo>
                  <a:cubicBezTo>
                    <a:pt x="1284" y="2864"/>
                    <a:pt x="1372" y="2739"/>
                    <a:pt x="1139" y="2739"/>
                  </a:cubicBezTo>
                  <a:cubicBezTo>
                    <a:pt x="1094" y="2739"/>
                    <a:pt x="1034" y="2721"/>
                    <a:pt x="1049" y="2673"/>
                  </a:cubicBezTo>
                  <a:cubicBezTo>
                    <a:pt x="1097" y="2523"/>
                    <a:pt x="1064" y="2356"/>
                    <a:pt x="1144" y="2216"/>
                  </a:cubicBezTo>
                  <a:cubicBezTo>
                    <a:pt x="1178" y="2154"/>
                    <a:pt x="1222" y="2119"/>
                    <a:pt x="1275" y="2119"/>
                  </a:cubicBezTo>
                  <a:cubicBezTo>
                    <a:pt x="1307" y="2119"/>
                    <a:pt x="1342" y="2131"/>
                    <a:pt x="1381" y="2158"/>
                  </a:cubicBezTo>
                  <a:cubicBezTo>
                    <a:pt x="1445" y="2201"/>
                    <a:pt x="1513" y="2233"/>
                    <a:pt x="1597" y="2239"/>
                  </a:cubicBezTo>
                  <a:cubicBezTo>
                    <a:pt x="1600" y="2239"/>
                    <a:pt x="1604" y="2239"/>
                    <a:pt x="1607" y="2239"/>
                  </a:cubicBezTo>
                  <a:cubicBezTo>
                    <a:pt x="1734" y="2239"/>
                    <a:pt x="1720" y="2039"/>
                    <a:pt x="1822" y="2039"/>
                  </a:cubicBezTo>
                  <a:cubicBezTo>
                    <a:pt x="1834" y="2039"/>
                    <a:pt x="1847" y="2041"/>
                    <a:pt x="1863" y="2047"/>
                  </a:cubicBezTo>
                  <a:cubicBezTo>
                    <a:pt x="1972" y="2091"/>
                    <a:pt x="1870" y="2322"/>
                    <a:pt x="2063" y="2333"/>
                  </a:cubicBezTo>
                  <a:cubicBezTo>
                    <a:pt x="2225" y="2306"/>
                    <a:pt x="2107" y="2153"/>
                    <a:pt x="2176" y="2084"/>
                  </a:cubicBezTo>
                  <a:cubicBezTo>
                    <a:pt x="2194" y="2061"/>
                    <a:pt x="2218" y="2058"/>
                    <a:pt x="2244" y="2058"/>
                  </a:cubicBezTo>
                  <a:cubicBezTo>
                    <a:pt x="2253" y="2058"/>
                    <a:pt x="2263" y="2059"/>
                    <a:pt x="2272" y="2059"/>
                  </a:cubicBezTo>
                  <a:cubicBezTo>
                    <a:pt x="2302" y="2059"/>
                    <a:pt x="2331" y="2054"/>
                    <a:pt x="2349" y="2020"/>
                  </a:cubicBezTo>
                  <a:cubicBezTo>
                    <a:pt x="2389" y="1985"/>
                    <a:pt x="2427" y="1951"/>
                    <a:pt x="2467" y="1917"/>
                  </a:cubicBezTo>
                  <a:cubicBezTo>
                    <a:pt x="2496" y="1846"/>
                    <a:pt x="2490" y="1788"/>
                    <a:pt x="2405" y="1763"/>
                  </a:cubicBezTo>
                  <a:cubicBezTo>
                    <a:pt x="2331" y="1788"/>
                    <a:pt x="2261" y="1805"/>
                    <a:pt x="2202" y="1805"/>
                  </a:cubicBezTo>
                  <a:cubicBezTo>
                    <a:pt x="2083" y="1805"/>
                    <a:pt x="2003" y="1738"/>
                    <a:pt x="2002" y="1532"/>
                  </a:cubicBezTo>
                  <a:cubicBezTo>
                    <a:pt x="2002" y="1516"/>
                    <a:pt x="1993" y="1508"/>
                    <a:pt x="1992" y="1508"/>
                  </a:cubicBezTo>
                  <a:cubicBezTo>
                    <a:pt x="1964" y="1452"/>
                    <a:pt x="1935" y="1393"/>
                    <a:pt x="1878" y="1393"/>
                  </a:cubicBezTo>
                  <a:cubicBezTo>
                    <a:pt x="1860" y="1393"/>
                    <a:pt x="1841" y="1398"/>
                    <a:pt x="1817" y="1411"/>
                  </a:cubicBezTo>
                  <a:cubicBezTo>
                    <a:pt x="1737" y="1454"/>
                    <a:pt x="1607" y="1502"/>
                    <a:pt x="1657" y="1612"/>
                  </a:cubicBezTo>
                  <a:cubicBezTo>
                    <a:pt x="1726" y="1765"/>
                    <a:pt x="1645" y="1848"/>
                    <a:pt x="1567" y="1967"/>
                  </a:cubicBezTo>
                  <a:cubicBezTo>
                    <a:pt x="1493" y="1750"/>
                    <a:pt x="1403" y="1553"/>
                    <a:pt x="1625" y="1386"/>
                  </a:cubicBezTo>
                  <a:cubicBezTo>
                    <a:pt x="1659" y="1359"/>
                    <a:pt x="1673" y="1309"/>
                    <a:pt x="1651" y="1266"/>
                  </a:cubicBezTo>
                  <a:cubicBezTo>
                    <a:pt x="1634" y="1232"/>
                    <a:pt x="1607" y="1224"/>
                    <a:pt x="1575" y="1224"/>
                  </a:cubicBezTo>
                  <a:cubicBezTo>
                    <a:pt x="1564" y="1224"/>
                    <a:pt x="1552" y="1225"/>
                    <a:pt x="1540" y="1226"/>
                  </a:cubicBezTo>
                  <a:cubicBezTo>
                    <a:pt x="1358" y="1242"/>
                    <a:pt x="1171" y="1245"/>
                    <a:pt x="1125" y="1487"/>
                  </a:cubicBezTo>
                  <a:cubicBezTo>
                    <a:pt x="949" y="1346"/>
                    <a:pt x="909" y="1201"/>
                    <a:pt x="1011" y="1020"/>
                  </a:cubicBezTo>
                  <a:cubicBezTo>
                    <a:pt x="1037" y="973"/>
                    <a:pt x="1062" y="921"/>
                    <a:pt x="1064" y="863"/>
                  </a:cubicBezTo>
                  <a:lnTo>
                    <a:pt x="1064" y="863"/>
                  </a:lnTo>
                  <a:cubicBezTo>
                    <a:pt x="1065" y="864"/>
                    <a:pt x="1065" y="865"/>
                    <a:pt x="1066" y="865"/>
                  </a:cubicBezTo>
                  <a:cubicBezTo>
                    <a:pt x="1140" y="905"/>
                    <a:pt x="1291" y="919"/>
                    <a:pt x="1124" y="1038"/>
                  </a:cubicBezTo>
                  <a:cubicBezTo>
                    <a:pt x="1075" y="1074"/>
                    <a:pt x="1013" y="1109"/>
                    <a:pt x="1055" y="1182"/>
                  </a:cubicBezTo>
                  <a:cubicBezTo>
                    <a:pt x="1084" y="1231"/>
                    <a:pt x="1128" y="1244"/>
                    <a:pt x="1176" y="1244"/>
                  </a:cubicBezTo>
                  <a:cubicBezTo>
                    <a:pt x="1196" y="1244"/>
                    <a:pt x="1217" y="1241"/>
                    <a:pt x="1239" y="1238"/>
                  </a:cubicBezTo>
                  <a:cubicBezTo>
                    <a:pt x="1505" y="1199"/>
                    <a:pt x="1601" y="921"/>
                    <a:pt x="1405" y="683"/>
                  </a:cubicBezTo>
                  <a:cubicBezTo>
                    <a:pt x="1334" y="597"/>
                    <a:pt x="1348" y="535"/>
                    <a:pt x="1353" y="455"/>
                  </a:cubicBezTo>
                  <a:cubicBezTo>
                    <a:pt x="1311" y="314"/>
                    <a:pt x="1001" y="308"/>
                    <a:pt x="1159" y="68"/>
                  </a:cubicBezTo>
                  <a:cubicBezTo>
                    <a:pt x="1137" y="13"/>
                    <a:pt x="1101" y="1"/>
                    <a:pt x="1062" y="1"/>
                  </a:cubicBezTo>
                  <a:close/>
                </a:path>
              </a:pathLst>
            </a:custGeom>
            <a:solidFill>
              <a:srgbClr val="EF84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7135875" y="1229450"/>
              <a:ext cx="41575" cy="43975"/>
            </a:xfrm>
            <a:custGeom>
              <a:avLst/>
              <a:gdLst/>
              <a:ahLst/>
              <a:cxnLst/>
              <a:rect l="l" t="t" r="r" b="b"/>
              <a:pathLst>
                <a:path w="1663" h="1759" extrusionOk="0">
                  <a:moveTo>
                    <a:pt x="223" y="1"/>
                  </a:moveTo>
                  <a:lnTo>
                    <a:pt x="223" y="1"/>
                  </a:lnTo>
                  <a:cubicBezTo>
                    <a:pt x="138" y="124"/>
                    <a:pt x="168" y="240"/>
                    <a:pt x="244" y="354"/>
                  </a:cubicBezTo>
                  <a:cubicBezTo>
                    <a:pt x="1" y="511"/>
                    <a:pt x="223" y="616"/>
                    <a:pt x="280" y="748"/>
                  </a:cubicBezTo>
                  <a:cubicBezTo>
                    <a:pt x="309" y="817"/>
                    <a:pt x="425" y="853"/>
                    <a:pt x="395" y="899"/>
                  </a:cubicBezTo>
                  <a:cubicBezTo>
                    <a:pt x="229" y="1158"/>
                    <a:pt x="376" y="1425"/>
                    <a:pt x="354" y="1685"/>
                  </a:cubicBezTo>
                  <a:cubicBezTo>
                    <a:pt x="365" y="1698"/>
                    <a:pt x="376" y="1712"/>
                    <a:pt x="387" y="1725"/>
                  </a:cubicBezTo>
                  <a:cubicBezTo>
                    <a:pt x="415" y="1701"/>
                    <a:pt x="447" y="1688"/>
                    <a:pt x="478" y="1688"/>
                  </a:cubicBezTo>
                  <a:cubicBezTo>
                    <a:pt x="498" y="1688"/>
                    <a:pt x="517" y="1694"/>
                    <a:pt x="534" y="1705"/>
                  </a:cubicBezTo>
                  <a:cubicBezTo>
                    <a:pt x="591" y="1742"/>
                    <a:pt x="631" y="1758"/>
                    <a:pt x="660" y="1758"/>
                  </a:cubicBezTo>
                  <a:cubicBezTo>
                    <a:pt x="731" y="1758"/>
                    <a:pt x="735" y="1667"/>
                    <a:pt x="734" y="1566"/>
                  </a:cubicBezTo>
                  <a:cubicBezTo>
                    <a:pt x="777" y="1487"/>
                    <a:pt x="816" y="1460"/>
                    <a:pt x="853" y="1460"/>
                  </a:cubicBezTo>
                  <a:cubicBezTo>
                    <a:pt x="915" y="1460"/>
                    <a:pt x="972" y="1541"/>
                    <a:pt x="1031" y="1588"/>
                  </a:cubicBezTo>
                  <a:cubicBezTo>
                    <a:pt x="1065" y="1559"/>
                    <a:pt x="1100" y="1545"/>
                    <a:pt x="1138" y="1545"/>
                  </a:cubicBezTo>
                  <a:cubicBezTo>
                    <a:pt x="1164" y="1545"/>
                    <a:pt x="1190" y="1552"/>
                    <a:pt x="1218" y="1566"/>
                  </a:cubicBezTo>
                  <a:cubicBezTo>
                    <a:pt x="1354" y="1413"/>
                    <a:pt x="1424" y="1205"/>
                    <a:pt x="1663" y="1107"/>
                  </a:cubicBezTo>
                  <a:cubicBezTo>
                    <a:pt x="1604" y="1081"/>
                    <a:pt x="1554" y="1070"/>
                    <a:pt x="1512" y="1070"/>
                  </a:cubicBezTo>
                  <a:cubicBezTo>
                    <a:pt x="1357" y="1070"/>
                    <a:pt x="1294" y="1217"/>
                    <a:pt x="1201" y="1303"/>
                  </a:cubicBezTo>
                  <a:cubicBezTo>
                    <a:pt x="971" y="1272"/>
                    <a:pt x="858" y="1167"/>
                    <a:pt x="915" y="912"/>
                  </a:cubicBezTo>
                  <a:cubicBezTo>
                    <a:pt x="947" y="767"/>
                    <a:pt x="1018" y="540"/>
                    <a:pt x="832" y="490"/>
                  </a:cubicBezTo>
                  <a:cubicBezTo>
                    <a:pt x="541" y="410"/>
                    <a:pt x="358" y="248"/>
                    <a:pt x="223" y="1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7160125" y="1129950"/>
              <a:ext cx="4600" cy="3500"/>
            </a:xfrm>
            <a:custGeom>
              <a:avLst/>
              <a:gdLst/>
              <a:ahLst/>
              <a:cxnLst/>
              <a:rect l="l" t="t" r="r" b="b"/>
              <a:pathLst>
                <a:path w="184" h="140" extrusionOk="0">
                  <a:moveTo>
                    <a:pt x="184" y="0"/>
                  </a:moveTo>
                  <a:cubicBezTo>
                    <a:pt x="89" y="6"/>
                    <a:pt x="38" y="45"/>
                    <a:pt x="0" y="138"/>
                  </a:cubicBezTo>
                  <a:cubicBezTo>
                    <a:pt x="11" y="139"/>
                    <a:pt x="22" y="140"/>
                    <a:pt x="32" y="140"/>
                  </a:cubicBezTo>
                  <a:cubicBezTo>
                    <a:pt x="128" y="140"/>
                    <a:pt x="171" y="100"/>
                    <a:pt x="184" y="0"/>
                  </a:cubicBezTo>
                  <a:close/>
                </a:path>
              </a:pathLst>
            </a:custGeom>
            <a:solidFill>
              <a:srgbClr val="F18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7160550" y="1151875"/>
              <a:ext cx="4125" cy="3325"/>
            </a:xfrm>
            <a:custGeom>
              <a:avLst/>
              <a:gdLst/>
              <a:ahLst/>
              <a:cxnLst/>
              <a:rect l="l" t="t" r="r" b="b"/>
              <a:pathLst>
                <a:path w="165" h="133" extrusionOk="0">
                  <a:moveTo>
                    <a:pt x="98" y="0"/>
                  </a:moveTo>
                  <a:cubicBezTo>
                    <a:pt x="79" y="0"/>
                    <a:pt x="64" y="2"/>
                    <a:pt x="52" y="8"/>
                  </a:cubicBezTo>
                  <a:cubicBezTo>
                    <a:pt x="9" y="32"/>
                    <a:pt x="1" y="78"/>
                    <a:pt x="36" y="115"/>
                  </a:cubicBezTo>
                  <a:cubicBezTo>
                    <a:pt x="48" y="127"/>
                    <a:pt x="63" y="132"/>
                    <a:pt x="78" y="132"/>
                  </a:cubicBezTo>
                  <a:cubicBezTo>
                    <a:pt x="96" y="132"/>
                    <a:pt x="114" y="124"/>
                    <a:pt x="127" y="108"/>
                  </a:cubicBezTo>
                  <a:cubicBezTo>
                    <a:pt x="146" y="85"/>
                    <a:pt x="148" y="50"/>
                    <a:pt x="165" y="1"/>
                  </a:cubicBezTo>
                  <a:lnTo>
                    <a:pt x="165" y="1"/>
                  </a:lnTo>
                  <a:cubicBezTo>
                    <a:pt x="157" y="1"/>
                    <a:pt x="150" y="1"/>
                    <a:pt x="143" y="1"/>
                  </a:cubicBezTo>
                  <a:cubicBezTo>
                    <a:pt x="126" y="1"/>
                    <a:pt x="111" y="0"/>
                    <a:pt x="98" y="0"/>
                  </a:cubicBezTo>
                  <a:close/>
                </a:path>
              </a:pathLst>
            </a:custGeom>
            <a:solidFill>
              <a:srgbClr val="EE7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7177050" y="1141500"/>
              <a:ext cx="3950" cy="5325"/>
            </a:xfrm>
            <a:custGeom>
              <a:avLst/>
              <a:gdLst/>
              <a:ahLst/>
              <a:cxnLst/>
              <a:rect l="l" t="t" r="r" b="b"/>
              <a:pathLst>
                <a:path w="158" h="213" extrusionOk="0">
                  <a:moveTo>
                    <a:pt x="46" y="1"/>
                  </a:moveTo>
                  <a:cubicBezTo>
                    <a:pt x="5" y="62"/>
                    <a:pt x="0" y="126"/>
                    <a:pt x="39" y="212"/>
                  </a:cubicBezTo>
                  <a:cubicBezTo>
                    <a:pt x="151" y="127"/>
                    <a:pt x="158" y="62"/>
                    <a:pt x="46" y="1"/>
                  </a:cubicBezTo>
                  <a:close/>
                </a:path>
              </a:pathLst>
            </a:custGeom>
            <a:solidFill>
              <a:srgbClr val="EE7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7155550" y="1154550"/>
              <a:ext cx="2125" cy="2550"/>
            </a:xfrm>
            <a:custGeom>
              <a:avLst/>
              <a:gdLst/>
              <a:ahLst/>
              <a:cxnLst/>
              <a:rect l="l" t="t" r="r" b="b"/>
              <a:pathLst>
                <a:path w="85" h="102" extrusionOk="0">
                  <a:moveTo>
                    <a:pt x="56" y="1"/>
                  </a:moveTo>
                  <a:cubicBezTo>
                    <a:pt x="45" y="1"/>
                    <a:pt x="30" y="9"/>
                    <a:pt x="15" y="22"/>
                  </a:cubicBezTo>
                  <a:cubicBezTo>
                    <a:pt x="13" y="36"/>
                    <a:pt x="1" y="62"/>
                    <a:pt x="7" y="80"/>
                  </a:cubicBezTo>
                  <a:cubicBezTo>
                    <a:pt x="13" y="94"/>
                    <a:pt x="24" y="101"/>
                    <a:pt x="37" y="101"/>
                  </a:cubicBezTo>
                  <a:cubicBezTo>
                    <a:pt x="47" y="101"/>
                    <a:pt x="57" y="97"/>
                    <a:pt x="65" y="86"/>
                  </a:cubicBezTo>
                  <a:cubicBezTo>
                    <a:pt x="77" y="69"/>
                    <a:pt x="85" y="40"/>
                    <a:pt x="79" y="21"/>
                  </a:cubicBezTo>
                  <a:cubicBezTo>
                    <a:pt x="74" y="6"/>
                    <a:pt x="66" y="1"/>
                    <a:pt x="56" y="1"/>
                  </a:cubicBezTo>
                  <a:close/>
                </a:path>
              </a:pathLst>
            </a:custGeom>
            <a:solidFill>
              <a:srgbClr val="EE7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7155050" y="1268575"/>
              <a:ext cx="62100" cy="51600"/>
            </a:xfrm>
            <a:custGeom>
              <a:avLst/>
              <a:gdLst/>
              <a:ahLst/>
              <a:cxnLst/>
              <a:rect l="l" t="t" r="r" b="b"/>
              <a:pathLst>
                <a:path w="2484" h="2064" extrusionOk="0">
                  <a:moveTo>
                    <a:pt x="1903" y="1"/>
                  </a:moveTo>
                  <a:cubicBezTo>
                    <a:pt x="1870" y="84"/>
                    <a:pt x="1831" y="141"/>
                    <a:pt x="1725" y="159"/>
                  </a:cubicBezTo>
                  <a:cubicBezTo>
                    <a:pt x="1491" y="196"/>
                    <a:pt x="1223" y="160"/>
                    <a:pt x="1077" y="424"/>
                  </a:cubicBezTo>
                  <a:cubicBezTo>
                    <a:pt x="1068" y="441"/>
                    <a:pt x="1025" y="469"/>
                    <a:pt x="994" y="469"/>
                  </a:cubicBezTo>
                  <a:cubicBezTo>
                    <a:pt x="971" y="469"/>
                    <a:pt x="955" y="455"/>
                    <a:pt x="961" y="412"/>
                  </a:cubicBezTo>
                  <a:cubicBezTo>
                    <a:pt x="972" y="333"/>
                    <a:pt x="957" y="308"/>
                    <a:pt x="936" y="308"/>
                  </a:cubicBezTo>
                  <a:cubicBezTo>
                    <a:pt x="910" y="308"/>
                    <a:pt x="875" y="345"/>
                    <a:pt x="869" y="366"/>
                  </a:cubicBezTo>
                  <a:cubicBezTo>
                    <a:pt x="848" y="439"/>
                    <a:pt x="823" y="463"/>
                    <a:pt x="797" y="463"/>
                  </a:cubicBezTo>
                  <a:cubicBezTo>
                    <a:pt x="750" y="463"/>
                    <a:pt x="698" y="387"/>
                    <a:pt x="652" y="387"/>
                  </a:cubicBezTo>
                  <a:cubicBezTo>
                    <a:pt x="649" y="387"/>
                    <a:pt x="647" y="387"/>
                    <a:pt x="645" y="388"/>
                  </a:cubicBezTo>
                  <a:cubicBezTo>
                    <a:pt x="613" y="471"/>
                    <a:pt x="363" y="542"/>
                    <a:pt x="648" y="649"/>
                  </a:cubicBezTo>
                  <a:cubicBezTo>
                    <a:pt x="720" y="676"/>
                    <a:pt x="784" y="887"/>
                    <a:pt x="712" y="1007"/>
                  </a:cubicBezTo>
                  <a:cubicBezTo>
                    <a:pt x="667" y="1082"/>
                    <a:pt x="599" y="1117"/>
                    <a:pt x="521" y="1117"/>
                  </a:cubicBezTo>
                  <a:cubicBezTo>
                    <a:pt x="474" y="1117"/>
                    <a:pt x="422" y="1103"/>
                    <a:pt x="370" y="1078"/>
                  </a:cubicBezTo>
                  <a:cubicBezTo>
                    <a:pt x="564" y="1063"/>
                    <a:pt x="620" y="905"/>
                    <a:pt x="597" y="791"/>
                  </a:cubicBezTo>
                  <a:cubicBezTo>
                    <a:pt x="589" y="748"/>
                    <a:pt x="570" y="734"/>
                    <a:pt x="545" y="734"/>
                  </a:cubicBezTo>
                  <a:cubicBezTo>
                    <a:pt x="501" y="734"/>
                    <a:pt x="437" y="780"/>
                    <a:pt x="384" y="780"/>
                  </a:cubicBezTo>
                  <a:cubicBezTo>
                    <a:pt x="374" y="780"/>
                    <a:pt x="364" y="778"/>
                    <a:pt x="355" y="774"/>
                  </a:cubicBezTo>
                  <a:cubicBezTo>
                    <a:pt x="262" y="952"/>
                    <a:pt x="1" y="1105"/>
                    <a:pt x="271" y="1337"/>
                  </a:cubicBezTo>
                  <a:cubicBezTo>
                    <a:pt x="276" y="1342"/>
                    <a:pt x="276" y="1354"/>
                    <a:pt x="280" y="1362"/>
                  </a:cubicBezTo>
                  <a:cubicBezTo>
                    <a:pt x="301" y="1418"/>
                    <a:pt x="255" y="1515"/>
                    <a:pt x="368" y="1515"/>
                  </a:cubicBezTo>
                  <a:cubicBezTo>
                    <a:pt x="369" y="1515"/>
                    <a:pt x="370" y="1515"/>
                    <a:pt x="371" y="1515"/>
                  </a:cubicBezTo>
                  <a:cubicBezTo>
                    <a:pt x="467" y="1512"/>
                    <a:pt x="523" y="1455"/>
                    <a:pt x="529" y="1370"/>
                  </a:cubicBezTo>
                  <a:cubicBezTo>
                    <a:pt x="534" y="1275"/>
                    <a:pt x="565" y="1228"/>
                    <a:pt x="620" y="1228"/>
                  </a:cubicBezTo>
                  <a:cubicBezTo>
                    <a:pt x="646" y="1228"/>
                    <a:pt x="676" y="1238"/>
                    <a:pt x="711" y="1258"/>
                  </a:cubicBezTo>
                  <a:cubicBezTo>
                    <a:pt x="726" y="1266"/>
                    <a:pt x="739" y="1269"/>
                    <a:pt x="752" y="1269"/>
                  </a:cubicBezTo>
                  <a:cubicBezTo>
                    <a:pt x="804" y="1269"/>
                    <a:pt x="845" y="1214"/>
                    <a:pt x="900" y="1214"/>
                  </a:cubicBezTo>
                  <a:cubicBezTo>
                    <a:pt x="905" y="1214"/>
                    <a:pt x="910" y="1215"/>
                    <a:pt x="916" y="1216"/>
                  </a:cubicBezTo>
                  <a:cubicBezTo>
                    <a:pt x="878" y="1370"/>
                    <a:pt x="614" y="1352"/>
                    <a:pt x="708" y="1586"/>
                  </a:cubicBezTo>
                  <a:cubicBezTo>
                    <a:pt x="764" y="1729"/>
                    <a:pt x="758" y="1899"/>
                    <a:pt x="882" y="2063"/>
                  </a:cubicBezTo>
                  <a:cubicBezTo>
                    <a:pt x="885" y="1877"/>
                    <a:pt x="1124" y="1785"/>
                    <a:pt x="1054" y="1643"/>
                  </a:cubicBezTo>
                  <a:cubicBezTo>
                    <a:pt x="962" y="1453"/>
                    <a:pt x="1074" y="1430"/>
                    <a:pt x="1192" y="1365"/>
                  </a:cubicBezTo>
                  <a:cubicBezTo>
                    <a:pt x="1222" y="1453"/>
                    <a:pt x="1303" y="1568"/>
                    <a:pt x="1273" y="1622"/>
                  </a:cubicBezTo>
                  <a:cubicBezTo>
                    <a:pt x="1184" y="1784"/>
                    <a:pt x="1238" y="1809"/>
                    <a:pt x="1312" y="1809"/>
                  </a:cubicBezTo>
                  <a:cubicBezTo>
                    <a:pt x="1345" y="1809"/>
                    <a:pt x="1381" y="1804"/>
                    <a:pt x="1411" y="1804"/>
                  </a:cubicBezTo>
                  <a:cubicBezTo>
                    <a:pt x="1424" y="1804"/>
                    <a:pt x="1436" y="1805"/>
                    <a:pt x="1446" y="1808"/>
                  </a:cubicBezTo>
                  <a:cubicBezTo>
                    <a:pt x="1461" y="1812"/>
                    <a:pt x="1476" y="1813"/>
                    <a:pt x="1490" y="1813"/>
                  </a:cubicBezTo>
                  <a:cubicBezTo>
                    <a:pt x="1572" y="1813"/>
                    <a:pt x="1637" y="1754"/>
                    <a:pt x="1697" y="1696"/>
                  </a:cubicBezTo>
                  <a:cubicBezTo>
                    <a:pt x="1892" y="1538"/>
                    <a:pt x="2031" y="1391"/>
                    <a:pt x="1932" y="1083"/>
                  </a:cubicBezTo>
                  <a:cubicBezTo>
                    <a:pt x="1896" y="977"/>
                    <a:pt x="1952" y="762"/>
                    <a:pt x="1945" y="597"/>
                  </a:cubicBezTo>
                  <a:cubicBezTo>
                    <a:pt x="1939" y="409"/>
                    <a:pt x="2000" y="328"/>
                    <a:pt x="2116" y="328"/>
                  </a:cubicBezTo>
                  <a:cubicBezTo>
                    <a:pt x="2163" y="328"/>
                    <a:pt x="2219" y="341"/>
                    <a:pt x="2284" y="366"/>
                  </a:cubicBezTo>
                  <a:cubicBezTo>
                    <a:pt x="2310" y="296"/>
                    <a:pt x="2484" y="279"/>
                    <a:pt x="2412" y="223"/>
                  </a:cubicBezTo>
                  <a:cubicBezTo>
                    <a:pt x="2332" y="160"/>
                    <a:pt x="2201" y="160"/>
                    <a:pt x="2108" y="68"/>
                  </a:cubicBezTo>
                  <a:cubicBezTo>
                    <a:pt x="2077" y="36"/>
                    <a:pt x="1962" y="66"/>
                    <a:pt x="1903" y="1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7190500" y="1316225"/>
              <a:ext cx="11950" cy="10550"/>
            </a:xfrm>
            <a:custGeom>
              <a:avLst/>
              <a:gdLst/>
              <a:ahLst/>
              <a:cxnLst/>
              <a:rect l="l" t="t" r="r" b="b"/>
              <a:pathLst>
                <a:path w="478" h="422" extrusionOk="0">
                  <a:moveTo>
                    <a:pt x="62" y="0"/>
                  </a:moveTo>
                  <a:cubicBezTo>
                    <a:pt x="42" y="0"/>
                    <a:pt x="22" y="8"/>
                    <a:pt x="0" y="30"/>
                  </a:cubicBezTo>
                  <a:cubicBezTo>
                    <a:pt x="70" y="174"/>
                    <a:pt x="74" y="362"/>
                    <a:pt x="267" y="422"/>
                  </a:cubicBezTo>
                  <a:lnTo>
                    <a:pt x="267" y="422"/>
                  </a:lnTo>
                  <a:cubicBezTo>
                    <a:pt x="318" y="352"/>
                    <a:pt x="430" y="340"/>
                    <a:pt x="477" y="194"/>
                  </a:cubicBezTo>
                  <a:lnTo>
                    <a:pt x="477" y="194"/>
                  </a:lnTo>
                  <a:cubicBezTo>
                    <a:pt x="416" y="231"/>
                    <a:pt x="373" y="246"/>
                    <a:pt x="343" y="246"/>
                  </a:cubicBezTo>
                  <a:cubicBezTo>
                    <a:pt x="248" y="246"/>
                    <a:pt x="276" y="99"/>
                    <a:pt x="223" y="47"/>
                  </a:cubicBezTo>
                  <a:cubicBezTo>
                    <a:pt x="217" y="48"/>
                    <a:pt x="212" y="49"/>
                    <a:pt x="206" y="49"/>
                  </a:cubicBezTo>
                  <a:cubicBezTo>
                    <a:pt x="157" y="49"/>
                    <a:pt x="111" y="0"/>
                    <a:pt x="62" y="0"/>
                  </a:cubicBezTo>
                  <a:close/>
                  <a:moveTo>
                    <a:pt x="267" y="422"/>
                  </a:moveTo>
                  <a:cubicBezTo>
                    <a:pt x="267" y="422"/>
                    <a:pt x="267" y="422"/>
                    <a:pt x="267" y="422"/>
                  </a:cubicBezTo>
                  <a:lnTo>
                    <a:pt x="268" y="422"/>
                  </a:lnTo>
                  <a:cubicBezTo>
                    <a:pt x="268" y="422"/>
                    <a:pt x="267" y="422"/>
                    <a:pt x="267" y="422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7197475" y="1308850"/>
              <a:ext cx="8125" cy="5975"/>
            </a:xfrm>
            <a:custGeom>
              <a:avLst/>
              <a:gdLst/>
              <a:ahLst/>
              <a:cxnLst/>
              <a:rect l="l" t="t" r="r" b="b"/>
              <a:pathLst>
                <a:path w="325" h="239" extrusionOk="0">
                  <a:moveTo>
                    <a:pt x="255" y="0"/>
                  </a:moveTo>
                  <a:cubicBezTo>
                    <a:pt x="175" y="0"/>
                    <a:pt x="123" y="94"/>
                    <a:pt x="43" y="94"/>
                  </a:cubicBezTo>
                  <a:cubicBezTo>
                    <a:pt x="29" y="94"/>
                    <a:pt x="15" y="91"/>
                    <a:pt x="0" y="85"/>
                  </a:cubicBezTo>
                  <a:lnTo>
                    <a:pt x="0" y="85"/>
                  </a:lnTo>
                  <a:cubicBezTo>
                    <a:pt x="21" y="137"/>
                    <a:pt x="42" y="188"/>
                    <a:pt x="62" y="239"/>
                  </a:cubicBezTo>
                  <a:cubicBezTo>
                    <a:pt x="218" y="236"/>
                    <a:pt x="324" y="188"/>
                    <a:pt x="279" y="3"/>
                  </a:cubicBezTo>
                  <a:cubicBezTo>
                    <a:pt x="271" y="1"/>
                    <a:pt x="263" y="0"/>
                    <a:pt x="255" y="0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7159075" y="1316000"/>
              <a:ext cx="29875" cy="25275"/>
            </a:xfrm>
            <a:custGeom>
              <a:avLst/>
              <a:gdLst/>
              <a:ahLst/>
              <a:cxnLst/>
              <a:rect l="l" t="t" r="r" b="b"/>
              <a:pathLst>
                <a:path w="1195" h="1011" extrusionOk="0">
                  <a:moveTo>
                    <a:pt x="1005" y="0"/>
                  </a:moveTo>
                  <a:cubicBezTo>
                    <a:pt x="933" y="0"/>
                    <a:pt x="846" y="25"/>
                    <a:pt x="820" y="132"/>
                  </a:cubicBezTo>
                  <a:cubicBezTo>
                    <a:pt x="801" y="216"/>
                    <a:pt x="764" y="244"/>
                    <a:pt x="722" y="244"/>
                  </a:cubicBezTo>
                  <a:cubicBezTo>
                    <a:pt x="674" y="244"/>
                    <a:pt x="621" y="207"/>
                    <a:pt x="583" y="176"/>
                  </a:cubicBezTo>
                  <a:cubicBezTo>
                    <a:pt x="525" y="128"/>
                    <a:pt x="485" y="54"/>
                    <a:pt x="416" y="54"/>
                  </a:cubicBezTo>
                  <a:cubicBezTo>
                    <a:pt x="393" y="54"/>
                    <a:pt x="368" y="62"/>
                    <a:pt x="338" y="81"/>
                  </a:cubicBezTo>
                  <a:cubicBezTo>
                    <a:pt x="223" y="155"/>
                    <a:pt x="155" y="259"/>
                    <a:pt x="161" y="403"/>
                  </a:cubicBezTo>
                  <a:cubicBezTo>
                    <a:pt x="165" y="490"/>
                    <a:pt x="179" y="586"/>
                    <a:pt x="120" y="654"/>
                  </a:cubicBezTo>
                  <a:cubicBezTo>
                    <a:pt x="0" y="792"/>
                    <a:pt x="71" y="847"/>
                    <a:pt x="163" y="847"/>
                  </a:cubicBezTo>
                  <a:cubicBezTo>
                    <a:pt x="182" y="847"/>
                    <a:pt x="202" y="845"/>
                    <a:pt x="221" y="840"/>
                  </a:cubicBezTo>
                  <a:cubicBezTo>
                    <a:pt x="254" y="833"/>
                    <a:pt x="280" y="830"/>
                    <a:pt x="301" y="830"/>
                  </a:cubicBezTo>
                  <a:cubicBezTo>
                    <a:pt x="409" y="830"/>
                    <a:pt x="383" y="915"/>
                    <a:pt x="363" y="1011"/>
                  </a:cubicBezTo>
                  <a:cubicBezTo>
                    <a:pt x="401" y="982"/>
                    <a:pt x="434" y="943"/>
                    <a:pt x="483" y="943"/>
                  </a:cubicBezTo>
                  <a:cubicBezTo>
                    <a:pt x="494" y="943"/>
                    <a:pt x="505" y="945"/>
                    <a:pt x="517" y="949"/>
                  </a:cubicBezTo>
                  <a:cubicBezTo>
                    <a:pt x="656" y="817"/>
                    <a:pt x="692" y="614"/>
                    <a:pt x="847" y="480"/>
                  </a:cubicBezTo>
                  <a:lnTo>
                    <a:pt x="847" y="480"/>
                  </a:lnTo>
                  <a:cubicBezTo>
                    <a:pt x="833" y="483"/>
                    <a:pt x="819" y="484"/>
                    <a:pt x="805" y="484"/>
                  </a:cubicBezTo>
                  <a:cubicBezTo>
                    <a:pt x="717" y="484"/>
                    <a:pt x="631" y="432"/>
                    <a:pt x="547" y="432"/>
                  </a:cubicBezTo>
                  <a:cubicBezTo>
                    <a:pt x="491" y="432"/>
                    <a:pt x="436" y="455"/>
                    <a:pt x="382" y="531"/>
                  </a:cubicBezTo>
                  <a:cubicBezTo>
                    <a:pt x="334" y="381"/>
                    <a:pt x="373" y="279"/>
                    <a:pt x="466" y="279"/>
                  </a:cubicBezTo>
                  <a:cubicBezTo>
                    <a:pt x="483" y="279"/>
                    <a:pt x="501" y="282"/>
                    <a:pt x="521" y="289"/>
                  </a:cubicBezTo>
                  <a:cubicBezTo>
                    <a:pt x="584" y="311"/>
                    <a:pt x="642" y="324"/>
                    <a:pt x="694" y="324"/>
                  </a:cubicBezTo>
                  <a:cubicBezTo>
                    <a:pt x="813" y="324"/>
                    <a:pt x="908" y="257"/>
                    <a:pt x="994" y="72"/>
                  </a:cubicBezTo>
                  <a:lnTo>
                    <a:pt x="994" y="72"/>
                  </a:lnTo>
                  <a:cubicBezTo>
                    <a:pt x="997" y="236"/>
                    <a:pt x="943" y="412"/>
                    <a:pt x="1058" y="412"/>
                  </a:cubicBezTo>
                  <a:cubicBezTo>
                    <a:pt x="1090" y="412"/>
                    <a:pt x="1133" y="399"/>
                    <a:pt x="1194" y="369"/>
                  </a:cubicBezTo>
                  <a:cubicBezTo>
                    <a:pt x="1149" y="308"/>
                    <a:pt x="1087" y="259"/>
                    <a:pt x="1098" y="166"/>
                  </a:cubicBezTo>
                  <a:cubicBezTo>
                    <a:pt x="1106" y="100"/>
                    <a:pt x="1087" y="3"/>
                    <a:pt x="1015" y="0"/>
                  </a:cubicBezTo>
                  <a:cubicBezTo>
                    <a:pt x="1012" y="0"/>
                    <a:pt x="1008" y="0"/>
                    <a:pt x="1005" y="0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7169525" y="1330950"/>
              <a:ext cx="21725" cy="16775"/>
            </a:xfrm>
            <a:custGeom>
              <a:avLst/>
              <a:gdLst/>
              <a:ahLst/>
              <a:cxnLst/>
              <a:rect l="l" t="t" r="r" b="b"/>
              <a:pathLst>
                <a:path w="869" h="671" extrusionOk="0">
                  <a:moveTo>
                    <a:pt x="690" y="1"/>
                  </a:moveTo>
                  <a:cubicBezTo>
                    <a:pt x="653" y="1"/>
                    <a:pt x="620" y="14"/>
                    <a:pt x="590" y="58"/>
                  </a:cubicBezTo>
                  <a:cubicBezTo>
                    <a:pt x="488" y="208"/>
                    <a:pt x="337" y="298"/>
                    <a:pt x="174" y="341"/>
                  </a:cubicBezTo>
                  <a:cubicBezTo>
                    <a:pt x="51" y="373"/>
                    <a:pt x="33" y="461"/>
                    <a:pt x="18" y="540"/>
                  </a:cubicBezTo>
                  <a:cubicBezTo>
                    <a:pt x="0" y="635"/>
                    <a:pt x="121" y="601"/>
                    <a:pt x="171" y="644"/>
                  </a:cubicBezTo>
                  <a:cubicBezTo>
                    <a:pt x="193" y="663"/>
                    <a:pt x="212" y="671"/>
                    <a:pt x="228" y="671"/>
                  </a:cubicBezTo>
                  <a:cubicBezTo>
                    <a:pt x="286" y="671"/>
                    <a:pt x="301" y="565"/>
                    <a:pt x="306" y="553"/>
                  </a:cubicBezTo>
                  <a:cubicBezTo>
                    <a:pt x="382" y="393"/>
                    <a:pt x="478" y="300"/>
                    <a:pt x="673" y="289"/>
                  </a:cubicBezTo>
                  <a:cubicBezTo>
                    <a:pt x="784" y="282"/>
                    <a:pt x="824" y="151"/>
                    <a:pt x="868" y="35"/>
                  </a:cubicBezTo>
                  <a:cubicBezTo>
                    <a:pt x="803" y="30"/>
                    <a:pt x="743" y="1"/>
                    <a:pt x="690" y="1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7186900" y="1316975"/>
              <a:ext cx="10275" cy="9950"/>
            </a:xfrm>
            <a:custGeom>
              <a:avLst/>
              <a:gdLst/>
              <a:ahLst/>
              <a:cxnLst/>
              <a:rect l="l" t="t" r="r" b="b"/>
              <a:pathLst>
                <a:path w="411" h="398" extrusionOk="0">
                  <a:moveTo>
                    <a:pt x="144" y="0"/>
                  </a:moveTo>
                  <a:cubicBezTo>
                    <a:pt x="0" y="86"/>
                    <a:pt x="189" y="236"/>
                    <a:pt x="81" y="329"/>
                  </a:cubicBezTo>
                  <a:cubicBezTo>
                    <a:pt x="175" y="346"/>
                    <a:pt x="261" y="398"/>
                    <a:pt x="357" y="398"/>
                  </a:cubicBezTo>
                  <a:cubicBezTo>
                    <a:pt x="374" y="398"/>
                    <a:pt x="392" y="396"/>
                    <a:pt x="411" y="392"/>
                  </a:cubicBezTo>
                  <a:cubicBezTo>
                    <a:pt x="262" y="302"/>
                    <a:pt x="336" y="61"/>
                    <a:pt x="144" y="0"/>
                  </a:cubicBezTo>
                  <a:close/>
                </a:path>
              </a:pathLst>
            </a:custGeom>
            <a:solidFill>
              <a:srgbClr val="EE7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7156825" y="1338525"/>
              <a:ext cx="9475" cy="5750"/>
            </a:xfrm>
            <a:custGeom>
              <a:avLst/>
              <a:gdLst/>
              <a:ahLst/>
              <a:cxnLst/>
              <a:rect l="l" t="t" r="r" b="b"/>
              <a:pathLst>
                <a:path w="379" h="230" extrusionOk="0">
                  <a:moveTo>
                    <a:pt x="172" y="0"/>
                  </a:moveTo>
                  <a:cubicBezTo>
                    <a:pt x="143" y="0"/>
                    <a:pt x="113" y="8"/>
                    <a:pt x="81" y="28"/>
                  </a:cubicBezTo>
                  <a:cubicBezTo>
                    <a:pt x="0" y="78"/>
                    <a:pt x="20" y="160"/>
                    <a:pt x="72" y="229"/>
                  </a:cubicBezTo>
                  <a:cubicBezTo>
                    <a:pt x="161" y="154"/>
                    <a:pt x="304" y="212"/>
                    <a:pt x="379" y="104"/>
                  </a:cubicBezTo>
                  <a:cubicBezTo>
                    <a:pt x="315" y="56"/>
                    <a:pt x="248" y="0"/>
                    <a:pt x="172" y="0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7153200" y="1280975"/>
              <a:ext cx="12225" cy="10300"/>
            </a:xfrm>
            <a:custGeom>
              <a:avLst/>
              <a:gdLst/>
              <a:ahLst/>
              <a:cxnLst/>
              <a:rect l="l" t="t" r="r" b="b"/>
              <a:pathLst>
                <a:path w="489" h="412" extrusionOk="0">
                  <a:moveTo>
                    <a:pt x="489" y="0"/>
                  </a:moveTo>
                  <a:lnTo>
                    <a:pt x="489" y="0"/>
                  </a:lnTo>
                  <a:cubicBezTo>
                    <a:pt x="333" y="131"/>
                    <a:pt x="248" y="284"/>
                    <a:pt x="74" y="284"/>
                  </a:cubicBezTo>
                  <a:cubicBezTo>
                    <a:pt x="67" y="284"/>
                    <a:pt x="60" y="284"/>
                    <a:pt x="54" y="284"/>
                  </a:cubicBezTo>
                  <a:cubicBezTo>
                    <a:pt x="53" y="284"/>
                    <a:pt x="53" y="284"/>
                    <a:pt x="53" y="284"/>
                  </a:cubicBezTo>
                  <a:cubicBezTo>
                    <a:pt x="37" y="284"/>
                    <a:pt x="7" y="334"/>
                    <a:pt x="5" y="361"/>
                  </a:cubicBezTo>
                  <a:cubicBezTo>
                    <a:pt x="0" y="407"/>
                    <a:pt x="43" y="410"/>
                    <a:pt x="78" y="411"/>
                  </a:cubicBezTo>
                  <a:cubicBezTo>
                    <a:pt x="80" y="411"/>
                    <a:pt x="82" y="411"/>
                    <a:pt x="84" y="411"/>
                  </a:cubicBezTo>
                  <a:cubicBezTo>
                    <a:pt x="219" y="411"/>
                    <a:pt x="458" y="200"/>
                    <a:pt x="489" y="0"/>
                  </a:cubicBezTo>
                  <a:close/>
                </a:path>
              </a:pathLst>
            </a:custGeom>
            <a:solidFill>
              <a:srgbClr val="EF7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7152250" y="1264375"/>
              <a:ext cx="10350" cy="4775"/>
            </a:xfrm>
            <a:custGeom>
              <a:avLst/>
              <a:gdLst/>
              <a:ahLst/>
              <a:cxnLst/>
              <a:rect l="l" t="t" r="r" b="b"/>
              <a:pathLst>
                <a:path w="414" h="191" extrusionOk="0">
                  <a:moveTo>
                    <a:pt x="244" y="0"/>
                  </a:moveTo>
                  <a:cubicBezTo>
                    <a:pt x="166" y="0"/>
                    <a:pt x="97" y="38"/>
                    <a:pt x="27" y="65"/>
                  </a:cubicBezTo>
                  <a:cubicBezTo>
                    <a:pt x="1" y="75"/>
                    <a:pt x="56" y="134"/>
                    <a:pt x="79" y="169"/>
                  </a:cubicBezTo>
                  <a:lnTo>
                    <a:pt x="81" y="169"/>
                  </a:lnTo>
                  <a:cubicBezTo>
                    <a:pt x="105" y="159"/>
                    <a:pt x="129" y="156"/>
                    <a:pt x="152" y="156"/>
                  </a:cubicBezTo>
                  <a:cubicBezTo>
                    <a:pt x="226" y="156"/>
                    <a:pt x="297" y="191"/>
                    <a:pt x="371" y="191"/>
                  </a:cubicBezTo>
                  <a:cubicBezTo>
                    <a:pt x="373" y="191"/>
                    <a:pt x="374" y="191"/>
                    <a:pt x="376" y="191"/>
                  </a:cubicBezTo>
                  <a:cubicBezTo>
                    <a:pt x="372" y="120"/>
                    <a:pt x="414" y="32"/>
                    <a:pt x="295" y="6"/>
                  </a:cubicBezTo>
                  <a:cubicBezTo>
                    <a:pt x="278" y="2"/>
                    <a:pt x="261" y="0"/>
                    <a:pt x="244" y="0"/>
                  </a:cubicBezTo>
                  <a:close/>
                </a:path>
              </a:pathLst>
            </a:custGeom>
            <a:solidFill>
              <a:srgbClr val="EE7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7163525" y="1262000"/>
              <a:ext cx="3175" cy="3375"/>
            </a:xfrm>
            <a:custGeom>
              <a:avLst/>
              <a:gdLst/>
              <a:ahLst/>
              <a:cxnLst/>
              <a:rect l="l" t="t" r="r" b="b"/>
              <a:pathLst>
                <a:path w="127" h="135" extrusionOk="0">
                  <a:moveTo>
                    <a:pt x="95" y="0"/>
                  </a:moveTo>
                  <a:cubicBezTo>
                    <a:pt x="77" y="19"/>
                    <a:pt x="56" y="35"/>
                    <a:pt x="40" y="54"/>
                  </a:cubicBezTo>
                  <a:cubicBezTo>
                    <a:pt x="15" y="87"/>
                    <a:pt x="0" y="135"/>
                    <a:pt x="47" y="135"/>
                  </a:cubicBezTo>
                  <a:cubicBezTo>
                    <a:pt x="52" y="135"/>
                    <a:pt x="58" y="134"/>
                    <a:pt x="64" y="133"/>
                  </a:cubicBezTo>
                  <a:cubicBezTo>
                    <a:pt x="126" y="121"/>
                    <a:pt x="103" y="51"/>
                    <a:pt x="97" y="0"/>
                  </a:cubicBezTo>
                  <a:close/>
                </a:path>
              </a:pathLst>
            </a:custGeom>
            <a:solidFill>
              <a:srgbClr val="EE7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4"/>
          <p:cNvGrpSpPr/>
          <p:nvPr/>
        </p:nvGrpSpPr>
        <p:grpSpPr>
          <a:xfrm>
            <a:off x="-255629" y="102331"/>
            <a:ext cx="9655520" cy="4938839"/>
            <a:chOff x="1252625" y="238125"/>
            <a:chExt cx="4632500" cy="2242175"/>
          </a:xfrm>
        </p:grpSpPr>
        <p:sp>
          <p:nvSpPr>
            <p:cNvPr id="316" name="Google Shape;316;p4"/>
            <p:cNvSpPr/>
            <p:nvPr/>
          </p:nvSpPr>
          <p:spPr>
            <a:xfrm>
              <a:off x="1375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15749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17747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1974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21743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23741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25739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27737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29735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31734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33732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35730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37728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39726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41724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43722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4572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47719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49717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5171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53713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55711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57709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1252625" y="37075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1252625" y="5669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1252625" y="763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1252625" y="9593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1252625" y="11555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1252625" y="13517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1252625" y="15479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1252625" y="1744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1252625" y="19403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1252625" y="21365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1252625" y="234427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0" name="Google Shape;35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1" name="Google Shape;351;p4"/>
          <p:cNvPicPr preferRelativeResize="0"/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3" name="Google Shape;353;p4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6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4"/>
          <p:cNvSpPr/>
          <p:nvPr/>
        </p:nvSpPr>
        <p:spPr>
          <a:xfrm rot="-5400000" flipH="1">
            <a:off x="7957798" y="-237418"/>
            <a:ext cx="1047880" cy="1428368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"/>
          <p:cNvSpPr/>
          <p:nvPr/>
        </p:nvSpPr>
        <p:spPr>
          <a:xfrm rot="5400000" flipH="1">
            <a:off x="97303" y="3959988"/>
            <a:ext cx="1095324" cy="1393775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6" name="Google Shape;356;p4"/>
          <p:cNvGrpSpPr/>
          <p:nvPr/>
        </p:nvGrpSpPr>
        <p:grpSpPr>
          <a:xfrm>
            <a:off x="8441719" y="4351414"/>
            <a:ext cx="377329" cy="501517"/>
            <a:chOff x="2862525" y="4310025"/>
            <a:chExt cx="283025" cy="376175"/>
          </a:xfrm>
        </p:grpSpPr>
        <p:sp>
          <p:nvSpPr>
            <p:cNvPr id="357" name="Google Shape;357;p4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59" name="Google Shape;359;p4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-1015818" flipH="1">
            <a:off x="361185" y="347453"/>
            <a:ext cx="477366" cy="616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5"/>
          <p:cNvGrpSpPr/>
          <p:nvPr/>
        </p:nvGrpSpPr>
        <p:grpSpPr>
          <a:xfrm>
            <a:off x="-255629" y="102331"/>
            <a:ext cx="9655520" cy="4938839"/>
            <a:chOff x="1252625" y="238125"/>
            <a:chExt cx="4632500" cy="2242175"/>
          </a:xfrm>
        </p:grpSpPr>
        <p:sp>
          <p:nvSpPr>
            <p:cNvPr id="362" name="Google Shape;362;p5"/>
            <p:cNvSpPr/>
            <p:nvPr/>
          </p:nvSpPr>
          <p:spPr>
            <a:xfrm>
              <a:off x="1375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15749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17747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1974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21743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5"/>
            <p:cNvSpPr/>
            <p:nvPr/>
          </p:nvSpPr>
          <p:spPr>
            <a:xfrm>
              <a:off x="23741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5"/>
            <p:cNvSpPr/>
            <p:nvPr/>
          </p:nvSpPr>
          <p:spPr>
            <a:xfrm>
              <a:off x="25739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27737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29735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31734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33732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35730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5"/>
            <p:cNvSpPr/>
            <p:nvPr/>
          </p:nvSpPr>
          <p:spPr>
            <a:xfrm>
              <a:off x="37728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5"/>
            <p:cNvSpPr/>
            <p:nvPr/>
          </p:nvSpPr>
          <p:spPr>
            <a:xfrm>
              <a:off x="39726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41724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43722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4572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47719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5"/>
            <p:cNvSpPr/>
            <p:nvPr/>
          </p:nvSpPr>
          <p:spPr>
            <a:xfrm>
              <a:off x="49717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5"/>
            <p:cNvSpPr/>
            <p:nvPr/>
          </p:nvSpPr>
          <p:spPr>
            <a:xfrm>
              <a:off x="5171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53713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55711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7709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1252625" y="37075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1252625" y="5669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1252625" y="763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1252625" y="9593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1252625" y="11555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1252625" y="13517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1252625" y="15479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1252625" y="1744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1252625" y="19403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1252625" y="21365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1252625" y="234427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6" name="Google Shape;396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7" name="Google Shape;397;p5"/>
          <p:cNvPicPr preferRelativeResize="0"/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"/>
          <p:cNvSpPr/>
          <p:nvPr/>
        </p:nvSpPr>
        <p:spPr>
          <a:xfrm rot="10800000" flipH="1">
            <a:off x="-3" y="-46918"/>
            <a:ext cx="1047880" cy="1428368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9" name="Google Shape;399;p5"/>
          <p:cNvGrpSpPr/>
          <p:nvPr/>
        </p:nvGrpSpPr>
        <p:grpSpPr>
          <a:xfrm flipH="1">
            <a:off x="324952" y="4427614"/>
            <a:ext cx="377329" cy="501517"/>
            <a:chOff x="2862525" y="4310025"/>
            <a:chExt cx="283025" cy="376175"/>
          </a:xfrm>
        </p:grpSpPr>
        <p:sp>
          <p:nvSpPr>
            <p:cNvPr id="400" name="Google Shape;400;p5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2" name="Google Shape;402;p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6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5"/>
          <p:cNvSpPr txBox="1">
            <a:spLocks noGrp="1"/>
          </p:cNvSpPr>
          <p:nvPr>
            <p:ph type="subTitle" idx="1"/>
          </p:nvPr>
        </p:nvSpPr>
        <p:spPr>
          <a:xfrm>
            <a:off x="1099200" y="1416800"/>
            <a:ext cx="2754600" cy="55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2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endParaRPr/>
          </a:p>
        </p:txBody>
      </p:sp>
      <p:sp>
        <p:nvSpPr>
          <p:cNvPr id="404" name="Google Shape;404;p5"/>
          <p:cNvSpPr txBox="1">
            <a:spLocks noGrp="1"/>
          </p:cNvSpPr>
          <p:nvPr>
            <p:ph type="subTitle" idx="2"/>
          </p:nvPr>
        </p:nvSpPr>
        <p:spPr>
          <a:xfrm>
            <a:off x="5290200" y="1416800"/>
            <a:ext cx="2754600" cy="55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2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endParaRPr/>
          </a:p>
        </p:txBody>
      </p:sp>
      <p:sp>
        <p:nvSpPr>
          <p:cNvPr id="405" name="Google Shape;405;p5"/>
          <p:cNvSpPr txBox="1">
            <a:spLocks noGrp="1"/>
          </p:cNvSpPr>
          <p:nvPr>
            <p:ph type="body" idx="3"/>
          </p:nvPr>
        </p:nvSpPr>
        <p:spPr>
          <a:xfrm>
            <a:off x="1099200" y="1973600"/>
            <a:ext cx="2754600" cy="21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5"/>
          <p:cNvSpPr txBox="1">
            <a:spLocks noGrp="1"/>
          </p:cNvSpPr>
          <p:nvPr>
            <p:ph type="body" idx="4"/>
          </p:nvPr>
        </p:nvSpPr>
        <p:spPr>
          <a:xfrm>
            <a:off x="5290200" y="1973600"/>
            <a:ext cx="2754600" cy="21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7" name="Google Shape;407;p5"/>
          <p:cNvSpPr/>
          <p:nvPr/>
        </p:nvSpPr>
        <p:spPr>
          <a:xfrm rot="10800000">
            <a:off x="8096122" y="-46931"/>
            <a:ext cx="1047880" cy="1428368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8" name="Google Shape;408;p5"/>
          <p:cNvGrpSpPr/>
          <p:nvPr/>
        </p:nvGrpSpPr>
        <p:grpSpPr>
          <a:xfrm>
            <a:off x="8416423" y="4427614"/>
            <a:ext cx="377329" cy="501517"/>
            <a:chOff x="2862525" y="4310025"/>
            <a:chExt cx="283025" cy="376175"/>
          </a:xfrm>
        </p:grpSpPr>
        <p:sp>
          <p:nvSpPr>
            <p:cNvPr id="409" name="Google Shape;409;p5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5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11" name="Google Shape;411;p5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-1091363">
            <a:off x="256365" y="1712094"/>
            <a:ext cx="261021" cy="336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277811">
            <a:off x="8639533" y="3202574"/>
            <a:ext cx="265259" cy="342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6"/>
          <p:cNvGrpSpPr/>
          <p:nvPr/>
        </p:nvGrpSpPr>
        <p:grpSpPr>
          <a:xfrm>
            <a:off x="-255629" y="102331"/>
            <a:ext cx="9655520" cy="4938839"/>
            <a:chOff x="1252625" y="238125"/>
            <a:chExt cx="4632500" cy="2242175"/>
          </a:xfrm>
        </p:grpSpPr>
        <p:sp>
          <p:nvSpPr>
            <p:cNvPr id="415" name="Google Shape;415;p6"/>
            <p:cNvSpPr/>
            <p:nvPr/>
          </p:nvSpPr>
          <p:spPr>
            <a:xfrm>
              <a:off x="1375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15749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17747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1974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21743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23741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25739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27737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29735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31734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33732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35730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37728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39726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41724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43722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4572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47719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49717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171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3713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5711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7709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1252625" y="37075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1252625" y="5669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1252625" y="763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1252625" y="9593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1252625" y="11555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1252625" y="13517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1252625" y="15479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1252625" y="1744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1252625" y="19403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1252625" y="21365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6"/>
            <p:cNvSpPr/>
            <p:nvPr/>
          </p:nvSpPr>
          <p:spPr>
            <a:xfrm>
              <a:off x="1252625" y="234427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9" name="Google Shape;449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0" name="Google Shape;450;p6"/>
          <p:cNvPicPr preferRelativeResize="0"/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6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6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6"/>
          <p:cNvSpPr/>
          <p:nvPr/>
        </p:nvSpPr>
        <p:spPr>
          <a:xfrm rot="10800000" flipH="1">
            <a:off x="0" y="-46918"/>
            <a:ext cx="1047880" cy="1428368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6"/>
          <p:cNvSpPr/>
          <p:nvPr/>
        </p:nvSpPr>
        <p:spPr>
          <a:xfrm flipH="1">
            <a:off x="8048676" y="3800800"/>
            <a:ext cx="1095324" cy="1393775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4" name="Google Shape;454;p6"/>
          <p:cNvGrpSpPr/>
          <p:nvPr/>
        </p:nvGrpSpPr>
        <p:grpSpPr>
          <a:xfrm flipH="1">
            <a:off x="324952" y="4351414"/>
            <a:ext cx="377329" cy="501517"/>
            <a:chOff x="2862525" y="4310025"/>
            <a:chExt cx="283025" cy="376175"/>
          </a:xfrm>
        </p:grpSpPr>
        <p:sp>
          <p:nvSpPr>
            <p:cNvPr id="455" name="Google Shape;455;p6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57" name="Google Shape;457;p6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1605667">
            <a:off x="8314342" y="414477"/>
            <a:ext cx="477365" cy="616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9" name="Google Shape;509;p8"/>
          <p:cNvGrpSpPr/>
          <p:nvPr/>
        </p:nvGrpSpPr>
        <p:grpSpPr>
          <a:xfrm>
            <a:off x="-255629" y="102331"/>
            <a:ext cx="9655520" cy="4938839"/>
            <a:chOff x="1252625" y="238125"/>
            <a:chExt cx="4632500" cy="2242175"/>
          </a:xfrm>
        </p:grpSpPr>
        <p:sp>
          <p:nvSpPr>
            <p:cNvPr id="510" name="Google Shape;510;p8"/>
            <p:cNvSpPr/>
            <p:nvPr/>
          </p:nvSpPr>
          <p:spPr>
            <a:xfrm>
              <a:off x="1375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8"/>
            <p:cNvSpPr/>
            <p:nvPr/>
          </p:nvSpPr>
          <p:spPr>
            <a:xfrm>
              <a:off x="15749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17747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8"/>
            <p:cNvSpPr/>
            <p:nvPr/>
          </p:nvSpPr>
          <p:spPr>
            <a:xfrm>
              <a:off x="1974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8"/>
            <p:cNvSpPr/>
            <p:nvPr/>
          </p:nvSpPr>
          <p:spPr>
            <a:xfrm>
              <a:off x="21743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8"/>
            <p:cNvSpPr/>
            <p:nvPr/>
          </p:nvSpPr>
          <p:spPr>
            <a:xfrm>
              <a:off x="23741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8"/>
            <p:cNvSpPr/>
            <p:nvPr/>
          </p:nvSpPr>
          <p:spPr>
            <a:xfrm>
              <a:off x="25739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8"/>
            <p:cNvSpPr/>
            <p:nvPr/>
          </p:nvSpPr>
          <p:spPr>
            <a:xfrm>
              <a:off x="27737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8"/>
            <p:cNvSpPr/>
            <p:nvPr/>
          </p:nvSpPr>
          <p:spPr>
            <a:xfrm>
              <a:off x="29735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8"/>
            <p:cNvSpPr/>
            <p:nvPr/>
          </p:nvSpPr>
          <p:spPr>
            <a:xfrm>
              <a:off x="31734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8"/>
            <p:cNvSpPr/>
            <p:nvPr/>
          </p:nvSpPr>
          <p:spPr>
            <a:xfrm>
              <a:off x="33732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8"/>
            <p:cNvSpPr/>
            <p:nvPr/>
          </p:nvSpPr>
          <p:spPr>
            <a:xfrm>
              <a:off x="35730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8"/>
            <p:cNvSpPr/>
            <p:nvPr/>
          </p:nvSpPr>
          <p:spPr>
            <a:xfrm>
              <a:off x="37728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8"/>
            <p:cNvSpPr/>
            <p:nvPr/>
          </p:nvSpPr>
          <p:spPr>
            <a:xfrm>
              <a:off x="39726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8"/>
            <p:cNvSpPr/>
            <p:nvPr/>
          </p:nvSpPr>
          <p:spPr>
            <a:xfrm>
              <a:off x="41724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8"/>
            <p:cNvSpPr/>
            <p:nvPr/>
          </p:nvSpPr>
          <p:spPr>
            <a:xfrm>
              <a:off x="43722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8"/>
            <p:cNvSpPr/>
            <p:nvPr/>
          </p:nvSpPr>
          <p:spPr>
            <a:xfrm>
              <a:off x="4572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8"/>
            <p:cNvSpPr/>
            <p:nvPr/>
          </p:nvSpPr>
          <p:spPr>
            <a:xfrm>
              <a:off x="47719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8"/>
            <p:cNvSpPr/>
            <p:nvPr/>
          </p:nvSpPr>
          <p:spPr>
            <a:xfrm>
              <a:off x="49717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8"/>
            <p:cNvSpPr/>
            <p:nvPr/>
          </p:nvSpPr>
          <p:spPr>
            <a:xfrm>
              <a:off x="5171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8"/>
            <p:cNvSpPr/>
            <p:nvPr/>
          </p:nvSpPr>
          <p:spPr>
            <a:xfrm>
              <a:off x="53713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8"/>
            <p:cNvSpPr/>
            <p:nvPr/>
          </p:nvSpPr>
          <p:spPr>
            <a:xfrm>
              <a:off x="55711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8"/>
            <p:cNvSpPr/>
            <p:nvPr/>
          </p:nvSpPr>
          <p:spPr>
            <a:xfrm>
              <a:off x="57709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8"/>
            <p:cNvSpPr/>
            <p:nvPr/>
          </p:nvSpPr>
          <p:spPr>
            <a:xfrm>
              <a:off x="1252625" y="37075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8"/>
            <p:cNvSpPr/>
            <p:nvPr/>
          </p:nvSpPr>
          <p:spPr>
            <a:xfrm>
              <a:off x="1252625" y="5669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8"/>
            <p:cNvSpPr/>
            <p:nvPr/>
          </p:nvSpPr>
          <p:spPr>
            <a:xfrm>
              <a:off x="1252625" y="763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8"/>
            <p:cNvSpPr/>
            <p:nvPr/>
          </p:nvSpPr>
          <p:spPr>
            <a:xfrm>
              <a:off x="1252625" y="9593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8"/>
            <p:cNvSpPr/>
            <p:nvPr/>
          </p:nvSpPr>
          <p:spPr>
            <a:xfrm>
              <a:off x="1252625" y="11555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8"/>
            <p:cNvSpPr/>
            <p:nvPr/>
          </p:nvSpPr>
          <p:spPr>
            <a:xfrm>
              <a:off x="1252625" y="13517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8"/>
            <p:cNvSpPr/>
            <p:nvPr/>
          </p:nvSpPr>
          <p:spPr>
            <a:xfrm>
              <a:off x="1252625" y="15479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8"/>
            <p:cNvSpPr/>
            <p:nvPr/>
          </p:nvSpPr>
          <p:spPr>
            <a:xfrm>
              <a:off x="1252625" y="1744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8"/>
            <p:cNvSpPr/>
            <p:nvPr/>
          </p:nvSpPr>
          <p:spPr>
            <a:xfrm>
              <a:off x="1252625" y="19403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8"/>
            <p:cNvSpPr/>
            <p:nvPr/>
          </p:nvSpPr>
          <p:spPr>
            <a:xfrm>
              <a:off x="1252625" y="21365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8"/>
            <p:cNvSpPr/>
            <p:nvPr/>
          </p:nvSpPr>
          <p:spPr>
            <a:xfrm>
              <a:off x="1252625" y="234427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4" name="Google Shape;544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5" name="Google Shape;545;p8"/>
          <p:cNvPicPr preferRelativeResize="0"/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8"/>
          <p:cNvSpPr txBox="1">
            <a:spLocks noGrp="1"/>
          </p:cNvSpPr>
          <p:nvPr>
            <p:ph type="title"/>
          </p:nvPr>
        </p:nvSpPr>
        <p:spPr>
          <a:xfrm>
            <a:off x="1481100" y="1696350"/>
            <a:ext cx="6181800" cy="1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547" name="Google Shape;547;p8"/>
          <p:cNvSpPr/>
          <p:nvPr/>
        </p:nvSpPr>
        <p:spPr>
          <a:xfrm flipH="1">
            <a:off x="7890753" y="3250802"/>
            <a:ext cx="1253247" cy="1943801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8"/>
          <p:cNvSpPr/>
          <p:nvPr/>
        </p:nvSpPr>
        <p:spPr>
          <a:xfrm rot="10800000" flipH="1">
            <a:off x="0" y="-46968"/>
            <a:ext cx="1560071" cy="1945216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8"/>
          <p:cNvSpPr/>
          <p:nvPr/>
        </p:nvSpPr>
        <p:spPr>
          <a:xfrm rot="465538" flipH="1">
            <a:off x="-381744" y="-398154"/>
            <a:ext cx="2371918" cy="853136"/>
          </a:xfrm>
          <a:custGeom>
            <a:avLst/>
            <a:gdLst/>
            <a:ahLst/>
            <a:cxnLst/>
            <a:rect l="l" t="t" r="r" b="b"/>
            <a:pathLst>
              <a:path w="94881" h="34127" extrusionOk="0">
                <a:moveTo>
                  <a:pt x="299" y="0"/>
                </a:moveTo>
                <a:cubicBezTo>
                  <a:pt x="299" y="9275"/>
                  <a:pt x="-896" y="20744"/>
                  <a:pt x="5662" y="27302"/>
                </a:cubicBezTo>
                <a:cubicBezTo>
                  <a:pt x="15110" y="36750"/>
                  <a:pt x="32460" y="26571"/>
                  <a:pt x="45640" y="24377"/>
                </a:cubicBezTo>
                <a:cubicBezTo>
                  <a:pt x="55901" y="22669"/>
                  <a:pt x="66878" y="21876"/>
                  <a:pt x="76842" y="24864"/>
                </a:cubicBezTo>
                <a:cubicBezTo>
                  <a:pt x="83317" y="26806"/>
                  <a:pt x="88834" y="31107"/>
                  <a:pt x="94881" y="3412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50" name="Google Shape;550;p8"/>
          <p:cNvSpPr/>
          <p:nvPr/>
        </p:nvSpPr>
        <p:spPr>
          <a:xfrm flipH="1">
            <a:off x="8409114" y="2250825"/>
            <a:ext cx="914960" cy="2059850"/>
          </a:xfrm>
          <a:custGeom>
            <a:avLst/>
            <a:gdLst/>
            <a:ahLst/>
            <a:cxnLst/>
            <a:rect l="l" t="t" r="r" b="b"/>
            <a:pathLst>
              <a:path w="36738" h="82394" extrusionOk="0">
                <a:moveTo>
                  <a:pt x="1729" y="0"/>
                </a:moveTo>
                <a:cubicBezTo>
                  <a:pt x="19008" y="12964"/>
                  <a:pt x="41095" y="34135"/>
                  <a:pt x="35856" y="55092"/>
                </a:cubicBezTo>
                <a:cubicBezTo>
                  <a:pt x="32754" y="67502"/>
                  <a:pt x="11557" y="64455"/>
                  <a:pt x="1729" y="72643"/>
                </a:cubicBezTo>
                <a:cubicBezTo>
                  <a:pt x="-796" y="74747"/>
                  <a:pt x="266" y="79107"/>
                  <a:pt x="266" y="82394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551" name="Google Shape;551;p8"/>
          <p:cNvGrpSpPr/>
          <p:nvPr/>
        </p:nvGrpSpPr>
        <p:grpSpPr>
          <a:xfrm flipH="1">
            <a:off x="8396622" y="303379"/>
            <a:ext cx="377329" cy="501517"/>
            <a:chOff x="2862525" y="4310025"/>
            <a:chExt cx="283025" cy="376175"/>
          </a:xfrm>
        </p:grpSpPr>
        <p:sp>
          <p:nvSpPr>
            <p:cNvPr id="552" name="Google Shape;552;p8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8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4" name="Google Shape;554;p8"/>
          <p:cNvGrpSpPr/>
          <p:nvPr/>
        </p:nvGrpSpPr>
        <p:grpSpPr>
          <a:xfrm flipH="1">
            <a:off x="330447" y="4338604"/>
            <a:ext cx="377329" cy="501517"/>
            <a:chOff x="2862525" y="4310025"/>
            <a:chExt cx="283025" cy="376175"/>
          </a:xfrm>
        </p:grpSpPr>
        <p:sp>
          <p:nvSpPr>
            <p:cNvPr id="555" name="Google Shape;555;p8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8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57" name="Google Shape;557;p8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-974881">
            <a:off x="2416269" y="247474"/>
            <a:ext cx="258909" cy="33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8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691570">
            <a:off x="6797770" y="4559649"/>
            <a:ext cx="258911" cy="33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0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6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3" name="Google Shape;613;p10"/>
          <p:cNvSpPr/>
          <p:nvPr/>
        </p:nvSpPr>
        <p:spPr>
          <a:xfrm rot="-5400000" flipH="1">
            <a:off x="7958072" y="-237418"/>
            <a:ext cx="1047880" cy="1428368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0"/>
          <p:cNvSpPr/>
          <p:nvPr/>
        </p:nvSpPr>
        <p:spPr>
          <a:xfrm rot="5400000">
            <a:off x="138047" y="-237418"/>
            <a:ext cx="1047880" cy="1428368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0"/>
          <p:cNvSpPr/>
          <p:nvPr/>
        </p:nvSpPr>
        <p:spPr>
          <a:xfrm>
            <a:off x="8607343" y="259925"/>
            <a:ext cx="709025" cy="3400425"/>
          </a:xfrm>
          <a:custGeom>
            <a:avLst/>
            <a:gdLst/>
            <a:ahLst/>
            <a:cxnLst/>
            <a:rect l="l" t="t" r="r" b="b"/>
            <a:pathLst>
              <a:path w="28361" h="136017" extrusionOk="0">
                <a:moveTo>
                  <a:pt x="24170" y="0"/>
                </a:moveTo>
                <a:cubicBezTo>
                  <a:pt x="17024" y="1787"/>
                  <a:pt x="12457" y="9535"/>
                  <a:pt x="8930" y="16002"/>
                </a:cubicBezTo>
                <a:cubicBezTo>
                  <a:pt x="3000" y="26874"/>
                  <a:pt x="-1544" y="39991"/>
                  <a:pt x="548" y="52197"/>
                </a:cubicBezTo>
                <a:cubicBezTo>
                  <a:pt x="3729" y="70754"/>
                  <a:pt x="15786" y="86634"/>
                  <a:pt x="23027" y="104013"/>
                </a:cubicBezTo>
                <a:cubicBezTo>
                  <a:pt x="27187" y="113996"/>
                  <a:pt x="28361" y="125202"/>
                  <a:pt x="28361" y="13601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616" name="Google Shape;616;p10"/>
          <p:cNvGrpSpPr/>
          <p:nvPr/>
        </p:nvGrpSpPr>
        <p:grpSpPr>
          <a:xfrm flipH="1">
            <a:off x="324952" y="4351414"/>
            <a:ext cx="377329" cy="501517"/>
            <a:chOff x="2862525" y="4310025"/>
            <a:chExt cx="283025" cy="376175"/>
          </a:xfrm>
        </p:grpSpPr>
        <p:sp>
          <p:nvSpPr>
            <p:cNvPr id="617" name="Google Shape;617;p10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0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11"/>
          <p:cNvGrpSpPr/>
          <p:nvPr/>
        </p:nvGrpSpPr>
        <p:grpSpPr>
          <a:xfrm>
            <a:off x="-255629" y="102331"/>
            <a:ext cx="9655520" cy="4938839"/>
            <a:chOff x="1252625" y="238125"/>
            <a:chExt cx="4632500" cy="2242175"/>
          </a:xfrm>
        </p:grpSpPr>
        <p:sp>
          <p:nvSpPr>
            <p:cNvPr id="621" name="Google Shape;621;p11"/>
            <p:cNvSpPr/>
            <p:nvPr/>
          </p:nvSpPr>
          <p:spPr>
            <a:xfrm>
              <a:off x="1375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15749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17747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1"/>
            <p:cNvSpPr/>
            <p:nvPr/>
          </p:nvSpPr>
          <p:spPr>
            <a:xfrm>
              <a:off x="1974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21743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1"/>
            <p:cNvSpPr/>
            <p:nvPr/>
          </p:nvSpPr>
          <p:spPr>
            <a:xfrm>
              <a:off x="23741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1"/>
            <p:cNvSpPr/>
            <p:nvPr/>
          </p:nvSpPr>
          <p:spPr>
            <a:xfrm>
              <a:off x="25739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1"/>
            <p:cNvSpPr/>
            <p:nvPr/>
          </p:nvSpPr>
          <p:spPr>
            <a:xfrm>
              <a:off x="27737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1"/>
            <p:cNvSpPr/>
            <p:nvPr/>
          </p:nvSpPr>
          <p:spPr>
            <a:xfrm>
              <a:off x="29735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1"/>
            <p:cNvSpPr/>
            <p:nvPr/>
          </p:nvSpPr>
          <p:spPr>
            <a:xfrm>
              <a:off x="31734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1"/>
            <p:cNvSpPr/>
            <p:nvPr/>
          </p:nvSpPr>
          <p:spPr>
            <a:xfrm>
              <a:off x="33732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1"/>
            <p:cNvSpPr/>
            <p:nvPr/>
          </p:nvSpPr>
          <p:spPr>
            <a:xfrm>
              <a:off x="35730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1"/>
            <p:cNvSpPr/>
            <p:nvPr/>
          </p:nvSpPr>
          <p:spPr>
            <a:xfrm>
              <a:off x="37728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1"/>
            <p:cNvSpPr/>
            <p:nvPr/>
          </p:nvSpPr>
          <p:spPr>
            <a:xfrm>
              <a:off x="39726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1"/>
            <p:cNvSpPr/>
            <p:nvPr/>
          </p:nvSpPr>
          <p:spPr>
            <a:xfrm>
              <a:off x="41724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1"/>
            <p:cNvSpPr/>
            <p:nvPr/>
          </p:nvSpPr>
          <p:spPr>
            <a:xfrm>
              <a:off x="43722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1"/>
            <p:cNvSpPr/>
            <p:nvPr/>
          </p:nvSpPr>
          <p:spPr>
            <a:xfrm>
              <a:off x="4572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1"/>
            <p:cNvSpPr/>
            <p:nvPr/>
          </p:nvSpPr>
          <p:spPr>
            <a:xfrm>
              <a:off x="47719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1"/>
            <p:cNvSpPr/>
            <p:nvPr/>
          </p:nvSpPr>
          <p:spPr>
            <a:xfrm>
              <a:off x="49717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1"/>
            <p:cNvSpPr/>
            <p:nvPr/>
          </p:nvSpPr>
          <p:spPr>
            <a:xfrm>
              <a:off x="5171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1"/>
            <p:cNvSpPr/>
            <p:nvPr/>
          </p:nvSpPr>
          <p:spPr>
            <a:xfrm>
              <a:off x="53713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1"/>
            <p:cNvSpPr/>
            <p:nvPr/>
          </p:nvSpPr>
          <p:spPr>
            <a:xfrm>
              <a:off x="55711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1"/>
            <p:cNvSpPr/>
            <p:nvPr/>
          </p:nvSpPr>
          <p:spPr>
            <a:xfrm>
              <a:off x="57709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1"/>
            <p:cNvSpPr/>
            <p:nvPr/>
          </p:nvSpPr>
          <p:spPr>
            <a:xfrm>
              <a:off x="1252625" y="37075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1252625" y="5669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1"/>
            <p:cNvSpPr/>
            <p:nvPr/>
          </p:nvSpPr>
          <p:spPr>
            <a:xfrm>
              <a:off x="1252625" y="763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1"/>
            <p:cNvSpPr/>
            <p:nvPr/>
          </p:nvSpPr>
          <p:spPr>
            <a:xfrm>
              <a:off x="1252625" y="9593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1"/>
            <p:cNvSpPr/>
            <p:nvPr/>
          </p:nvSpPr>
          <p:spPr>
            <a:xfrm>
              <a:off x="1252625" y="11555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1"/>
            <p:cNvSpPr/>
            <p:nvPr/>
          </p:nvSpPr>
          <p:spPr>
            <a:xfrm>
              <a:off x="1252625" y="13517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1"/>
            <p:cNvSpPr/>
            <p:nvPr/>
          </p:nvSpPr>
          <p:spPr>
            <a:xfrm>
              <a:off x="1252625" y="15479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1"/>
            <p:cNvSpPr/>
            <p:nvPr/>
          </p:nvSpPr>
          <p:spPr>
            <a:xfrm>
              <a:off x="1252625" y="1744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1"/>
            <p:cNvSpPr/>
            <p:nvPr/>
          </p:nvSpPr>
          <p:spPr>
            <a:xfrm>
              <a:off x="1252625" y="19403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1"/>
            <p:cNvSpPr/>
            <p:nvPr/>
          </p:nvSpPr>
          <p:spPr>
            <a:xfrm>
              <a:off x="1252625" y="21365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1252625" y="234427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5" name="Google Shape;655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6" name="Google Shape;656;p11"/>
          <p:cNvPicPr preferRelativeResize="0"/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1"/>
          <p:cNvSpPr txBox="1">
            <a:spLocks noGrp="1"/>
          </p:cNvSpPr>
          <p:nvPr>
            <p:ph type="title" hasCustomPrompt="1"/>
          </p:nvPr>
        </p:nvSpPr>
        <p:spPr>
          <a:xfrm>
            <a:off x="2194500" y="1000450"/>
            <a:ext cx="4755000" cy="20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58" name="Google Shape;658;p11"/>
          <p:cNvSpPr txBox="1">
            <a:spLocks noGrp="1"/>
          </p:cNvSpPr>
          <p:nvPr>
            <p:ph type="subTitle" idx="1"/>
          </p:nvPr>
        </p:nvSpPr>
        <p:spPr>
          <a:xfrm>
            <a:off x="2194500" y="3908000"/>
            <a:ext cx="47550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59" name="Google Shape;659;p11"/>
          <p:cNvSpPr/>
          <p:nvPr/>
        </p:nvSpPr>
        <p:spPr>
          <a:xfrm flipH="1">
            <a:off x="7583930" y="2772888"/>
            <a:ext cx="1560071" cy="2419609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11"/>
          <p:cNvSpPr/>
          <p:nvPr/>
        </p:nvSpPr>
        <p:spPr>
          <a:xfrm rot="10800000" flipH="1">
            <a:off x="-1" y="-48997"/>
            <a:ext cx="1560071" cy="2419609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1" name="Google Shape;661;p11"/>
          <p:cNvGrpSpPr/>
          <p:nvPr/>
        </p:nvGrpSpPr>
        <p:grpSpPr>
          <a:xfrm flipH="1">
            <a:off x="8416423" y="303379"/>
            <a:ext cx="377329" cy="501517"/>
            <a:chOff x="2862525" y="4310025"/>
            <a:chExt cx="283025" cy="376175"/>
          </a:xfrm>
        </p:grpSpPr>
        <p:sp>
          <p:nvSpPr>
            <p:cNvPr id="662" name="Google Shape;662;p11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664;p11"/>
          <p:cNvGrpSpPr/>
          <p:nvPr/>
        </p:nvGrpSpPr>
        <p:grpSpPr>
          <a:xfrm flipH="1">
            <a:off x="350248" y="4338604"/>
            <a:ext cx="377329" cy="501517"/>
            <a:chOff x="2862525" y="4310025"/>
            <a:chExt cx="283025" cy="376175"/>
          </a:xfrm>
        </p:grpSpPr>
        <p:sp>
          <p:nvSpPr>
            <p:cNvPr id="665" name="Google Shape;665;p11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1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7" name="Google Shape;667;p11"/>
          <p:cNvSpPr/>
          <p:nvPr/>
        </p:nvSpPr>
        <p:spPr>
          <a:xfrm rot="-945579" flipH="1">
            <a:off x="-331048" y="145812"/>
            <a:ext cx="2372002" cy="853167"/>
          </a:xfrm>
          <a:custGeom>
            <a:avLst/>
            <a:gdLst/>
            <a:ahLst/>
            <a:cxnLst/>
            <a:rect l="l" t="t" r="r" b="b"/>
            <a:pathLst>
              <a:path w="94881" h="34127" extrusionOk="0">
                <a:moveTo>
                  <a:pt x="299" y="0"/>
                </a:moveTo>
                <a:cubicBezTo>
                  <a:pt x="299" y="9275"/>
                  <a:pt x="-896" y="20744"/>
                  <a:pt x="5662" y="27302"/>
                </a:cubicBezTo>
                <a:cubicBezTo>
                  <a:pt x="15110" y="36750"/>
                  <a:pt x="32460" y="26571"/>
                  <a:pt x="45640" y="24377"/>
                </a:cubicBezTo>
                <a:cubicBezTo>
                  <a:pt x="55901" y="22669"/>
                  <a:pt x="66878" y="21876"/>
                  <a:pt x="76842" y="24864"/>
                </a:cubicBezTo>
                <a:cubicBezTo>
                  <a:pt x="83317" y="26806"/>
                  <a:pt x="88834" y="31107"/>
                  <a:pt x="94881" y="3412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68" name="Google Shape;668;p11"/>
          <p:cNvSpPr/>
          <p:nvPr/>
        </p:nvSpPr>
        <p:spPr>
          <a:xfrm flipH="1">
            <a:off x="8176417" y="2174625"/>
            <a:ext cx="1079271" cy="2059850"/>
          </a:xfrm>
          <a:custGeom>
            <a:avLst/>
            <a:gdLst/>
            <a:ahLst/>
            <a:cxnLst/>
            <a:rect l="l" t="t" r="r" b="b"/>
            <a:pathLst>
              <a:path w="36738" h="82394" extrusionOk="0">
                <a:moveTo>
                  <a:pt x="1729" y="0"/>
                </a:moveTo>
                <a:cubicBezTo>
                  <a:pt x="19008" y="12964"/>
                  <a:pt x="41095" y="34135"/>
                  <a:pt x="35856" y="55092"/>
                </a:cubicBezTo>
                <a:cubicBezTo>
                  <a:pt x="32754" y="67502"/>
                  <a:pt x="11557" y="64455"/>
                  <a:pt x="1729" y="72643"/>
                </a:cubicBezTo>
                <a:cubicBezTo>
                  <a:pt x="-796" y="74747"/>
                  <a:pt x="266" y="79107"/>
                  <a:pt x="266" y="82394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oogle Shape;671;p13"/>
          <p:cNvGrpSpPr/>
          <p:nvPr/>
        </p:nvGrpSpPr>
        <p:grpSpPr>
          <a:xfrm>
            <a:off x="-255629" y="102331"/>
            <a:ext cx="9655520" cy="4938839"/>
            <a:chOff x="1252625" y="238125"/>
            <a:chExt cx="4632500" cy="2242175"/>
          </a:xfrm>
        </p:grpSpPr>
        <p:sp>
          <p:nvSpPr>
            <p:cNvPr id="672" name="Google Shape;672;p13"/>
            <p:cNvSpPr/>
            <p:nvPr/>
          </p:nvSpPr>
          <p:spPr>
            <a:xfrm>
              <a:off x="1375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3"/>
            <p:cNvSpPr/>
            <p:nvPr/>
          </p:nvSpPr>
          <p:spPr>
            <a:xfrm>
              <a:off x="15749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3"/>
            <p:cNvSpPr/>
            <p:nvPr/>
          </p:nvSpPr>
          <p:spPr>
            <a:xfrm>
              <a:off x="17747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1974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3"/>
            <p:cNvSpPr/>
            <p:nvPr/>
          </p:nvSpPr>
          <p:spPr>
            <a:xfrm>
              <a:off x="21743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3"/>
            <p:cNvSpPr/>
            <p:nvPr/>
          </p:nvSpPr>
          <p:spPr>
            <a:xfrm>
              <a:off x="23741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25739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3"/>
            <p:cNvSpPr/>
            <p:nvPr/>
          </p:nvSpPr>
          <p:spPr>
            <a:xfrm>
              <a:off x="27737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3"/>
            <p:cNvSpPr/>
            <p:nvPr/>
          </p:nvSpPr>
          <p:spPr>
            <a:xfrm>
              <a:off x="29735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3"/>
            <p:cNvSpPr/>
            <p:nvPr/>
          </p:nvSpPr>
          <p:spPr>
            <a:xfrm>
              <a:off x="31734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3"/>
            <p:cNvSpPr/>
            <p:nvPr/>
          </p:nvSpPr>
          <p:spPr>
            <a:xfrm>
              <a:off x="33732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3"/>
            <p:cNvSpPr/>
            <p:nvPr/>
          </p:nvSpPr>
          <p:spPr>
            <a:xfrm>
              <a:off x="35730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3"/>
            <p:cNvSpPr/>
            <p:nvPr/>
          </p:nvSpPr>
          <p:spPr>
            <a:xfrm>
              <a:off x="37728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3"/>
            <p:cNvSpPr/>
            <p:nvPr/>
          </p:nvSpPr>
          <p:spPr>
            <a:xfrm>
              <a:off x="39726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3"/>
            <p:cNvSpPr/>
            <p:nvPr/>
          </p:nvSpPr>
          <p:spPr>
            <a:xfrm>
              <a:off x="41724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3"/>
            <p:cNvSpPr/>
            <p:nvPr/>
          </p:nvSpPr>
          <p:spPr>
            <a:xfrm>
              <a:off x="43722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3"/>
            <p:cNvSpPr/>
            <p:nvPr/>
          </p:nvSpPr>
          <p:spPr>
            <a:xfrm>
              <a:off x="4572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3"/>
            <p:cNvSpPr/>
            <p:nvPr/>
          </p:nvSpPr>
          <p:spPr>
            <a:xfrm>
              <a:off x="47719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3"/>
            <p:cNvSpPr/>
            <p:nvPr/>
          </p:nvSpPr>
          <p:spPr>
            <a:xfrm>
              <a:off x="49717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5171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53713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55711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57709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1252625" y="37075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1252625" y="5669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1252625" y="763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1252625" y="9593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1252625" y="11555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1252625" y="13517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1252625" y="15479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1252625" y="1744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1252625" y="19403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1252625" y="21365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1252625" y="234427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6" name="Google Shape;706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7" name="Google Shape;707;p13"/>
          <p:cNvPicPr preferRelativeResize="0"/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1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6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13"/>
          <p:cNvSpPr/>
          <p:nvPr/>
        </p:nvSpPr>
        <p:spPr>
          <a:xfrm rot="-5400000" flipH="1">
            <a:off x="7958072" y="-237418"/>
            <a:ext cx="1047880" cy="1428368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13"/>
          <p:cNvSpPr/>
          <p:nvPr/>
        </p:nvSpPr>
        <p:spPr>
          <a:xfrm rot="5400000">
            <a:off x="138047" y="-237418"/>
            <a:ext cx="1047880" cy="1428368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13"/>
          <p:cNvSpPr/>
          <p:nvPr/>
        </p:nvSpPr>
        <p:spPr>
          <a:xfrm>
            <a:off x="8607343" y="259925"/>
            <a:ext cx="709025" cy="3400425"/>
          </a:xfrm>
          <a:custGeom>
            <a:avLst/>
            <a:gdLst/>
            <a:ahLst/>
            <a:cxnLst/>
            <a:rect l="l" t="t" r="r" b="b"/>
            <a:pathLst>
              <a:path w="28361" h="136017" extrusionOk="0">
                <a:moveTo>
                  <a:pt x="24170" y="0"/>
                </a:moveTo>
                <a:cubicBezTo>
                  <a:pt x="17024" y="1787"/>
                  <a:pt x="12457" y="9535"/>
                  <a:pt x="8930" y="16002"/>
                </a:cubicBezTo>
                <a:cubicBezTo>
                  <a:pt x="3000" y="26874"/>
                  <a:pt x="-1544" y="39991"/>
                  <a:pt x="548" y="52197"/>
                </a:cubicBezTo>
                <a:cubicBezTo>
                  <a:pt x="3729" y="70754"/>
                  <a:pt x="15786" y="86634"/>
                  <a:pt x="23027" y="104013"/>
                </a:cubicBezTo>
                <a:cubicBezTo>
                  <a:pt x="27187" y="113996"/>
                  <a:pt x="28361" y="125202"/>
                  <a:pt x="28361" y="13601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712" name="Google Shape;712;p13"/>
          <p:cNvGrpSpPr/>
          <p:nvPr/>
        </p:nvGrpSpPr>
        <p:grpSpPr>
          <a:xfrm flipH="1">
            <a:off x="324952" y="4351414"/>
            <a:ext cx="377329" cy="501517"/>
            <a:chOff x="2862525" y="4310025"/>
            <a:chExt cx="283025" cy="376175"/>
          </a:xfrm>
        </p:grpSpPr>
        <p:sp>
          <p:nvSpPr>
            <p:cNvPr id="713" name="Google Shape;713;p13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4_1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0" name="Google Shape;760;p15"/>
          <p:cNvGrpSpPr/>
          <p:nvPr/>
        </p:nvGrpSpPr>
        <p:grpSpPr>
          <a:xfrm>
            <a:off x="-255629" y="102331"/>
            <a:ext cx="9655520" cy="4938839"/>
            <a:chOff x="1252625" y="238125"/>
            <a:chExt cx="4632500" cy="2242175"/>
          </a:xfrm>
        </p:grpSpPr>
        <p:sp>
          <p:nvSpPr>
            <p:cNvPr id="761" name="Google Shape;761;p15"/>
            <p:cNvSpPr/>
            <p:nvPr/>
          </p:nvSpPr>
          <p:spPr>
            <a:xfrm>
              <a:off x="1375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5"/>
            <p:cNvSpPr/>
            <p:nvPr/>
          </p:nvSpPr>
          <p:spPr>
            <a:xfrm>
              <a:off x="15749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5"/>
            <p:cNvSpPr/>
            <p:nvPr/>
          </p:nvSpPr>
          <p:spPr>
            <a:xfrm>
              <a:off x="17747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5"/>
            <p:cNvSpPr/>
            <p:nvPr/>
          </p:nvSpPr>
          <p:spPr>
            <a:xfrm>
              <a:off x="1974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5"/>
            <p:cNvSpPr/>
            <p:nvPr/>
          </p:nvSpPr>
          <p:spPr>
            <a:xfrm>
              <a:off x="21743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5"/>
            <p:cNvSpPr/>
            <p:nvPr/>
          </p:nvSpPr>
          <p:spPr>
            <a:xfrm>
              <a:off x="23741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5"/>
            <p:cNvSpPr/>
            <p:nvPr/>
          </p:nvSpPr>
          <p:spPr>
            <a:xfrm>
              <a:off x="25739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5"/>
            <p:cNvSpPr/>
            <p:nvPr/>
          </p:nvSpPr>
          <p:spPr>
            <a:xfrm>
              <a:off x="27737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5"/>
            <p:cNvSpPr/>
            <p:nvPr/>
          </p:nvSpPr>
          <p:spPr>
            <a:xfrm>
              <a:off x="29735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5"/>
            <p:cNvSpPr/>
            <p:nvPr/>
          </p:nvSpPr>
          <p:spPr>
            <a:xfrm>
              <a:off x="31734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5"/>
            <p:cNvSpPr/>
            <p:nvPr/>
          </p:nvSpPr>
          <p:spPr>
            <a:xfrm>
              <a:off x="33732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5"/>
            <p:cNvSpPr/>
            <p:nvPr/>
          </p:nvSpPr>
          <p:spPr>
            <a:xfrm>
              <a:off x="35730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5"/>
            <p:cNvSpPr/>
            <p:nvPr/>
          </p:nvSpPr>
          <p:spPr>
            <a:xfrm>
              <a:off x="37728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5"/>
            <p:cNvSpPr/>
            <p:nvPr/>
          </p:nvSpPr>
          <p:spPr>
            <a:xfrm>
              <a:off x="39726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5"/>
            <p:cNvSpPr/>
            <p:nvPr/>
          </p:nvSpPr>
          <p:spPr>
            <a:xfrm>
              <a:off x="41724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5"/>
            <p:cNvSpPr/>
            <p:nvPr/>
          </p:nvSpPr>
          <p:spPr>
            <a:xfrm>
              <a:off x="43722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5"/>
            <p:cNvSpPr/>
            <p:nvPr/>
          </p:nvSpPr>
          <p:spPr>
            <a:xfrm>
              <a:off x="4572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5"/>
            <p:cNvSpPr/>
            <p:nvPr/>
          </p:nvSpPr>
          <p:spPr>
            <a:xfrm>
              <a:off x="47719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5"/>
            <p:cNvSpPr/>
            <p:nvPr/>
          </p:nvSpPr>
          <p:spPr>
            <a:xfrm>
              <a:off x="49717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5"/>
            <p:cNvSpPr/>
            <p:nvPr/>
          </p:nvSpPr>
          <p:spPr>
            <a:xfrm>
              <a:off x="5171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5"/>
            <p:cNvSpPr/>
            <p:nvPr/>
          </p:nvSpPr>
          <p:spPr>
            <a:xfrm>
              <a:off x="53713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5"/>
            <p:cNvSpPr/>
            <p:nvPr/>
          </p:nvSpPr>
          <p:spPr>
            <a:xfrm>
              <a:off x="55711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5"/>
            <p:cNvSpPr/>
            <p:nvPr/>
          </p:nvSpPr>
          <p:spPr>
            <a:xfrm>
              <a:off x="57709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5"/>
            <p:cNvSpPr/>
            <p:nvPr/>
          </p:nvSpPr>
          <p:spPr>
            <a:xfrm>
              <a:off x="1252625" y="37075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5"/>
            <p:cNvSpPr/>
            <p:nvPr/>
          </p:nvSpPr>
          <p:spPr>
            <a:xfrm>
              <a:off x="1252625" y="5669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5"/>
            <p:cNvSpPr/>
            <p:nvPr/>
          </p:nvSpPr>
          <p:spPr>
            <a:xfrm>
              <a:off x="1252625" y="763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5"/>
            <p:cNvSpPr/>
            <p:nvPr/>
          </p:nvSpPr>
          <p:spPr>
            <a:xfrm>
              <a:off x="1252625" y="9593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5"/>
            <p:cNvSpPr/>
            <p:nvPr/>
          </p:nvSpPr>
          <p:spPr>
            <a:xfrm>
              <a:off x="1252625" y="11555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5"/>
            <p:cNvSpPr/>
            <p:nvPr/>
          </p:nvSpPr>
          <p:spPr>
            <a:xfrm>
              <a:off x="1252625" y="13517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5"/>
            <p:cNvSpPr/>
            <p:nvPr/>
          </p:nvSpPr>
          <p:spPr>
            <a:xfrm>
              <a:off x="1252625" y="15479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5"/>
            <p:cNvSpPr/>
            <p:nvPr/>
          </p:nvSpPr>
          <p:spPr>
            <a:xfrm>
              <a:off x="1252625" y="1744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5"/>
            <p:cNvSpPr/>
            <p:nvPr/>
          </p:nvSpPr>
          <p:spPr>
            <a:xfrm>
              <a:off x="1252625" y="19403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5"/>
            <p:cNvSpPr/>
            <p:nvPr/>
          </p:nvSpPr>
          <p:spPr>
            <a:xfrm>
              <a:off x="1252625" y="21365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5"/>
            <p:cNvSpPr/>
            <p:nvPr/>
          </p:nvSpPr>
          <p:spPr>
            <a:xfrm>
              <a:off x="1252625" y="234427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5" name="Google Shape;795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6" name="Google Shape;796;p15"/>
          <p:cNvPicPr preferRelativeResize="0"/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1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6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15"/>
          <p:cNvSpPr/>
          <p:nvPr/>
        </p:nvSpPr>
        <p:spPr>
          <a:xfrm rot="-5400000" flipH="1">
            <a:off x="7962107" y="-237418"/>
            <a:ext cx="1047880" cy="1428368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15"/>
          <p:cNvSpPr/>
          <p:nvPr/>
        </p:nvSpPr>
        <p:spPr>
          <a:xfrm rot="5400000" flipH="1">
            <a:off x="101612" y="3959988"/>
            <a:ext cx="1095324" cy="1393775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15"/>
          <p:cNvSpPr/>
          <p:nvPr/>
        </p:nvSpPr>
        <p:spPr>
          <a:xfrm>
            <a:off x="2428875" y="4813776"/>
            <a:ext cx="3829050" cy="770668"/>
          </a:xfrm>
          <a:custGeom>
            <a:avLst/>
            <a:gdLst/>
            <a:ahLst/>
            <a:cxnLst/>
            <a:rect l="l" t="t" r="r" b="b"/>
            <a:pathLst>
              <a:path w="153162" h="29356" extrusionOk="0">
                <a:moveTo>
                  <a:pt x="153162" y="19450"/>
                </a:moveTo>
                <a:cubicBezTo>
                  <a:pt x="131752" y="19450"/>
                  <a:pt x="113016" y="3428"/>
                  <a:pt x="91821" y="400"/>
                </a:cubicBezTo>
                <a:cubicBezTo>
                  <a:pt x="73493" y="-2218"/>
                  <a:pt x="56433" y="11431"/>
                  <a:pt x="39243" y="18307"/>
                </a:cubicBezTo>
                <a:cubicBezTo>
                  <a:pt x="30964" y="21619"/>
                  <a:pt x="22480" y="24665"/>
                  <a:pt x="13716" y="26308"/>
                </a:cubicBezTo>
                <a:cubicBezTo>
                  <a:pt x="9113" y="27171"/>
                  <a:pt x="3312" y="26044"/>
                  <a:pt x="0" y="29356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801" name="Google Shape;801;p15"/>
          <p:cNvGrpSpPr/>
          <p:nvPr/>
        </p:nvGrpSpPr>
        <p:grpSpPr>
          <a:xfrm>
            <a:off x="8454523" y="4376704"/>
            <a:ext cx="377329" cy="501517"/>
            <a:chOff x="2862525" y="4310025"/>
            <a:chExt cx="283025" cy="376175"/>
          </a:xfrm>
        </p:grpSpPr>
        <p:sp>
          <p:nvSpPr>
            <p:cNvPr id="802" name="Google Shape;802;p15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5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4" name="Google Shape;1174;p23"/>
          <p:cNvGrpSpPr/>
          <p:nvPr/>
        </p:nvGrpSpPr>
        <p:grpSpPr>
          <a:xfrm>
            <a:off x="-255629" y="102331"/>
            <a:ext cx="9655520" cy="4938839"/>
            <a:chOff x="1252625" y="238125"/>
            <a:chExt cx="4632500" cy="2242175"/>
          </a:xfrm>
        </p:grpSpPr>
        <p:sp>
          <p:nvSpPr>
            <p:cNvPr id="1175" name="Google Shape;1175;p23"/>
            <p:cNvSpPr/>
            <p:nvPr/>
          </p:nvSpPr>
          <p:spPr>
            <a:xfrm>
              <a:off x="1375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3"/>
            <p:cNvSpPr/>
            <p:nvPr/>
          </p:nvSpPr>
          <p:spPr>
            <a:xfrm>
              <a:off x="15749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17747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1974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3"/>
            <p:cNvSpPr/>
            <p:nvPr/>
          </p:nvSpPr>
          <p:spPr>
            <a:xfrm>
              <a:off x="21743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3"/>
            <p:cNvSpPr/>
            <p:nvPr/>
          </p:nvSpPr>
          <p:spPr>
            <a:xfrm>
              <a:off x="23741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25739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27737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3"/>
            <p:cNvSpPr/>
            <p:nvPr/>
          </p:nvSpPr>
          <p:spPr>
            <a:xfrm>
              <a:off x="29735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3"/>
            <p:cNvSpPr/>
            <p:nvPr/>
          </p:nvSpPr>
          <p:spPr>
            <a:xfrm>
              <a:off x="31734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3"/>
            <p:cNvSpPr/>
            <p:nvPr/>
          </p:nvSpPr>
          <p:spPr>
            <a:xfrm>
              <a:off x="33732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3"/>
            <p:cNvSpPr/>
            <p:nvPr/>
          </p:nvSpPr>
          <p:spPr>
            <a:xfrm>
              <a:off x="35730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3"/>
            <p:cNvSpPr/>
            <p:nvPr/>
          </p:nvSpPr>
          <p:spPr>
            <a:xfrm>
              <a:off x="37728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3"/>
            <p:cNvSpPr/>
            <p:nvPr/>
          </p:nvSpPr>
          <p:spPr>
            <a:xfrm>
              <a:off x="39726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3"/>
            <p:cNvSpPr/>
            <p:nvPr/>
          </p:nvSpPr>
          <p:spPr>
            <a:xfrm>
              <a:off x="41724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3"/>
            <p:cNvSpPr/>
            <p:nvPr/>
          </p:nvSpPr>
          <p:spPr>
            <a:xfrm>
              <a:off x="43722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3"/>
            <p:cNvSpPr/>
            <p:nvPr/>
          </p:nvSpPr>
          <p:spPr>
            <a:xfrm>
              <a:off x="4572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3"/>
            <p:cNvSpPr/>
            <p:nvPr/>
          </p:nvSpPr>
          <p:spPr>
            <a:xfrm>
              <a:off x="47719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3"/>
            <p:cNvSpPr/>
            <p:nvPr/>
          </p:nvSpPr>
          <p:spPr>
            <a:xfrm>
              <a:off x="49717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3"/>
            <p:cNvSpPr/>
            <p:nvPr/>
          </p:nvSpPr>
          <p:spPr>
            <a:xfrm>
              <a:off x="5171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3"/>
            <p:cNvSpPr/>
            <p:nvPr/>
          </p:nvSpPr>
          <p:spPr>
            <a:xfrm>
              <a:off x="53713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3"/>
            <p:cNvSpPr/>
            <p:nvPr/>
          </p:nvSpPr>
          <p:spPr>
            <a:xfrm>
              <a:off x="55711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3"/>
            <p:cNvSpPr/>
            <p:nvPr/>
          </p:nvSpPr>
          <p:spPr>
            <a:xfrm>
              <a:off x="57709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3"/>
            <p:cNvSpPr/>
            <p:nvPr/>
          </p:nvSpPr>
          <p:spPr>
            <a:xfrm>
              <a:off x="1252625" y="37075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3"/>
            <p:cNvSpPr/>
            <p:nvPr/>
          </p:nvSpPr>
          <p:spPr>
            <a:xfrm>
              <a:off x="1252625" y="5669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3"/>
            <p:cNvSpPr/>
            <p:nvPr/>
          </p:nvSpPr>
          <p:spPr>
            <a:xfrm>
              <a:off x="1252625" y="763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3"/>
            <p:cNvSpPr/>
            <p:nvPr/>
          </p:nvSpPr>
          <p:spPr>
            <a:xfrm>
              <a:off x="1252625" y="9593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3"/>
            <p:cNvSpPr/>
            <p:nvPr/>
          </p:nvSpPr>
          <p:spPr>
            <a:xfrm>
              <a:off x="1252625" y="11555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3"/>
            <p:cNvSpPr/>
            <p:nvPr/>
          </p:nvSpPr>
          <p:spPr>
            <a:xfrm>
              <a:off x="1252625" y="13517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3"/>
            <p:cNvSpPr/>
            <p:nvPr/>
          </p:nvSpPr>
          <p:spPr>
            <a:xfrm>
              <a:off x="1252625" y="15479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3"/>
            <p:cNvSpPr/>
            <p:nvPr/>
          </p:nvSpPr>
          <p:spPr>
            <a:xfrm>
              <a:off x="1252625" y="1744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3"/>
            <p:cNvSpPr/>
            <p:nvPr/>
          </p:nvSpPr>
          <p:spPr>
            <a:xfrm>
              <a:off x="1252625" y="19403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3"/>
            <p:cNvSpPr/>
            <p:nvPr/>
          </p:nvSpPr>
          <p:spPr>
            <a:xfrm>
              <a:off x="1252625" y="21365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3"/>
            <p:cNvSpPr/>
            <p:nvPr/>
          </p:nvSpPr>
          <p:spPr>
            <a:xfrm>
              <a:off x="1252625" y="234427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9" name="Google Shape;1209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0" name="Google Shape;1210;p23"/>
          <p:cNvPicPr preferRelativeResize="0"/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1" name="Google Shape;1211;p23"/>
          <p:cNvSpPr txBox="1">
            <a:spLocks noGrp="1"/>
          </p:cNvSpPr>
          <p:nvPr>
            <p:ph type="title" hasCustomPrompt="1"/>
          </p:nvPr>
        </p:nvSpPr>
        <p:spPr>
          <a:xfrm>
            <a:off x="1211275" y="2075519"/>
            <a:ext cx="1484700" cy="4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12" name="Google Shape;1212;p23"/>
          <p:cNvSpPr txBox="1">
            <a:spLocks noGrp="1"/>
          </p:cNvSpPr>
          <p:nvPr>
            <p:ph type="subTitle" idx="1"/>
          </p:nvPr>
        </p:nvSpPr>
        <p:spPr>
          <a:xfrm>
            <a:off x="729025" y="3322950"/>
            <a:ext cx="2449200" cy="48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2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endParaRPr/>
          </a:p>
        </p:txBody>
      </p:sp>
      <p:sp>
        <p:nvSpPr>
          <p:cNvPr id="1213" name="Google Shape;1213;p23"/>
          <p:cNvSpPr txBox="1">
            <a:spLocks noGrp="1"/>
          </p:cNvSpPr>
          <p:nvPr>
            <p:ph type="subTitle" idx="2"/>
          </p:nvPr>
        </p:nvSpPr>
        <p:spPr>
          <a:xfrm>
            <a:off x="729025" y="3776006"/>
            <a:ext cx="24492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4" name="Google Shape;1214;p23"/>
          <p:cNvSpPr txBox="1">
            <a:spLocks noGrp="1"/>
          </p:cNvSpPr>
          <p:nvPr>
            <p:ph type="subTitle" idx="3"/>
          </p:nvPr>
        </p:nvSpPr>
        <p:spPr>
          <a:xfrm>
            <a:off x="3347400" y="3776006"/>
            <a:ext cx="24492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5" name="Google Shape;1215;p23"/>
          <p:cNvSpPr txBox="1">
            <a:spLocks noGrp="1"/>
          </p:cNvSpPr>
          <p:nvPr>
            <p:ph type="subTitle" idx="4"/>
          </p:nvPr>
        </p:nvSpPr>
        <p:spPr>
          <a:xfrm>
            <a:off x="5974791" y="3776006"/>
            <a:ext cx="24492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6" name="Google Shape;1216;p23"/>
          <p:cNvSpPr txBox="1">
            <a:spLocks noGrp="1"/>
          </p:cNvSpPr>
          <p:nvPr>
            <p:ph type="subTitle" idx="5"/>
          </p:nvPr>
        </p:nvSpPr>
        <p:spPr>
          <a:xfrm>
            <a:off x="3347400" y="3322950"/>
            <a:ext cx="2449200" cy="48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2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endParaRPr/>
          </a:p>
        </p:txBody>
      </p:sp>
      <p:sp>
        <p:nvSpPr>
          <p:cNvPr id="1217" name="Google Shape;1217;p23"/>
          <p:cNvSpPr txBox="1">
            <a:spLocks noGrp="1"/>
          </p:cNvSpPr>
          <p:nvPr>
            <p:ph type="subTitle" idx="6"/>
          </p:nvPr>
        </p:nvSpPr>
        <p:spPr>
          <a:xfrm>
            <a:off x="5974791" y="3322950"/>
            <a:ext cx="2449200" cy="48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2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endParaRPr/>
          </a:p>
        </p:txBody>
      </p:sp>
      <p:sp>
        <p:nvSpPr>
          <p:cNvPr id="1218" name="Google Shape;1218;p23"/>
          <p:cNvSpPr txBox="1">
            <a:spLocks noGrp="1"/>
          </p:cNvSpPr>
          <p:nvPr>
            <p:ph type="title" idx="7"/>
          </p:nvPr>
        </p:nvSpPr>
        <p:spPr>
          <a:xfrm>
            <a:off x="720000" y="535000"/>
            <a:ext cx="7704000" cy="6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19" name="Google Shape;1219;p23"/>
          <p:cNvSpPr txBox="1">
            <a:spLocks noGrp="1"/>
          </p:cNvSpPr>
          <p:nvPr>
            <p:ph type="title" idx="8" hasCustomPrompt="1"/>
          </p:nvPr>
        </p:nvSpPr>
        <p:spPr>
          <a:xfrm>
            <a:off x="3829654" y="2075519"/>
            <a:ext cx="1484700" cy="4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20" name="Google Shape;1220;p23"/>
          <p:cNvSpPr txBox="1">
            <a:spLocks noGrp="1"/>
          </p:cNvSpPr>
          <p:nvPr>
            <p:ph type="title" idx="9" hasCustomPrompt="1"/>
          </p:nvPr>
        </p:nvSpPr>
        <p:spPr>
          <a:xfrm>
            <a:off x="6457048" y="2075519"/>
            <a:ext cx="1484700" cy="4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21" name="Google Shape;1221;p23"/>
          <p:cNvSpPr/>
          <p:nvPr/>
        </p:nvSpPr>
        <p:spPr>
          <a:xfrm rot="5400000">
            <a:off x="138047" y="-237418"/>
            <a:ext cx="1047880" cy="1428368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p23"/>
          <p:cNvSpPr/>
          <p:nvPr/>
        </p:nvSpPr>
        <p:spPr>
          <a:xfrm rot="-5400000" flipH="1">
            <a:off x="7958072" y="-237418"/>
            <a:ext cx="1047880" cy="1428368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3" name="Google Shape;1223;p23"/>
          <p:cNvGrpSpPr/>
          <p:nvPr/>
        </p:nvGrpSpPr>
        <p:grpSpPr>
          <a:xfrm>
            <a:off x="8454523" y="4376704"/>
            <a:ext cx="377329" cy="501517"/>
            <a:chOff x="2862525" y="4310025"/>
            <a:chExt cx="283025" cy="376175"/>
          </a:xfrm>
        </p:grpSpPr>
        <p:sp>
          <p:nvSpPr>
            <p:cNvPr id="1224" name="Google Shape;1224;p23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3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6" name="Google Shape;1226;p23"/>
          <p:cNvSpPr/>
          <p:nvPr/>
        </p:nvSpPr>
        <p:spPr>
          <a:xfrm>
            <a:off x="8607343" y="259925"/>
            <a:ext cx="709025" cy="3400425"/>
          </a:xfrm>
          <a:custGeom>
            <a:avLst/>
            <a:gdLst/>
            <a:ahLst/>
            <a:cxnLst/>
            <a:rect l="l" t="t" r="r" b="b"/>
            <a:pathLst>
              <a:path w="28361" h="136017" extrusionOk="0">
                <a:moveTo>
                  <a:pt x="24170" y="0"/>
                </a:moveTo>
                <a:cubicBezTo>
                  <a:pt x="17024" y="1787"/>
                  <a:pt x="12457" y="9535"/>
                  <a:pt x="8930" y="16002"/>
                </a:cubicBezTo>
                <a:cubicBezTo>
                  <a:pt x="3000" y="26874"/>
                  <a:pt x="-1544" y="39991"/>
                  <a:pt x="548" y="52197"/>
                </a:cubicBezTo>
                <a:cubicBezTo>
                  <a:pt x="3729" y="70754"/>
                  <a:pt x="15786" y="86634"/>
                  <a:pt x="23027" y="104013"/>
                </a:cubicBezTo>
                <a:cubicBezTo>
                  <a:pt x="27187" y="113996"/>
                  <a:pt x="28361" y="125202"/>
                  <a:pt x="28361" y="13601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227" name="Google Shape;1227;p23"/>
          <p:cNvGrpSpPr/>
          <p:nvPr/>
        </p:nvGrpSpPr>
        <p:grpSpPr>
          <a:xfrm flipH="1">
            <a:off x="324952" y="4351414"/>
            <a:ext cx="377329" cy="501517"/>
            <a:chOff x="2862525" y="4310025"/>
            <a:chExt cx="283025" cy="376175"/>
          </a:xfrm>
        </p:grpSpPr>
        <p:sp>
          <p:nvSpPr>
            <p:cNvPr id="1228" name="Google Shape;1228;p23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3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1" name="Google Shape;1231;p24"/>
          <p:cNvGrpSpPr/>
          <p:nvPr/>
        </p:nvGrpSpPr>
        <p:grpSpPr>
          <a:xfrm>
            <a:off x="-255629" y="102331"/>
            <a:ext cx="9655520" cy="4938839"/>
            <a:chOff x="1252625" y="238125"/>
            <a:chExt cx="4632500" cy="2242175"/>
          </a:xfrm>
        </p:grpSpPr>
        <p:sp>
          <p:nvSpPr>
            <p:cNvPr id="1232" name="Google Shape;1232;p24"/>
            <p:cNvSpPr/>
            <p:nvPr/>
          </p:nvSpPr>
          <p:spPr>
            <a:xfrm>
              <a:off x="1375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4"/>
            <p:cNvSpPr/>
            <p:nvPr/>
          </p:nvSpPr>
          <p:spPr>
            <a:xfrm>
              <a:off x="15749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4"/>
            <p:cNvSpPr/>
            <p:nvPr/>
          </p:nvSpPr>
          <p:spPr>
            <a:xfrm>
              <a:off x="17747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4"/>
            <p:cNvSpPr/>
            <p:nvPr/>
          </p:nvSpPr>
          <p:spPr>
            <a:xfrm>
              <a:off x="1974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4"/>
            <p:cNvSpPr/>
            <p:nvPr/>
          </p:nvSpPr>
          <p:spPr>
            <a:xfrm>
              <a:off x="21743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4"/>
            <p:cNvSpPr/>
            <p:nvPr/>
          </p:nvSpPr>
          <p:spPr>
            <a:xfrm>
              <a:off x="23741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4"/>
            <p:cNvSpPr/>
            <p:nvPr/>
          </p:nvSpPr>
          <p:spPr>
            <a:xfrm>
              <a:off x="25739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4"/>
            <p:cNvSpPr/>
            <p:nvPr/>
          </p:nvSpPr>
          <p:spPr>
            <a:xfrm>
              <a:off x="27737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4"/>
            <p:cNvSpPr/>
            <p:nvPr/>
          </p:nvSpPr>
          <p:spPr>
            <a:xfrm>
              <a:off x="29735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4"/>
            <p:cNvSpPr/>
            <p:nvPr/>
          </p:nvSpPr>
          <p:spPr>
            <a:xfrm>
              <a:off x="31734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4"/>
            <p:cNvSpPr/>
            <p:nvPr/>
          </p:nvSpPr>
          <p:spPr>
            <a:xfrm>
              <a:off x="33732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4"/>
            <p:cNvSpPr/>
            <p:nvPr/>
          </p:nvSpPr>
          <p:spPr>
            <a:xfrm>
              <a:off x="35730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4"/>
            <p:cNvSpPr/>
            <p:nvPr/>
          </p:nvSpPr>
          <p:spPr>
            <a:xfrm>
              <a:off x="37728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4"/>
            <p:cNvSpPr/>
            <p:nvPr/>
          </p:nvSpPr>
          <p:spPr>
            <a:xfrm>
              <a:off x="39726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4"/>
            <p:cNvSpPr/>
            <p:nvPr/>
          </p:nvSpPr>
          <p:spPr>
            <a:xfrm>
              <a:off x="41724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4"/>
            <p:cNvSpPr/>
            <p:nvPr/>
          </p:nvSpPr>
          <p:spPr>
            <a:xfrm>
              <a:off x="43722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4"/>
            <p:cNvSpPr/>
            <p:nvPr/>
          </p:nvSpPr>
          <p:spPr>
            <a:xfrm>
              <a:off x="4572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4"/>
            <p:cNvSpPr/>
            <p:nvPr/>
          </p:nvSpPr>
          <p:spPr>
            <a:xfrm>
              <a:off x="47719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4"/>
            <p:cNvSpPr/>
            <p:nvPr/>
          </p:nvSpPr>
          <p:spPr>
            <a:xfrm>
              <a:off x="49717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4"/>
            <p:cNvSpPr/>
            <p:nvPr/>
          </p:nvSpPr>
          <p:spPr>
            <a:xfrm>
              <a:off x="5171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4"/>
            <p:cNvSpPr/>
            <p:nvPr/>
          </p:nvSpPr>
          <p:spPr>
            <a:xfrm>
              <a:off x="53713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4"/>
            <p:cNvSpPr/>
            <p:nvPr/>
          </p:nvSpPr>
          <p:spPr>
            <a:xfrm>
              <a:off x="55711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4"/>
            <p:cNvSpPr/>
            <p:nvPr/>
          </p:nvSpPr>
          <p:spPr>
            <a:xfrm>
              <a:off x="57709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4"/>
            <p:cNvSpPr/>
            <p:nvPr/>
          </p:nvSpPr>
          <p:spPr>
            <a:xfrm>
              <a:off x="1252625" y="37075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4"/>
            <p:cNvSpPr/>
            <p:nvPr/>
          </p:nvSpPr>
          <p:spPr>
            <a:xfrm>
              <a:off x="1252625" y="5669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4"/>
            <p:cNvSpPr/>
            <p:nvPr/>
          </p:nvSpPr>
          <p:spPr>
            <a:xfrm>
              <a:off x="1252625" y="763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4"/>
            <p:cNvSpPr/>
            <p:nvPr/>
          </p:nvSpPr>
          <p:spPr>
            <a:xfrm>
              <a:off x="1252625" y="9593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4"/>
            <p:cNvSpPr/>
            <p:nvPr/>
          </p:nvSpPr>
          <p:spPr>
            <a:xfrm>
              <a:off x="1252625" y="11555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4"/>
            <p:cNvSpPr/>
            <p:nvPr/>
          </p:nvSpPr>
          <p:spPr>
            <a:xfrm>
              <a:off x="1252625" y="13517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4"/>
            <p:cNvSpPr/>
            <p:nvPr/>
          </p:nvSpPr>
          <p:spPr>
            <a:xfrm>
              <a:off x="1252625" y="15479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4"/>
            <p:cNvSpPr/>
            <p:nvPr/>
          </p:nvSpPr>
          <p:spPr>
            <a:xfrm>
              <a:off x="1252625" y="1744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4"/>
            <p:cNvSpPr/>
            <p:nvPr/>
          </p:nvSpPr>
          <p:spPr>
            <a:xfrm>
              <a:off x="1252625" y="19403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4"/>
            <p:cNvSpPr/>
            <p:nvPr/>
          </p:nvSpPr>
          <p:spPr>
            <a:xfrm>
              <a:off x="1252625" y="21365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4"/>
            <p:cNvSpPr/>
            <p:nvPr/>
          </p:nvSpPr>
          <p:spPr>
            <a:xfrm>
              <a:off x="1252625" y="234427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6" name="Google Shape;1266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7" name="Google Shape;1267;p24"/>
          <p:cNvPicPr preferRelativeResize="0"/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24"/>
          <p:cNvSpPr txBox="1">
            <a:spLocks noGrp="1"/>
          </p:cNvSpPr>
          <p:nvPr>
            <p:ph type="title" hasCustomPrompt="1"/>
          </p:nvPr>
        </p:nvSpPr>
        <p:spPr>
          <a:xfrm>
            <a:off x="2736300" y="570538"/>
            <a:ext cx="3671400" cy="7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69" name="Google Shape;1269;p24"/>
          <p:cNvSpPr txBox="1">
            <a:spLocks noGrp="1"/>
          </p:cNvSpPr>
          <p:nvPr>
            <p:ph type="subTitle" idx="1"/>
          </p:nvPr>
        </p:nvSpPr>
        <p:spPr>
          <a:xfrm>
            <a:off x="2736300" y="1228913"/>
            <a:ext cx="3671400" cy="3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70" name="Google Shape;1270;p24"/>
          <p:cNvSpPr txBox="1">
            <a:spLocks noGrp="1"/>
          </p:cNvSpPr>
          <p:nvPr>
            <p:ph type="title" idx="2" hasCustomPrompt="1"/>
          </p:nvPr>
        </p:nvSpPr>
        <p:spPr>
          <a:xfrm>
            <a:off x="2736300" y="3586075"/>
            <a:ext cx="3671400" cy="7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71" name="Google Shape;1271;p24"/>
          <p:cNvSpPr txBox="1">
            <a:spLocks noGrp="1"/>
          </p:cNvSpPr>
          <p:nvPr>
            <p:ph type="subTitle" idx="3"/>
          </p:nvPr>
        </p:nvSpPr>
        <p:spPr>
          <a:xfrm>
            <a:off x="2736300" y="4244425"/>
            <a:ext cx="3671400" cy="3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72" name="Google Shape;1272;p24"/>
          <p:cNvSpPr txBox="1">
            <a:spLocks noGrp="1"/>
          </p:cNvSpPr>
          <p:nvPr>
            <p:ph type="title" idx="4" hasCustomPrompt="1"/>
          </p:nvPr>
        </p:nvSpPr>
        <p:spPr>
          <a:xfrm>
            <a:off x="2736300" y="2078302"/>
            <a:ext cx="3671400" cy="7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73" name="Google Shape;1273;p24"/>
          <p:cNvSpPr txBox="1">
            <a:spLocks noGrp="1"/>
          </p:cNvSpPr>
          <p:nvPr>
            <p:ph type="subTitle" idx="5"/>
          </p:nvPr>
        </p:nvSpPr>
        <p:spPr>
          <a:xfrm>
            <a:off x="2736300" y="2736699"/>
            <a:ext cx="3671400" cy="3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74" name="Google Shape;1274;p24"/>
          <p:cNvSpPr/>
          <p:nvPr/>
        </p:nvSpPr>
        <p:spPr>
          <a:xfrm>
            <a:off x="0" y="2774950"/>
            <a:ext cx="1560071" cy="2419609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p24"/>
          <p:cNvSpPr/>
          <p:nvPr/>
        </p:nvSpPr>
        <p:spPr>
          <a:xfrm rot="10800000">
            <a:off x="7583930" y="-46934"/>
            <a:ext cx="1560071" cy="2419609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24"/>
          <p:cNvSpPr/>
          <p:nvPr/>
        </p:nvSpPr>
        <p:spPr>
          <a:xfrm rot="-5273453" flipH="1">
            <a:off x="-1829366" y="2802927"/>
            <a:ext cx="3989602" cy="1152396"/>
          </a:xfrm>
          <a:custGeom>
            <a:avLst/>
            <a:gdLst/>
            <a:ahLst/>
            <a:cxnLst/>
            <a:rect l="l" t="t" r="r" b="b"/>
            <a:pathLst>
              <a:path w="94881" h="34127" extrusionOk="0">
                <a:moveTo>
                  <a:pt x="299" y="0"/>
                </a:moveTo>
                <a:cubicBezTo>
                  <a:pt x="299" y="9275"/>
                  <a:pt x="-896" y="20744"/>
                  <a:pt x="5662" y="27302"/>
                </a:cubicBezTo>
                <a:cubicBezTo>
                  <a:pt x="15110" y="36750"/>
                  <a:pt x="32460" y="26571"/>
                  <a:pt x="45640" y="24377"/>
                </a:cubicBezTo>
                <a:cubicBezTo>
                  <a:pt x="55901" y="22669"/>
                  <a:pt x="66878" y="21876"/>
                  <a:pt x="76842" y="24864"/>
                </a:cubicBezTo>
                <a:cubicBezTo>
                  <a:pt x="83317" y="26806"/>
                  <a:pt x="88834" y="31107"/>
                  <a:pt x="94881" y="3412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77" name="Google Shape;1277;p24"/>
          <p:cNvSpPr/>
          <p:nvPr/>
        </p:nvSpPr>
        <p:spPr>
          <a:xfrm>
            <a:off x="8006226" y="507600"/>
            <a:ext cx="1462557" cy="3409950"/>
          </a:xfrm>
          <a:custGeom>
            <a:avLst/>
            <a:gdLst/>
            <a:ahLst/>
            <a:cxnLst/>
            <a:rect l="l" t="t" r="r" b="b"/>
            <a:pathLst>
              <a:path w="53549" h="136398" extrusionOk="0">
                <a:moveTo>
                  <a:pt x="45167" y="0"/>
                </a:moveTo>
                <a:cubicBezTo>
                  <a:pt x="30637" y="908"/>
                  <a:pt x="12385" y="4886"/>
                  <a:pt x="5162" y="17526"/>
                </a:cubicBezTo>
                <a:cubicBezTo>
                  <a:pt x="3" y="26555"/>
                  <a:pt x="-700" y="38068"/>
                  <a:pt x="590" y="48387"/>
                </a:cubicBezTo>
                <a:cubicBezTo>
                  <a:pt x="3199" y="69256"/>
                  <a:pt x="26466" y="81565"/>
                  <a:pt x="38690" y="98679"/>
                </a:cubicBezTo>
                <a:cubicBezTo>
                  <a:pt x="46545" y="109675"/>
                  <a:pt x="49276" y="123578"/>
                  <a:pt x="53549" y="136398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278" name="Google Shape;1278;p24"/>
          <p:cNvGrpSpPr/>
          <p:nvPr/>
        </p:nvGrpSpPr>
        <p:grpSpPr>
          <a:xfrm>
            <a:off x="388348" y="341479"/>
            <a:ext cx="377329" cy="501517"/>
            <a:chOff x="2862525" y="4310025"/>
            <a:chExt cx="283025" cy="376175"/>
          </a:xfrm>
        </p:grpSpPr>
        <p:sp>
          <p:nvSpPr>
            <p:cNvPr id="1279" name="Google Shape;1279;p24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4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24"/>
          <p:cNvGrpSpPr/>
          <p:nvPr/>
        </p:nvGrpSpPr>
        <p:grpSpPr>
          <a:xfrm>
            <a:off x="8378323" y="4300504"/>
            <a:ext cx="377329" cy="501517"/>
            <a:chOff x="2862525" y="4310025"/>
            <a:chExt cx="283025" cy="376175"/>
          </a:xfrm>
        </p:grpSpPr>
        <p:sp>
          <p:nvSpPr>
            <p:cNvPr id="1282" name="Google Shape;1282;p24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4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BLANK_1_1_1_1_1_1_3_1_1"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3" name="Google Shape;1343;p26"/>
          <p:cNvGrpSpPr/>
          <p:nvPr/>
        </p:nvGrpSpPr>
        <p:grpSpPr>
          <a:xfrm>
            <a:off x="-255629" y="102331"/>
            <a:ext cx="9655520" cy="4938839"/>
            <a:chOff x="1252625" y="238125"/>
            <a:chExt cx="4632500" cy="2242175"/>
          </a:xfrm>
        </p:grpSpPr>
        <p:sp>
          <p:nvSpPr>
            <p:cNvPr id="1344" name="Google Shape;1344;p26"/>
            <p:cNvSpPr/>
            <p:nvPr/>
          </p:nvSpPr>
          <p:spPr>
            <a:xfrm>
              <a:off x="1375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6"/>
            <p:cNvSpPr/>
            <p:nvPr/>
          </p:nvSpPr>
          <p:spPr>
            <a:xfrm>
              <a:off x="15749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6"/>
            <p:cNvSpPr/>
            <p:nvPr/>
          </p:nvSpPr>
          <p:spPr>
            <a:xfrm>
              <a:off x="17747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6"/>
            <p:cNvSpPr/>
            <p:nvPr/>
          </p:nvSpPr>
          <p:spPr>
            <a:xfrm>
              <a:off x="1974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6"/>
            <p:cNvSpPr/>
            <p:nvPr/>
          </p:nvSpPr>
          <p:spPr>
            <a:xfrm>
              <a:off x="21743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6"/>
            <p:cNvSpPr/>
            <p:nvPr/>
          </p:nvSpPr>
          <p:spPr>
            <a:xfrm>
              <a:off x="23741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6"/>
            <p:cNvSpPr/>
            <p:nvPr/>
          </p:nvSpPr>
          <p:spPr>
            <a:xfrm>
              <a:off x="25739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6"/>
            <p:cNvSpPr/>
            <p:nvPr/>
          </p:nvSpPr>
          <p:spPr>
            <a:xfrm>
              <a:off x="27737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6"/>
            <p:cNvSpPr/>
            <p:nvPr/>
          </p:nvSpPr>
          <p:spPr>
            <a:xfrm>
              <a:off x="29735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6"/>
            <p:cNvSpPr/>
            <p:nvPr/>
          </p:nvSpPr>
          <p:spPr>
            <a:xfrm>
              <a:off x="31734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6"/>
            <p:cNvSpPr/>
            <p:nvPr/>
          </p:nvSpPr>
          <p:spPr>
            <a:xfrm>
              <a:off x="33732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6"/>
            <p:cNvSpPr/>
            <p:nvPr/>
          </p:nvSpPr>
          <p:spPr>
            <a:xfrm>
              <a:off x="35730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6"/>
            <p:cNvSpPr/>
            <p:nvPr/>
          </p:nvSpPr>
          <p:spPr>
            <a:xfrm>
              <a:off x="37728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6"/>
            <p:cNvSpPr/>
            <p:nvPr/>
          </p:nvSpPr>
          <p:spPr>
            <a:xfrm>
              <a:off x="39726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6"/>
            <p:cNvSpPr/>
            <p:nvPr/>
          </p:nvSpPr>
          <p:spPr>
            <a:xfrm>
              <a:off x="41724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6"/>
            <p:cNvSpPr/>
            <p:nvPr/>
          </p:nvSpPr>
          <p:spPr>
            <a:xfrm>
              <a:off x="43722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6"/>
            <p:cNvSpPr/>
            <p:nvPr/>
          </p:nvSpPr>
          <p:spPr>
            <a:xfrm>
              <a:off x="4572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6"/>
            <p:cNvSpPr/>
            <p:nvPr/>
          </p:nvSpPr>
          <p:spPr>
            <a:xfrm>
              <a:off x="47719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6"/>
            <p:cNvSpPr/>
            <p:nvPr/>
          </p:nvSpPr>
          <p:spPr>
            <a:xfrm>
              <a:off x="49717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6"/>
            <p:cNvSpPr/>
            <p:nvPr/>
          </p:nvSpPr>
          <p:spPr>
            <a:xfrm>
              <a:off x="5171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6"/>
            <p:cNvSpPr/>
            <p:nvPr/>
          </p:nvSpPr>
          <p:spPr>
            <a:xfrm>
              <a:off x="53713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6"/>
            <p:cNvSpPr/>
            <p:nvPr/>
          </p:nvSpPr>
          <p:spPr>
            <a:xfrm>
              <a:off x="55711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6"/>
            <p:cNvSpPr/>
            <p:nvPr/>
          </p:nvSpPr>
          <p:spPr>
            <a:xfrm>
              <a:off x="57709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6"/>
            <p:cNvSpPr/>
            <p:nvPr/>
          </p:nvSpPr>
          <p:spPr>
            <a:xfrm>
              <a:off x="1252625" y="37075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6"/>
            <p:cNvSpPr/>
            <p:nvPr/>
          </p:nvSpPr>
          <p:spPr>
            <a:xfrm>
              <a:off x="1252625" y="5669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6"/>
            <p:cNvSpPr/>
            <p:nvPr/>
          </p:nvSpPr>
          <p:spPr>
            <a:xfrm>
              <a:off x="1252625" y="763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6"/>
            <p:cNvSpPr/>
            <p:nvPr/>
          </p:nvSpPr>
          <p:spPr>
            <a:xfrm>
              <a:off x="1252625" y="9593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6"/>
            <p:cNvSpPr/>
            <p:nvPr/>
          </p:nvSpPr>
          <p:spPr>
            <a:xfrm>
              <a:off x="1252625" y="11555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6"/>
            <p:cNvSpPr/>
            <p:nvPr/>
          </p:nvSpPr>
          <p:spPr>
            <a:xfrm>
              <a:off x="1252625" y="13517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6"/>
            <p:cNvSpPr/>
            <p:nvPr/>
          </p:nvSpPr>
          <p:spPr>
            <a:xfrm>
              <a:off x="1252625" y="15479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6"/>
            <p:cNvSpPr/>
            <p:nvPr/>
          </p:nvSpPr>
          <p:spPr>
            <a:xfrm>
              <a:off x="1252625" y="1744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6"/>
            <p:cNvSpPr/>
            <p:nvPr/>
          </p:nvSpPr>
          <p:spPr>
            <a:xfrm>
              <a:off x="1252625" y="19403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6"/>
            <p:cNvSpPr/>
            <p:nvPr/>
          </p:nvSpPr>
          <p:spPr>
            <a:xfrm>
              <a:off x="1252625" y="21365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6"/>
            <p:cNvSpPr/>
            <p:nvPr/>
          </p:nvSpPr>
          <p:spPr>
            <a:xfrm>
              <a:off x="1252625" y="234427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8" name="Google Shape;1378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9" name="Google Shape;1379;p26"/>
          <p:cNvPicPr preferRelativeResize="0"/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26"/>
          <p:cNvSpPr/>
          <p:nvPr/>
        </p:nvSpPr>
        <p:spPr>
          <a:xfrm rot="10800000" flipH="1">
            <a:off x="0" y="-49049"/>
            <a:ext cx="989634" cy="1349119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6"/>
          <p:cNvSpPr/>
          <p:nvPr/>
        </p:nvSpPr>
        <p:spPr>
          <a:xfrm flipH="1">
            <a:off x="8275203" y="4086995"/>
            <a:ext cx="868797" cy="1105554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2" name="Google Shape;1382;p26"/>
          <p:cNvGrpSpPr/>
          <p:nvPr/>
        </p:nvGrpSpPr>
        <p:grpSpPr>
          <a:xfrm flipH="1">
            <a:off x="8441741" y="303379"/>
            <a:ext cx="377329" cy="501517"/>
            <a:chOff x="2862525" y="4310025"/>
            <a:chExt cx="283025" cy="376175"/>
          </a:xfrm>
        </p:grpSpPr>
        <p:sp>
          <p:nvSpPr>
            <p:cNvPr id="1383" name="Google Shape;1383;p26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6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5" name="Google Shape;1385;p26"/>
          <p:cNvGrpSpPr/>
          <p:nvPr/>
        </p:nvGrpSpPr>
        <p:grpSpPr>
          <a:xfrm flipH="1">
            <a:off x="375566" y="4338604"/>
            <a:ext cx="377329" cy="501517"/>
            <a:chOff x="2862525" y="4310025"/>
            <a:chExt cx="283025" cy="376175"/>
          </a:xfrm>
        </p:grpSpPr>
        <p:sp>
          <p:nvSpPr>
            <p:cNvPr id="1386" name="Google Shape;1386;p26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8" name="Google Shape;1388;p26"/>
          <p:cNvSpPr/>
          <p:nvPr/>
        </p:nvSpPr>
        <p:spPr>
          <a:xfrm flipH="1">
            <a:off x="-76207" y="-349025"/>
            <a:ext cx="709025" cy="3400425"/>
          </a:xfrm>
          <a:custGeom>
            <a:avLst/>
            <a:gdLst/>
            <a:ahLst/>
            <a:cxnLst/>
            <a:rect l="l" t="t" r="r" b="b"/>
            <a:pathLst>
              <a:path w="28361" h="136017" extrusionOk="0">
                <a:moveTo>
                  <a:pt x="24170" y="0"/>
                </a:moveTo>
                <a:cubicBezTo>
                  <a:pt x="17024" y="1787"/>
                  <a:pt x="12457" y="9535"/>
                  <a:pt x="8930" y="16002"/>
                </a:cubicBezTo>
                <a:cubicBezTo>
                  <a:pt x="3000" y="26874"/>
                  <a:pt x="-1544" y="39991"/>
                  <a:pt x="548" y="52197"/>
                </a:cubicBezTo>
                <a:cubicBezTo>
                  <a:pt x="3729" y="70754"/>
                  <a:pt x="15786" y="86634"/>
                  <a:pt x="23027" y="104013"/>
                </a:cubicBezTo>
                <a:cubicBezTo>
                  <a:pt x="27187" y="113996"/>
                  <a:pt x="28361" y="125202"/>
                  <a:pt x="28361" y="13601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89" name="Google Shape;1389;p26"/>
          <p:cNvSpPr/>
          <p:nvPr/>
        </p:nvSpPr>
        <p:spPr>
          <a:xfrm rot="10800000" flipH="1">
            <a:off x="8739775" y="1439700"/>
            <a:ext cx="709025" cy="3400425"/>
          </a:xfrm>
          <a:custGeom>
            <a:avLst/>
            <a:gdLst/>
            <a:ahLst/>
            <a:cxnLst/>
            <a:rect l="l" t="t" r="r" b="b"/>
            <a:pathLst>
              <a:path w="28361" h="136017" extrusionOk="0">
                <a:moveTo>
                  <a:pt x="24170" y="0"/>
                </a:moveTo>
                <a:cubicBezTo>
                  <a:pt x="17024" y="1787"/>
                  <a:pt x="12457" y="9535"/>
                  <a:pt x="8930" y="16002"/>
                </a:cubicBezTo>
                <a:cubicBezTo>
                  <a:pt x="3000" y="26874"/>
                  <a:pt x="-1544" y="39991"/>
                  <a:pt x="548" y="52197"/>
                </a:cubicBezTo>
                <a:cubicBezTo>
                  <a:pt x="3729" y="70754"/>
                  <a:pt x="15786" y="86634"/>
                  <a:pt x="23027" y="104013"/>
                </a:cubicBezTo>
                <a:cubicBezTo>
                  <a:pt x="27187" y="113996"/>
                  <a:pt x="28361" y="125202"/>
                  <a:pt x="28361" y="13601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90" name="Google Shape;1390;p26"/>
          <p:cNvSpPr txBox="1">
            <a:spLocks noGrp="1"/>
          </p:cNvSpPr>
          <p:nvPr>
            <p:ph type="subTitle" idx="1"/>
          </p:nvPr>
        </p:nvSpPr>
        <p:spPr>
          <a:xfrm>
            <a:off x="886775" y="3865369"/>
            <a:ext cx="2144400" cy="619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1" name="Google Shape;1391;p26"/>
          <p:cNvSpPr txBox="1">
            <a:spLocks noGrp="1"/>
          </p:cNvSpPr>
          <p:nvPr>
            <p:ph type="subTitle" idx="2"/>
          </p:nvPr>
        </p:nvSpPr>
        <p:spPr>
          <a:xfrm>
            <a:off x="6112774" y="3865369"/>
            <a:ext cx="2144400" cy="619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2" name="Google Shape;1392;p26"/>
          <p:cNvSpPr txBox="1">
            <a:spLocks noGrp="1"/>
          </p:cNvSpPr>
          <p:nvPr>
            <p:ph type="subTitle" idx="3"/>
          </p:nvPr>
        </p:nvSpPr>
        <p:spPr>
          <a:xfrm>
            <a:off x="886775" y="3458821"/>
            <a:ext cx="2144400" cy="50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2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endParaRPr/>
          </a:p>
        </p:txBody>
      </p:sp>
      <p:sp>
        <p:nvSpPr>
          <p:cNvPr id="1393" name="Google Shape;1393;p26"/>
          <p:cNvSpPr txBox="1">
            <a:spLocks noGrp="1"/>
          </p:cNvSpPr>
          <p:nvPr>
            <p:ph type="subTitle" idx="4"/>
          </p:nvPr>
        </p:nvSpPr>
        <p:spPr>
          <a:xfrm>
            <a:off x="6112774" y="3458821"/>
            <a:ext cx="2144400" cy="50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2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endParaRPr/>
          </a:p>
        </p:txBody>
      </p:sp>
      <p:sp>
        <p:nvSpPr>
          <p:cNvPr id="1394" name="Google Shape;1394;p26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6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95" name="Google Shape;1395;p26"/>
          <p:cNvSpPr txBox="1">
            <a:spLocks noGrp="1"/>
          </p:cNvSpPr>
          <p:nvPr>
            <p:ph type="title" idx="5" hasCustomPrompt="1"/>
          </p:nvPr>
        </p:nvSpPr>
        <p:spPr>
          <a:xfrm>
            <a:off x="886866" y="3052600"/>
            <a:ext cx="2144400" cy="5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r>
              <a:t>xx%</a:t>
            </a:r>
          </a:p>
        </p:txBody>
      </p:sp>
      <p:sp>
        <p:nvSpPr>
          <p:cNvPr id="1396" name="Google Shape;1396;p26"/>
          <p:cNvSpPr txBox="1">
            <a:spLocks noGrp="1"/>
          </p:cNvSpPr>
          <p:nvPr>
            <p:ph type="title" idx="6" hasCustomPrompt="1"/>
          </p:nvPr>
        </p:nvSpPr>
        <p:spPr>
          <a:xfrm>
            <a:off x="6112774" y="3052600"/>
            <a:ext cx="2144400" cy="5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r>
              <a:t>xx%</a:t>
            </a:r>
          </a:p>
        </p:txBody>
      </p:sp>
      <p:sp>
        <p:nvSpPr>
          <p:cNvPr id="1397" name="Google Shape;1397;p26"/>
          <p:cNvSpPr txBox="1">
            <a:spLocks noGrp="1"/>
          </p:cNvSpPr>
          <p:nvPr>
            <p:ph type="subTitle" idx="7"/>
          </p:nvPr>
        </p:nvSpPr>
        <p:spPr>
          <a:xfrm>
            <a:off x="886899" y="2222649"/>
            <a:ext cx="2144400" cy="619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8" name="Google Shape;1398;p26"/>
          <p:cNvSpPr txBox="1">
            <a:spLocks noGrp="1"/>
          </p:cNvSpPr>
          <p:nvPr>
            <p:ph type="subTitle" idx="8"/>
          </p:nvPr>
        </p:nvSpPr>
        <p:spPr>
          <a:xfrm>
            <a:off x="6112898" y="2222649"/>
            <a:ext cx="2144400" cy="619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9" name="Google Shape;1399;p26"/>
          <p:cNvSpPr txBox="1">
            <a:spLocks noGrp="1"/>
          </p:cNvSpPr>
          <p:nvPr>
            <p:ph type="subTitle" idx="9"/>
          </p:nvPr>
        </p:nvSpPr>
        <p:spPr>
          <a:xfrm>
            <a:off x="886899" y="1816102"/>
            <a:ext cx="2144400" cy="50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2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endParaRPr/>
          </a:p>
        </p:txBody>
      </p:sp>
      <p:sp>
        <p:nvSpPr>
          <p:cNvPr id="1400" name="Google Shape;1400;p26"/>
          <p:cNvSpPr txBox="1">
            <a:spLocks noGrp="1"/>
          </p:cNvSpPr>
          <p:nvPr>
            <p:ph type="subTitle" idx="13"/>
          </p:nvPr>
        </p:nvSpPr>
        <p:spPr>
          <a:xfrm>
            <a:off x="6112897" y="1816102"/>
            <a:ext cx="2144400" cy="50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2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hrikhand"/>
              <a:buNone/>
              <a:defRPr sz="24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endParaRPr/>
          </a:p>
        </p:txBody>
      </p:sp>
      <p:sp>
        <p:nvSpPr>
          <p:cNvPr id="1401" name="Google Shape;1401;p26"/>
          <p:cNvSpPr txBox="1">
            <a:spLocks noGrp="1"/>
          </p:cNvSpPr>
          <p:nvPr>
            <p:ph type="title" idx="14" hasCustomPrompt="1"/>
          </p:nvPr>
        </p:nvSpPr>
        <p:spPr>
          <a:xfrm>
            <a:off x="886989" y="1409881"/>
            <a:ext cx="2144400" cy="5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r>
              <a:t>xx%</a:t>
            </a:r>
          </a:p>
        </p:txBody>
      </p:sp>
      <p:sp>
        <p:nvSpPr>
          <p:cNvPr id="1402" name="Google Shape;1402;p26"/>
          <p:cNvSpPr txBox="1">
            <a:spLocks noGrp="1"/>
          </p:cNvSpPr>
          <p:nvPr>
            <p:ph type="title" idx="15" hasCustomPrompt="1"/>
          </p:nvPr>
        </p:nvSpPr>
        <p:spPr>
          <a:xfrm>
            <a:off x="6112897" y="1409881"/>
            <a:ext cx="2144400" cy="5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r>
              <a:t>xx%</a:t>
            </a:r>
          </a:p>
        </p:txBody>
      </p:sp>
      <p:pic>
        <p:nvPicPr>
          <p:cNvPr id="1403" name="Google Shape;1403;p26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-570288">
            <a:off x="238223" y="3108905"/>
            <a:ext cx="295854" cy="381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4" name="Google Shape;1404;p26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570288" flipH="1">
            <a:off x="8629748" y="1410555"/>
            <a:ext cx="295854" cy="381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7" name="Google Shape;1457;p28"/>
          <p:cNvGrpSpPr/>
          <p:nvPr/>
        </p:nvGrpSpPr>
        <p:grpSpPr>
          <a:xfrm>
            <a:off x="-255629" y="102331"/>
            <a:ext cx="9655520" cy="4938839"/>
            <a:chOff x="1252625" y="238125"/>
            <a:chExt cx="4632500" cy="2242175"/>
          </a:xfrm>
        </p:grpSpPr>
        <p:sp>
          <p:nvSpPr>
            <p:cNvPr id="1458" name="Google Shape;1458;p28"/>
            <p:cNvSpPr/>
            <p:nvPr/>
          </p:nvSpPr>
          <p:spPr>
            <a:xfrm>
              <a:off x="1375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15749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17747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1974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1743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3741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25739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7737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735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31734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3732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5730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7728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9726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41724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43722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4572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47719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49717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5171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53713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55711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57709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252625" y="37075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252625" y="5669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252625" y="763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252625" y="9593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252625" y="11555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252625" y="13517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252625" y="15479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252625" y="1744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252625" y="19403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1252625" y="21365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252625" y="234427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2" name="Google Shape;1492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3" name="Google Shape;1493;p28"/>
          <p:cNvPicPr preferRelativeResize="0"/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28"/>
          <p:cNvSpPr/>
          <p:nvPr/>
        </p:nvSpPr>
        <p:spPr>
          <a:xfrm rot="-5400000" flipH="1">
            <a:off x="7958072" y="-237418"/>
            <a:ext cx="1047880" cy="1428368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Google Shape;1495;p28"/>
          <p:cNvSpPr/>
          <p:nvPr/>
        </p:nvSpPr>
        <p:spPr>
          <a:xfrm rot="5400000">
            <a:off x="138047" y="-237418"/>
            <a:ext cx="1047880" cy="1428368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28"/>
          <p:cNvSpPr/>
          <p:nvPr/>
        </p:nvSpPr>
        <p:spPr>
          <a:xfrm>
            <a:off x="8607343" y="259925"/>
            <a:ext cx="709025" cy="3400425"/>
          </a:xfrm>
          <a:custGeom>
            <a:avLst/>
            <a:gdLst/>
            <a:ahLst/>
            <a:cxnLst/>
            <a:rect l="l" t="t" r="r" b="b"/>
            <a:pathLst>
              <a:path w="28361" h="136017" extrusionOk="0">
                <a:moveTo>
                  <a:pt x="24170" y="0"/>
                </a:moveTo>
                <a:cubicBezTo>
                  <a:pt x="17024" y="1787"/>
                  <a:pt x="12457" y="9535"/>
                  <a:pt x="8930" y="16002"/>
                </a:cubicBezTo>
                <a:cubicBezTo>
                  <a:pt x="3000" y="26874"/>
                  <a:pt x="-1544" y="39991"/>
                  <a:pt x="548" y="52197"/>
                </a:cubicBezTo>
                <a:cubicBezTo>
                  <a:pt x="3729" y="70754"/>
                  <a:pt x="15786" y="86634"/>
                  <a:pt x="23027" y="104013"/>
                </a:cubicBezTo>
                <a:cubicBezTo>
                  <a:pt x="27187" y="113996"/>
                  <a:pt x="28361" y="125202"/>
                  <a:pt x="28361" y="13601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497" name="Google Shape;1497;p28"/>
          <p:cNvGrpSpPr/>
          <p:nvPr/>
        </p:nvGrpSpPr>
        <p:grpSpPr>
          <a:xfrm flipH="1">
            <a:off x="324952" y="4351414"/>
            <a:ext cx="377329" cy="501517"/>
            <a:chOff x="2862525" y="4310025"/>
            <a:chExt cx="283025" cy="376175"/>
          </a:xfrm>
        </p:grpSpPr>
        <p:sp>
          <p:nvSpPr>
            <p:cNvPr id="1498" name="Google Shape;1498;p28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8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1" name="Google Shape;1501;p29"/>
          <p:cNvGrpSpPr/>
          <p:nvPr/>
        </p:nvGrpSpPr>
        <p:grpSpPr>
          <a:xfrm>
            <a:off x="-255629" y="102331"/>
            <a:ext cx="9655520" cy="4938839"/>
            <a:chOff x="1252625" y="238125"/>
            <a:chExt cx="4632500" cy="2242175"/>
          </a:xfrm>
        </p:grpSpPr>
        <p:sp>
          <p:nvSpPr>
            <p:cNvPr id="1502" name="Google Shape;1502;p29"/>
            <p:cNvSpPr/>
            <p:nvPr/>
          </p:nvSpPr>
          <p:spPr>
            <a:xfrm>
              <a:off x="1375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29"/>
            <p:cNvSpPr/>
            <p:nvPr/>
          </p:nvSpPr>
          <p:spPr>
            <a:xfrm>
              <a:off x="15749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29"/>
            <p:cNvSpPr/>
            <p:nvPr/>
          </p:nvSpPr>
          <p:spPr>
            <a:xfrm>
              <a:off x="17747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9"/>
            <p:cNvSpPr/>
            <p:nvPr/>
          </p:nvSpPr>
          <p:spPr>
            <a:xfrm>
              <a:off x="1974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9"/>
            <p:cNvSpPr/>
            <p:nvPr/>
          </p:nvSpPr>
          <p:spPr>
            <a:xfrm>
              <a:off x="21743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9"/>
            <p:cNvSpPr/>
            <p:nvPr/>
          </p:nvSpPr>
          <p:spPr>
            <a:xfrm>
              <a:off x="23741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9"/>
            <p:cNvSpPr/>
            <p:nvPr/>
          </p:nvSpPr>
          <p:spPr>
            <a:xfrm>
              <a:off x="25739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9"/>
            <p:cNvSpPr/>
            <p:nvPr/>
          </p:nvSpPr>
          <p:spPr>
            <a:xfrm>
              <a:off x="27737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9"/>
            <p:cNvSpPr/>
            <p:nvPr/>
          </p:nvSpPr>
          <p:spPr>
            <a:xfrm>
              <a:off x="29735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9"/>
            <p:cNvSpPr/>
            <p:nvPr/>
          </p:nvSpPr>
          <p:spPr>
            <a:xfrm>
              <a:off x="31734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9"/>
            <p:cNvSpPr/>
            <p:nvPr/>
          </p:nvSpPr>
          <p:spPr>
            <a:xfrm>
              <a:off x="33732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9"/>
            <p:cNvSpPr/>
            <p:nvPr/>
          </p:nvSpPr>
          <p:spPr>
            <a:xfrm>
              <a:off x="35730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9"/>
            <p:cNvSpPr/>
            <p:nvPr/>
          </p:nvSpPr>
          <p:spPr>
            <a:xfrm>
              <a:off x="37728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9"/>
            <p:cNvSpPr/>
            <p:nvPr/>
          </p:nvSpPr>
          <p:spPr>
            <a:xfrm>
              <a:off x="39726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9"/>
            <p:cNvSpPr/>
            <p:nvPr/>
          </p:nvSpPr>
          <p:spPr>
            <a:xfrm>
              <a:off x="41724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9"/>
            <p:cNvSpPr/>
            <p:nvPr/>
          </p:nvSpPr>
          <p:spPr>
            <a:xfrm>
              <a:off x="43722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9"/>
            <p:cNvSpPr/>
            <p:nvPr/>
          </p:nvSpPr>
          <p:spPr>
            <a:xfrm>
              <a:off x="4572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9"/>
            <p:cNvSpPr/>
            <p:nvPr/>
          </p:nvSpPr>
          <p:spPr>
            <a:xfrm>
              <a:off x="47719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9"/>
            <p:cNvSpPr/>
            <p:nvPr/>
          </p:nvSpPr>
          <p:spPr>
            <a:xfrm>
              <a:off x="49717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9"/>
            <p:cNvSpPr/>
            <p:nvPr/>
          </p:nvSpPr>
          <p:spPr>
            <a:xfrm>
              <a:off x="5171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9"/>
            <p:cNvSpPr/>
            <p:nvPr/>
          </p:nvSpPr>
          <p:spPr>
            <a:xfrm>
              <a:off x="53713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9"/>
            <p:cNvSpPr/>
            <p:nvPr/>
          </p:nvSpPr>
          <p:spPr>
            <a:xfrm>
              <a:off x="55711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9"/>
            <p:cNvSpPr/>
            <p:nvPr/>
          </p:nvSpPr>
          <p:spPr>
            <a:xfrm>
              <a:off x="57709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9"/>
            <p:cNvSpPr/>
            <p:nvPr/>
          </p:nvSpPr>
          <p:spPr>
            <a:xfrm>
              <a:off x="1252625" y="37075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9"/>
            <p:cNvSpPr/>
            <p:nvPr/>
          </p:nvSpPr>
          <p:spPr>
            <a:xfrm>
              <a:off x="1252625" y="5669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9"/>
            <p:cNvSpPr/>
            <p:nvPr/>
          </p:nvSpPr>
          <p:spPr>
            <a:xfrm>
              <a:off x="1252625" y="763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9"/>
            <p:cNvSpPr/>
            <p:nvPr/>
          </p:nvSpPr>
          <p:spPr>
            <a:xfrm>
              <a:off x="1252625" y="9593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9"/>
            <p:cNvSpPr/>
            <p:nvPr/>
          </p:nvSpPr>
          <p:spPr>
            <a:xfrm>
              <a:off x="1252625" y="11555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9"/>
            <p:cNvSpPr/>
            <p:nvPr/>
          </p:nvSpPr>
          <p:spPr>
            <a:xfrm>
              <a:off x="1252625" y="13517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9"/>
            <p:cNvSpPr/>
            <p:nvPr/>
          </p:nvSpPr>
          <p:spPr>
            <a:xfrm>
              <a:off x="1252625" y="15479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9"/>
            <p:cNvSpPr/>
            <p:nvPr/>
          </p:nvSpPr>
          <p:spPr>
            <a:xfrm>
              <a:off x="1252625" y="1744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29"/>
            <p:cNvSpPr/>
            <p:nvPr/>
          </p:nvSpPr>
          <p:spPr>
            <a:xfrm>
              <a:off x="1252625" y="19403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29"/>
            <p:cNvSpPr/>
            <p:nvPr/>
          </p:nvSpPr>
          <p:spPr>
            <a:xfrm>
              <a:off x="1252625" y="21365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9"/>
            <p:cNvSpPr/>
            <p:nvPr/>
          </p:nvSpPr>
          <p:spPr>
            <a:xfrm>
              <a:off x="1252625" y="234427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6" name="Google Shape;1536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37" name="Google Shape;1537;p29"/>
          <p:cNvPicPr preferRelativeResize="0"/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29"/>
          <p:cNvSpPr/>
          <p:nvPr/>
        </p:nvSpPr>
        <p:spPr>
          <a:xfrm rot="10800000">
            <a:off x="8096120" y="-46918"/>
            <a:ext cx="1047880" cy="1428368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9" name="Google Shape;1539;p29"/>
          <p:cNvSpPr/>
          <p:nvPr/>
        </p:nvSpPr>
        <p:spPr>
          <a:xfrm>
            <a:off x="0" y="3800800"/>
            <a:ext cx="1095324" cy="1393775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0" name="Google Shape;1540;p29"/>
          <p:cNvGrpSpPr/>
          <p:nvPr/>
        </p:nvGrpSpPr>
        <p:grpSpPr>
          <a:xfrm>
            <a:off x="8454523" y="4376704"/>
            <a:ext cx="377329" cy="501517"/>
            <a:chOff x="2862525" y="4310025"/>
            <a:chExt cx="283025" cy="376175"/>
          </a:xfrm>
        </p:grpSpPr>
        <p:sp>
          <p:nvSpPr>
            <p:cNvPr id="1541" name="Google Shape;1541;p29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9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3" name="Google Shape;1543;p29"/>
          <p:cNvSpPr/>
          <p:nvPr/>
        </p:nvSpPr>
        <p:spPr>
          <a:xfrm>
            <a:off x="6954175" y="-521150"/>
            <a:ext cx="2838450" cy="1676023"/>
          </a:xfrm>
          <a:custGeom>
            <a:avLst/>
            <a:gdLst/>
            <a:ahLst/>
            <a:cxnLst/>
            <a:rect l="l" t="t" r="r" b="b"/>
            <a:pathLst>
              <a:path w="113538" h="58674" extrusionOk="0">
                <a:moveTo>
                  <a:pt x="0" y="0"/>
                </a:moveTo>
                <a:cubicBezTo>
                  <a:pt x="0" y="16884"/>
                  <a:pt x="18680" y="34101"/>
                  <a:pt x="35433" y="36195"/>
                </a:cubicBezTo>
                <a:cubicBezTo>
                  <a:pt x="52966" y="38387"/>
                  <a:pt x="71115" y="30207"/>
                  <a:pt x="88392" y="33909"/>
                </a:cubicBezTo>
                <a:cubicBezTo>
                  <a:pt x="94668" y="35254"/>
                  <a:pt x="101243" y="37901"/>
                  <a:pt x="105537" y="42672"/>
                </a:cubicBezTo>
                <a:cubicBezTo>
                  <a:pt x="109526" y="47105"/>
                  <a:pt x="110871" y="53340"/>
                  <a:pt x="113538" y="58674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544" name="Google Shape;1544;p29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-1015818" flipH="1">
            <a:off x="351441" y="385553"/>
            <a:ext cx="477366" cy="616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29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722212">
            <a:off x="888105" y="401261"/>
            <a:ext cx="222966" cy="287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0"/>
          <p:cNvGrpSpPr/>
          <p:nvPr/>
        </p:nvGrpSpPr>
        <p:grpSpPr>
          <a:xfrm>
            <a:off x="-255629" y="102331"/>
            <a:ext cx="9655520" cy="4938839"/>
            <a:chOff x="1252625" y="238125"/>
            <a:chExt cx="4632500" cy="2242175"/>
          </a:xfrm>
        </p:grpSpPr>
        <p:sp>
          <p:nvSpPr>
            <p:cNvPr id="1548" name="Google Shape;1548;p30"/>
            <p:cNvSpPr/>
            <p:nvPr/>
          </p:nvSpPr>
          <p:spPr>
            <a:xfrm>
              <a:off x="1375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0"/>
            <p:cNvSpPr/>
            <p:nvPr/>
          </p:nvSpPr>
          <p:spPr>
            <a:xfrm>
              <a:off x="15749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0"/>
            <p:cNvSpPr/>
            <p:nvPr/>
          </p:nvSpPr>
          <p:spPr>
            <a:xfrm>
              <a:off x="17747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0"/>
            <p:cNvSpPr/>
            <p:nvPr/>
          </p:nvSpPr>
          <p:spPr>
            <a:xfrm>
              <a:off x="1974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0"/>
            <p:cNvSpPr/>
            <p:nvPr/>
          </p:nvSpPr>
          <p:spPr>
            <a:xfrm>
              <a:off x="21743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0"/>
            <p:cNvSpPr/>
            <p:nvPr/>
          </p:nvSpPr>
          <p:spPr>
            <a:xfrm>
              <a:off x="23741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0"/>
            <p:cNvSpPr/>
            <p:nvPr/>
          </p:nvSpPr>
          <p:spPr>
            <a:xfrm>
              <a:off x="25739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0"/>
            <p:cNvSpPr/>
            <p:nvPr/>
          </p:nvSpPr>
          <p:spPr>
            <a:xfrm>
              <a:off x="27737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0"/>
            <p:cNvSpPr/>
            <p:nvPr/>
          </p:nvSpPr>
          <p:spPr>
            <a:xfrm>
              <a:off x="29735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0"/>
            <p:cNvSpPr/>
            <p:nvPr/>
          </p:nvSpPr>
          <p:spPr>
            <a:xfrm>
              <a:off x="31734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0"/>
            <p:cNvSpPr/>
            <p:nvPr/>
          </p:nvSpPr>
          <p:spPr>
            <a:xfrm>
              <a:off x="33732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0"/>
            <p:cNvSpPr/>
            <p:nvPr/>
          </p:nvSpPr>
          <p:spPr>
            <a:xfrm>
              <a:off x="357300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0"/>
            <p:cNvSpPr/>
            <p:nvPr/>
          </p:nvSpPr>
          <p:spPr>
            <a:xfrm>
              <a:off x="37728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0"/>
            <p:cNvSpPr/>
            <p:nvPr/>
          </p:nvSpPr>
          <p:spPr>
            <a:xfrm>
              <a:off x="39726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0"/>
            <p:cNvSpPr/>
            <p:nvPr/>
          </p:nvSpPr>
          <p:spPr>
            <a:xfrm>
              <a:off x="41724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0"/>
            <p:cNvSpPr/>
            <p:nvPr/>
          </p:nvSpPr>
          <p:spPr>
            <a:xfrm>
              <a:off x="43722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0"/>
            <p:cNvSpPr/>
            <p:nvPr/>
          </p:nvSpPr>
          <p:spPr>
            <a:xfrm>
              <a:off x="457207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0"/>
            <p:cNvSpPr/>
            <p:nvPr/>
          </p:nvSpPr>
          <p:spPr>
            <a:xfrm>
              <a:off x="47719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0"/>
            <p:cNvSpPr/>
            <p:nvPr/>
          </p:nvSpPr>
          <p:spPr>
            <a:xfrm>
              <a:off x="49717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0"/>
            <p:cNvSpPr/>
            <p:nvPr/>
          </p:nvSpPr>
          <p:spPr>
            <a:xfrm>
              <a:off x="5171525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0"/>
            <p:cNvSpPr/>
            <p:nvPr/>
          </p:nvSpPr>
          <p:spPr>
            <a:xfrm>
              <a:off x="53713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0"/>
            <p:cNvSpPr/>
            <p:nvPr/>
          </p:nvSpPr>
          <p:spPr>
            <a:xfrm>
              <a:off x="55711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0" y="0"/>
                  </a:moveTo>
                  <a:lnTo>
                    <a:pt x="0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0"/>
            <p:cNvSpPr/>
            <p:nvPr/>
          </p:nvSpPr>
          <p:spPr>
            <a:xfrm>
              <a:off x="5770950" y="238125"/>
              <a:ext cx="25" cy="2242175"/>
            </a:xfrm>
            <a:custGeom>
              <a:avLst/>
              <a:gdLst/>
              <a:ahLst/>
              <a:cxnLst/>
              <a:rect l="l" t="t" r="r" b="b"/>
              <a:pathLst>
                <a:path w="1" h="89687" fill="none" extrusionOk="0">
                  <a:moveTo>
                    <a:pt x="1" y="0"/>
                  </a:moveTo>
                  <a:lnTo>
                    <a:pt x="1" y="8968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0"/>
            <p:cNvSpPr/>
            <p:nvPr/>
          </p:nvSpPr>
          <p:spPr>
            <a:xfrm>
              <a:off x="1252625" y="37075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0"/>
            <p:cNvSpPr/>
            <p:nvPr/>
          </p:nvSpPr>
          <p:spPr>
            <a:xfrm>
              <a:off x="1252625" y="5669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0"/>
            <p:cNvSpPr/>
            <p:nvPr/>
          </p:nvSpPr>
          <p:spPr>
            <a:xfrm>
              <a:off x="1252625" y="763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0"/>
            <p:cNvSpPr/>
            <p:nvPr/>
          </p:nvSpPr>
          <p:spPr>
            <a:xfrm>
              <a:off x="1252625" y="9593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0"/>
            <p:cNvSpPr/>
            <p:nvPr/>
          </p:nvSpPr>
          <p:spPr>
            <a:xfrm>
              <a:off x="1252625" y="11555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0"/>
            <p:cNvSpPr/>
            <p:nvPr/>
          </p:nvSpPr>
          <p:spPr>
            <a:xfrm>
              <a:off x="1252625" y="13517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0"/>
            <p:cNvSpPr/>
            <p:nvPr/>
          </p:nvSpPr>
          <p:spPr>
            <a:xfrm>
              <a:off x="1252625" y="15479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0"/>
            <p:cNvSpPr/>
            <p:nvPr/>
          </p:nvSpPr>
          <p:spPr>
            <a:xfrm>
              <a:off x="1252625" y="174412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0"/>
            <p:cNvSpPr/>
            <p:nvPr/>
          </p:nvSpPr>
          <p:spPr>
            <a:xfrm>
              <a:off x="1252625" y="19403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1"/>
                  </a:moveTo>
                  <a:lnTo>
                    <a:pt x="185300" y="1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0"/>
            <p:cNvSpPr/>
            <p:nvPr/>
          </p:nvSpPr>
          <p:spPr>
            <a:xfrm>
              <a:off x="1252625" y="2136500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0"/>
            <p:cNvSpPr/>
            <p:nvPr/>
          </p:nvSpPr>
          <p:spPr>
            <a:xfrm>
              <a:off x="1252625" y="2344275"/>
              <a:ext cx="4632500" cy="25"/>
            </a:xfrm>
            <a:custGeom>
              <a:avLst/>
              <a:gdLst/>
              <a:ahLst/>
              <a:cxnLst/>
              <a:rect l="l" t="t" r="r" b="b"/>
              <a:pathLst>
                <a:path w="185300" h="1" fill="none" extrusionOk="0">
                  <a:moveTo>
                    <a:pt x="0" y="0"/>
                  </a:moveTo>
                  <a:lnTo>
                    <a:pt x="18530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11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2" name="Google Shape;1582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83" name="Google Shape;1583;p30"/>
          <p:cNvPicPr preferRelativeResize="0"/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4" name="Google Shape;1584;p30"/>
          <p:cNvSpPr/>
          <p:nvPr/>
        </p:nvSpPr>
        <p:spPr>
          <a:xfrm flipH="1">
            <a:off x="7735950" y="3010750"/>
            <a:ext cx="1408051" cy="2183906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5" name="Google Shape;1585;p30"/>
          <p:cNvSpPr/>
          <p:nvPr/>
        </p:nvSpPr>
        <p:spPr>
          <a:xfrm rot="10800000" flipH="1">
            <a:off x="-1" y="-46968"/>
            <a:ext cx="1560071" cy="1945216"/>
          </a:xfrm>
          <a:custGeom>
            <a:avLst/>
            <a:gdLst/>
            <a:ahLst/>
            <a:cxnLst/>
            <a:rect l="l" t="t" r="r" b="b"/>
            <a:pathLst>
              <a:path w="44548" h="62896" extrusionOk="0">
                <a:moveTo>
                  <a:pt x="7184" y="1"/>
                </a:moveTo>
                <a:cubicBezTo>
                  <a:pt x="4690" y="1"/>
                  <a:pt x="2193" y="748"/>
                  <a:pt x="0" y="2140"/>
                </a:cubicBezTo>
                <a:lnTo>
                  <a:pt x="0" y="62895"/>
                </a:lnTo>
                <a:lnTo>
                  <a:pt x="44548" y="62895"/>
                </a:lnTo>
                <a:cubicBezTo>
                  <a:pt x="44140" y="58155"/>
                  <a:pt x="42280" y="53554"/>
                  <a:pt x="39725" y="49782"/>
                </a:cubicBezTo>
                <a:cubicBezTo>
                  <a:pt x="36312" y="44747"/>
                  <a:pt x="31752" y="40969"/>
                  <a:pt x="27172" y="37423"/>
                </a:cubicBezTo>
                <a:cubicBezTo>
                  <a:pt x="25271" y="35952"/>
                  <a:pt x="23291" y="34434"/>
                  <a:pt x="22103" y="32157"/>
                </a:cubicBezTo>
                <a:cubicBezTo>
                  <a:pt x="20269" y="28638"/>
                  <a:pt x="20730" y="24197"/>
                  <a:pt x="20552" y="20080"/>
                </a:cubicBezTo>
                <a:cubicBezTo>
                  <a:pt x="20363" y="15724"/>
                  <a:pt x="19378" y="11417"/>
                  <a:pt x="17680" y="7534"/>
                </a:cubicBezTo>
                <a:cubicBezTo>
                  <a:pt x="16867" y="5671"/>
                  <a:pt x="15864" y="3870"/>
                  <a:pt x="14455" y="2582"/>
                </a:cubicBezTo>
                <a:cubicBezTo>
                  <a:pt x="13261" y="1489"/>
                  <a:pt x="11820" y="811"/>
                  <a:pt x="10343" y="415"/>
                </a:cubicBezTo>
                <a:cubicBezTo>
                  <a:pt x="9306" y="136"/>
                  <a:pt x="8245" y="1"/>
                  <a:pt x="71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30"/>
          <p:cNvSpPr/>
          <p:nvPr/>
        </p:nvSpPr>
        <p:spPr>
          <a:xfrm rot="465538" flipH="1">
            <a:off x="-381744" y="-398154"/>
            <a:ext cx="2371918" cy="853136"/>
          </a:xfrm>
          <a:custGeom>
            <a:avLst/>
            <a:gdLst/>
            <a:ahLst/>
            <a:cxnLst/>
            <a:rect l="l" t="t" r="r" b="b"/>
            <a:pathLst>
              <a:path w="94881" h="34127" extrusionOk="0">
                <a:moveTo>
                  <a:pt x="299" y="0"/>
                </a:moveTo>
                <a:cubicBezTo>
                  <a:pt x="299" y="9275"/>
                  <a:pt x="-896" y="20744"/>
                  <a:pt x="5662" y="27302"/>
                </a:cubicBezTo>
                <a:cubicBezTo>
                  <a:pt x="15110" y="36750"/>
                  <a:pt x="32460" y="26571"/>
                  <a:pt x="45640" y="24377"/>
                </a:cubicBezTo>
                <a:cubicBezTo>
                  <a:pt x="55901" y="22669"/>
                  <a:pt x="66878" y="21876"/>
                  <a:pt x="76842" y="24864"/>
                </a:cubicBezTo>
                <a:cubicBezTo>
                  <a:pt x="83317" y="26806"/>
                  <a:pt x="88834" y="31107"/>
                  <a:pt x="94881" y="3412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587" name="Google Shape;1587;p30"/>
          <p:cNvGrpSpPr/>
          <p:nvPr/>
        </p:nvGrpSpPr>
        <p:grpSpPr>
          <a:xfrm flipH="1">
            <a:off x="330447" y="4338604"/>
            <a:ext cx="377329" cy="501517"/>
            <a:chOff x="2862525" y="4310025"/>
            <a:chExt cx="283025" cy="376175"/>
          </a:xfrm>
        </p:grpSpPr>
        <p:sp>
          <p:nvSpPr>
            <p:cNvPr id="1588" name="Google Shape;1588;p30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0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0" name="Google Shape;1590;p30"/>
          <p:cNvSpPr/>
          <p:nvPr/>
        </p:nvSpPr>
        <p:spPr>
          <a:xfrm>
            <a:off x="8364299" y="1705100"/>
            <a:ext cx="1066375" cy="3667125"/>
          </a:xfrm>
          <a:custGeom>
            <a:avLst/>
            <a:gdLst/>
            <a:ahLst/>
            <a:cxnLst/>
            <a:rect l="l" t="t" r="r" b="b"/>
            <a:pathLst>
              <a:path w="42655" h="146685" extrusionOk="0">
                <a:moveTo>
                  <a:pt x="42655" y="0"/>
                </a:moveTo>
                <a:cubicBezTo>
                  <a:pt x="33771" y="3417"/>
                  <a:pt x="24539" y="7696"/>
                  <a:pt x="18271" y="14859"/>
                </a:cubicBezTo>
                <a:cubicBezTo>
                  <a:pt x="5045" y="29974"/>
                  <a:pt x="-1634" y="52405"/>
                  <a:pt x="364" y="72390"/>
                </a:cubicBezTo>
                <a:cubicBezTo>
                  <a:pt x="2914" y="97893"/>
                  <a:pt x="20176" y="121055"/>
                  <a:pt x="20176" y="14668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591" name="Google Shape;1591;p30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1015818">
            <a:off x="8305449" y="347453"/>
            <a:ext cx="477366" cy="616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2" name="Google Shape;1592;p30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-722212" flipH="1">
            <a:off x="8023185" y="363161"/>
            <a:ext cx="222966" cy="287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hrikhand"/>
              <a:buNone/>
              <a:defRPr sz="35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9273"/>
            <a:ext cx="7713900" cy="3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anrope Medium"/>
              <a:buChar char="●"/>
              <a:defRPr>
                <a:solidFill>
                  <a:schemeClr val="accent4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anrope Medium"/>
              <a:buChar char="○"/>
              <a:defRPr>
                <a:solidFill>
                  <a:schemeClr val="accent4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anrope Medium"/>
              <a:buChar char="■"/>
              <a:defRPr>
                <a:solidFill>
                  <a:schemeClr val="accent4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anrope Medium"/>
              <a:buChar char="●"/>
              <a:defRPr>
                <a:solidFill>
                  <a:schemeClr val="accent4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anrope Medium"/>
              <a:buChar char="○"/>
              <a:defRPr>
                <a:solidFill>
                  <a:schemeClr val="accent4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anrope Medium"/>
              <a:buChar char="■"/>
              <a:defRPr>
                <a:solidFill>
                  <a:schemeClr val="accent4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anrope Medium"/>
              <a:buChar char="●"/>
              <a:defRPr>
                <a:solidFill>
                  <a:schemeClr val="accent4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anrope Medium"/>
              <a:buChar char="○"/>
              <a:defRPr>
                <a:solidFill>
                  <a:schemeClr val="accent4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Manrope Medium"/>
              <a:buChar char="■"/>
              <a:defRPr>
                <a:solidFill>
                  <a:schemeClr val="accent4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9" r:id="rId12"/>
    <p:sldLayoutId id="2147483670" r:id="rId13"/>
    <p:sldLayoutId id="2147483672" r:id="rId14"/>
    <p:sldLayoutId id="2147483674" r:id="rId15"/>
    <p:sldLayoutId id="2147483675" r:id="rId16"/>
    <p:sldLayoutId id="2147483676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3" name="Google Shape;1603;p34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722158">
            <a:off x="7724875" y="1199524"/>
            <a:ext cx="377324" cy="4869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4" name="Google Shape;1604;p34"/>
          <p:cNvGrpSpPr/>
          <p:nvPr/>
        </p:nvGrpSpPr>
        <p:grpSpPr>
          <a:xfrm rot="610296">
            <a:off x="7630228" y="3029939"/>
            <a:ext cx="1034845" cy="903489"/>
            <a:chOff x="4924988" y="2972675"/>
            <a:chExt cx="1034827" cy="903474"/>
          </a:xfrm>
        </p:grpSpPr>
        <p:sp>
          <p:nvSpPr>
            <p:cNvPr id="1605" name="Google Shape;1605;p34"/>
            <p:cNvSpPr/>
            <p:nvPr/>
          </p:nvSpPr>
          <p:spPr>
            <a:xfrm>
              <a:off x="4936301" y="2983811"/>
              <a:ext cx="1012201" cy="881202"/>
            </a:xfrm>
            <a:custGeom>
              <a:avLst/>
              <a:gdLst/>
              <a:ahLst/>
              <a:cxnLst/>
              <a:rect l="l" t="t" r="r" b="b"/>
              <a:pathLst>
                <a:path w="27971" h="24351" extrusionOk="0">
                  <a:moveTo>
                    <a:pt x="10430" y="1"/>
                  </a:moveTo>
                  <a:cubicBezTo>
                    <a:pt x="10345" y="1"/>
                    <a:pt x="10261" y="7"/>
                    <a:pt x="10176" y="22"/>
                  </a:cubicBezTo>
                  <a:cubicBezTo>
                    <a:pt x="10093" y="10"/>
                    <a:pt x="10011" y="5"/>
                    <a:pt x="9931" y="5"/>
                  </a:cubicBezTo>
                  <a:cubicBezTo>
                    <a:pt x="9621" y="5"/>
                    <a:pt x="9322" y="82"/>
                    <a:pt x="9024" y="171"/>
                  </a:cubicBezTo>
                  <a:cubicBezTo>
                    <a:pt x="8910" y="203"/>
                    <a:pt x="8792" y="226"/>
                    <a:pt x="8683" y="269"/>
                  </a:cubicBezTo>
                  <a:cubicBezTo>
                    <a:pt x="8169" y="468"/>
                    <a:pt x="7666" y="697"/>
                    <a:pt x="7231" y="1036"/>
                  </a:cubicBezTo>
                  <a:cubicBezTo>
                    <a:pt x="6769" y="1395"/>
                    <a:pt x="6339" y="1793"/>
                    <a:pt x="5895" y="2174"/>
                  </a:cubicBezTo>
                  <a:cubicBezTo>
                    <a:pt x="5835" y="2272"/>
                    <a:pt x="5695" y="2304"/>
                    <a:pt x="5680" y="2439"/>
                  </a:cubicBezTo>
                  <a:cubicBezTo>
                    <a:pt x="5425" y="2830"/>
                    <a:pt x="5110" y="3180"/>
                    <a:pt x="4891" y="3595"/>
                  </a:cubicBezTo>
                  <a:cubicBezTo>
                    <a:pt x="4751" y="3792"/>
                    <a:pt x="4588" y="3975"/>
                    <a:pt x="4505" y="4207"/>
                  </a:cubicBezTo>
                  <a:cubicBezTo>
                    <a:pt x="4349" y="4404"/>
                    <a:pt x="4341" y="4666"/>
                    <a:pt x="4215" y="4877"/>
                  </a:cubicBezTo>
                  <a:cubicBezTo>
                    <a:pt x="4154" y="5195"/>
                    <a:pt x="3905" y="5437"/>
                    <a:pt x="3861" y="5761"/>
                  </a:cubicBezTo>
                  <a:lnTo>
                    <a:pt x="3269" y="7023"/>
                  </a:lnTo>
                  <a:cubicBezTo>
                    <a:pt x="3217" y="7121"/>
                    <a:pt x="3165" y="7219"/>
                    <a:pt x="3113" y="7317"/>
                  </a:cubicBezTo>
                  <a:cubicBezTo>
                    <a:pt x="2983" y="7522"/>
                    <a:pt x="2855" y="7727"/>
                    <a:pt x="2726" y="7931"/>
                  </a:cubicBezTo>
                  <a:cubicBezTo>
                    <a:pt x="2712" y="7946"/>
                    <a:pt x="2701" y="7959"/>
                    <a:pt x="2690" y="7975"/>
                  </a:cubicBezTo>
                  <a:lnTo>
                    <a:pt x="2228" y="8487"/>
                  </a:lnTo>
                  <a:cubicBezTo>
                    <a:pt x="2069" y="8676"/>
                    <a:pt x="1906" y="8861"/>
                    <a:pt x="1753" y="9056"/>
                  </a:cubicBezTo>
                  <a:cubicBezTo>
                    <a:pt x="1302" y="9632"/>
                    <a:pt x="797" y="10148"/>
                    <a:pt x="177" y="10545"/>
                  </a:cubicBezTo>
                  <a:cubicBezTo>
                    <a:pt x="127" y="10577"/>
                    <a:pt x="1" y="10613"/>
                    <a:pt x="87" y="10699"/>
                  </a:cubicBezTo>
                  <a:cubicBezTo>
                    <a:pt x="282" y="10896"/>
                    <a:pt x="378" y="11167"/>
                    <a:pt x="594" y="11345"/>
                  </a:cubicBezTo>
                  <a:cubicBezTo>
                    <a:pt x="790" y="11760"/>
                    <a:pt x="967" y="12186"/>
                    <a:pt x="1286" y="12530"/>
                  </a:cubicBezTo>
                  <a:cubicBezTo>
                    <a:pt x="1432" y="12841"/>
                    <a:pt x="1630" y="13118"/>
                    <a:pt x="1840" y="13389"/>
                  </a:cubicBezTo>
                  <a:cubicBezTo>
                    <a:pt x="1936" y="13636"/>
                    <a:pt x="2048" y="13879"/>
                    <a:pt x="2124" y="14131"/>
                  </a:cubicBezTo>
                  <a:cubicBezTo>
                    <a:pt x="2218" y="14447"/>
                    <a:pt x="2453" y="14682"/>
                    <a:pt x="2566" y="14986"/>
                  </a:cubicBezTo>
                  <a:cubicBezTo>
                    <a:pt x="2748" y="15477"/>
                    <a:pt x="3020" y="15923"/>
                    <a:pt x="3293" y="16366"/>
                  </a:cubicBezTo>
                  <a:cubicBezTo>
                    <a:pt x="3645" y="17222"/>
                    <a:pt x="4119" y="18006"/>
                    <a:pt x="4682" y="18737"/>
                  </a:cubicBezTo>
                  <a:cubicBezTo>
                    <a:pt x="4833" y="19090"/>
                    <a:pt x="5086" y="19370"/>
                    <a:pt x="5334" y="19652"/>
                  </a:cubicBezTo>
                  <a:cubicBezTo>
                    <a:pt x="5336" y="19720"/>
                    <a:pt x="5368" y="19766"/>
                    <a:pt x="5411" y="19818"/>
                  </a:cubicBezTo>
                  <a:cubicBezTo>
                    <a:pt x="5675" y="20138"/>
                    <a:pt x="5930" y="20463"/>
                    <a:pt x="6188" y="20788"/>
                  </a:cubicBezTo>
                  <a:cubicBezTo>
                    <a:pt x="6451" y="21040"/>
                    <a:pt x="6674" y="21334"/>
                    <a:pt x="6995" y="21523"/>
                  </a:cubicBezTo>
                  <a:cubicBezTo>
                    <a:pt x="7012" y="21532"/>
                    <a:pt x="7029" y="21541"/>
                    <a:pt x="7046" y="21550"/>
                  </a:cubicBezTo>
                  <a:cubicBezTo>
                    <a:pt x="7174" y="21663"/>
                    <a:pt x="7276" y="21807"/>
                    <a:pt x="7436" y="21883"/>
                  </a:cubicBezTo>
                  <a:cubicBezTo>
                    <a:pt x="7887" y="22316"/>
                    <a:pt x="8372" y="22700"/>
                    <a:pt x="8956" y="22940"/>
                  </a:cubicBezTo>
                  <a:cubicBezTo>
                    <a:pt x="9052" y="22994"/>
                    <a:pt x="9143" y="23063"/>
                    <a:pt x="9245" y="23099"/>
                  </a:cubicBezTo>
                  <a:cubicBezTo>
                    <a:pt x="9691" y="23258"/>
                    <a:pt x="10134" y="23422"/>
                    <a:pt x="10575" y="23595"/>
                  </a:cubicBezTo>
                  <a:cubicBezTo>
                    <a:pt x="10976" y="23752"/>
                    <a:pt x="11376" y="23934"/>
                    <a:pt x="11818" y="23965"/>
                  </a:cubicBezTo>
                  <a:cubicBezTo>
                    <a:pt x="11999" y="24027"/>
                    <a:pt x="12184" y="24073"/>
                    <a:pt x="12375" y="24073"/>
                  </a:cubicBezTo>
                  <a:cubicBezTo>
                    <a:pt x="12421" y="24073"/>
                    <a:pt x="12468" y="24070"/>
                    <a:pt x="12515" y="24064"/>
                  </a:cubicBezTo>
                  <a:cubicBezTo>
                    <a:pt x="13108" y="24187"/>
                    <a:pt x="13695" y="24350"/>
                    <a:pt x="14305" y="24350"/>
                  </a:cubicBezTo>
                  <a:cubicBezTo>
                    <a:pt x="14319" y="24350"/>
                    <a:pt x="14333" y="24350"/>
                    <a:pt x="14347" y="24350"/>
                  </a:cubicBezTo>
                  <a:cubicBezTo>
                    <a:pt x="14563" y="24347"/>
                    <a:pt x="14783" y="24293"/>
                    <a:pt x="14995" y="24293"/>
                  </a:cubicBezTo>
                  <a:cubicBezTo>
                    <a:pt x="15003" y="24293"/>
                    <a:pt x="15011" y="24293"/>
                    <a:pt x="15019" y="24293"/>
                  </a:cubicBezTo>
                  <a:cubicBezTo>
                    <a:pt x="15045" y="24294"/>
                    <a:pt x="15070" y="24294"/>
                    <a:pt x="15095" y="24294"/>
                  </a:cubicBezTo>
                  <a:cubicBezTo>
                    <a:pt x="15933" y="24294"/>
                    <a:pt x="16710" y="24014"/>
                    <a:pt x="17507" y="23821"/>
                  </a:cubicBezTo>
                  <a:cubicBezTo>
                    <a:pt x="17583" y="23798"/>
                    <a:pt x="17658" y="23776"/>
                    <a:pt x="17733" y="23752"/>
                  </a:cubicBezTo>
                  <a:cubicBezTo>
                    <a:pt x="18328" y="23512"/>
                    <a:pt x="18895" y="23217"/>
                    <a:pt x="19457" y="22911"/>
                  </a:cubicBezTo>
                  <a:cubicBezTo>
                    <a:pt x="19876" y="22684"/>
                    <a:pt x="20287" y="22443"/>
                    <a:pt x="20657" y="22145"/>
                  </a:cubicBezTo>
                  <a:cubicBezTo>
                    <a:pt x="21360" y="21580"/>
                    <a:pt x="22036" y="20990"/>
                    <a:pt x="22621" y="20293"/>
                  </a:cubicBezTo>
                  <a:cubicBezTo>
                    <a:pt x="23134" y="19682"/>
                    <a:pt x="23595" y="19047"/>
                    <a:pt x="23987" y="18354"/>
                  </a:cubicBezTo>
                  <a:cubicBezTo>
                    <a:pt x="24496" y="17455"/>
                    <a:pt x="24813" y="16479"/>
                    <a:pt x="25163" y="15515"/>
                  </a:cubicBezTo>
                  <a:cubicBezTo>
                    <a:pt x="25301" y="15076"/>
                    <a:pt x="25520" y="14670"/>
                    <a:pt x="25697" y="14248"/>
                  </a:cubicBezTo>
                  <a:cubicBezTo>
                    <a:pt x="25909" y="13742"/>
                    <a:pt x="26167" y="13279"/>
                    <a:pt x="26499" y="12843"/>
                  </a:cubicBezTo>
                  <a:cubicBezTo>
                    <a:pt x="26699" y="12578"/>
                    <a:pt x="27028" y="12469"/>
                    <a:pt x="27194" y="12182"/>
                  </a:cubicBezTo>
                  <a:cubicBezTo>
                    <a:pt x="27385" y="12074"/>
                    <a:pt x="27573" y="11962"/>
                    <a:pt x="27768" y="11860"/>
                  </a:cubicBezTo>
                  <a:cubicBezTo>
                    <a:pt x="27956" y="11760"/>
                    <a:pt x="27971" y="11635"/>
                    <a:pt x="27777" y="11517"/>
                  </a:cubicBezTo>
                  <a:lnTo>
                    <a:pt x="27777" y="11517"/>
                  </a:lnTo>
                  <a:lnTo>
                    <a:pt x="27777" y="11518"/>
                  </a:lnTo>
                  <a:cubicBezTo>
                    <a:pt x="27220" y="11179"/>
                    <a:pt x="26770" y="10735"/>
                    <a:pt x="26407" y="10198"/>
                  </a:cubicBezTo>
                  <a:cubicBezTo>
                    <a:pt x="26387" y="10162"/>
                    <a:pt x="26366" y="10126"/>
                    <a:pt x="26345" y="10090"/>
                  </a:cubicBezTo>
                  <a:cubicBezTo>
                    <a:pt x="26168" y="9794"/>
                    <a:pt x="26114" y="9434"/>
                    <a:pt x="25884" y="9163"/>
                  </a:cubicBezTo>
                  <a:cubicBezTo>
                    <a:pt x="25863" y="9128"/>
                    <a:pt x="25842" y="9092"/>
                    <a:pt x="25821" y="9057"/>
                  </a:cubicBezTo>
                  <a:cubicBezTo>
                    <a:pt x="25818" y="9054"/>
                    <a:pt x="25816" y="9050"/>
                    <a:pt x="25814" y="9047"/>
                  </a:cubicBezTo>
                  <a:cubicBezTo>
                    <a:pt x="25694" y="8869"/>
                    <a:pt x="25657" y="8642"/>
                    <a:pt x="25483" y="8498"/>
                  </a:cubicBezTo>
                  <a:cubicBezTo>
                    <a:pt x="25289" y="7893"/>
                    <a:pt x="24955" y="7350"/>
                    <a:pt x="24707" y="6769"/>
                  </a:cubicBezTo>
                  <a:cubicBezTo>
                    <a:pt x="24282" y="5772"/>
                    <a:pt x="23713" y="4845"/>
                    <a:pt x="23211" y="3885"/>
                  </a:cubicBezTo>
                  <a:cubicBezTo>
                    <a:pt x="23048" y="3575"/>
                    <a:pt x="22830" y="3303"/>
                    <a:pt x="22624" y="3021"/>
                  </a:cubicBezTo>
                  <a:cubicBezTo>
                    <a:pt x="22257" y="2518"/>
                    <a:pt x="21883" y="2021"/>
                    <a:pt x="21427" y="1592"/>
                  </a:cubicBezTo>
                  <a:cubicBezTo>
                    <a:pt x="20835" y="1037"/>
                    <a:pt x="20157" y="606"/>
                    <a:pt x="19380" y="367"/>
                  </a:cubicBezTo>
                  <a:cubicBezTo>
                    <a:pt x="19033" y="261"/>
                    <a:pt x="18677" y="219"/>
                    <a:pt x="18317" y="219"/>
                  </a:cubicBezTo>
                  <a:cubicBezTo>
                    <a:pt x="18088" y="219"/>
                    <a:pt x="17858" y="236"/>
                    <a:pt x="17629" y="264"/>
                  </a:cubicBezTo>
                  <a:cubicBezTo>
                    <a:pt x="17045" y="337"/>
                    <a:pt x="16523" y="604"/>
                    <a:pt x="15989" y="828"/>
                  </a:cubicBezTo>
                  <a:cubicBezTo>
                    <a:pt x="15597" y="972"/>
                    <a:pt x="15261" y="1202"/>
                    <a:pt x="14958" y="1485"/>
                  </a:cubicBezTo>
                  <a:cubicBezTo>
                    <a:pt x="14946" y="1498"/>
                    <a:pt x="14935" y="1512"/>
                    <a:pt x="14925" y="1526"/>
                  </a:cubicBezTo>
                  <a:cubicBezTo>
                    <a:pt x="14720" y="1596"/>
                    <a:pt x="14607" y="1773"/>
                    <a:pt x="14465" y="1917"/>
                  </a:cubicBezTo>
                  <a:cubicBezTo>
                    <a:pt x="13974" y="1322"/>
                    <a:pt x="13446" y="772"/>
                    <a:pt x="12732" y="441"/>
                  </a:cubicBezTo>
                  <a:cubicBezTo>
                    <a:pt x="12197" y="263"/>
                    <a:pt x="11656" y="117"/>
                    <a:pt x="11094" y="68"/>
                  </a:cubicBezTo>
                  <a:cubicBezTo>
                    <a:pt x="10873" y="43"/>
                    <a:pt x="10652" y="1"/>
                    <a:pt x="10430" y="1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06" name="Google Shape;1606;p34"/>
            <p:cNvPicPr preferRelativeResize="0"/>
            <p:nvPr/>
          </p:nvPicPr>
          <p:blipFill rotWithShape="1">
            <a:blip r:embed="rId4">
              <a:alphaModFix/>
            </a:blip>
            <a:srcRect l="30352" t="23481" r="33882" b="21005"/>
            <a:stretch/>
          </p:blipFill>
          <p:spPr>
            <a:xfrm>
              <a:off x="4924988" y="2972675"/>
              <a:ext cx="1034827" cy="90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7" name="Google Shape;1607;p34"/>
          <p:cNvGrpSpPr/>
          <p:nvPr/>
        </p:nvGrpSpPr>
        <p:grpSpPr>
          <a:xfrm rot="-1254205">
            <a:off x="531305" y="839499"/>
            <a:ext cx="1165399" cy="743388"/>
            <a:chOff x="2407625" y="3052725"/>
            <a:chExt cx="1165378" cy="743375"/>
          </a:xfrm>
        </p:grpSpPr>
        <p:sp>
          <p:nvSpPr>
            <p:cNvPr id="1608" name="Google Shape;1608;p34"/>
            <p:cNvSpPr/>
            <p:nvPr/>
          </p:nvSpPr>
          <p:spPr>
            <a:xfrm>
              <a:off x="2421395" y="3064366"/>
              <a:ext cx="1137825" cy="720074"/>
            </a:xfrm>
            <a:custGeom>
              <a:avLst/>
              <a:gdLst/>
              <a:ahLst/>
              <a:cxnLst/>
              <a:rect l="l" t="t" r="r" b="b"/>
              <a:pathLst>
                <a:path w="33180" h="20998" extrusionOk="0">
                  <a:moveTo>
                    <a:pt x="22274" y="0"/>
                  </a:moveTo>
                  <a:cubicBezTo>
                    <a:pt x="21759" y="0"/>
                    <a:pt x="21254" y="92"/>
                    <a:pt x="20742" y="240"/>
                  </a:cubicBezTo>
                  <a:cubicBezTo>
                    <a:pt x="20646" y="334"/>
                    <a:pt x="20497" y="319"/>
                    <a:pt x="20396" y="404"/>
                  </a:cubicBezTo>
                  <a:cubicBezTo>
                    <a:pt x="20302" y="469"/>
                    <a:pt x="20164" y="451"/>
                    <a:pt x="20100" y="568"/>
                  </a:cubicBezTo>
                  <a:cubicBezTo>
                    <a:pt x="19864" y="671"/>
                    <a:pt x="19638" y="793"/>
                    <a:pt x="19438" y="958"/>
                  </a:cubicBezTo>
                  <a:cubicBezTo>
                    <a:pt x="19231" y="1027"/>
                    <a:pt x="19061" y="1156"/>
                    <a:pt x="18899" y="1296"/>
                  </a:cubicBezTo>
                  <a:cubicBezTo>
                    <a:pt x="18339" y="1695"/>
                    <a:pt x="17730" y="2005"/>
                    <a:pt x="17094" y="2260"/>
                  </a:cubicBezTo>
                  <a:cubicBezTo>
                    <a:pt x="16960" y="2267"/>
                    <a:pt x="16826" y="2274"/>
                    <a:pt x="16693" y="2274"/>
                  </a:cubicBezTo>
                  <a:cubicBezTo>
                    <a:pt x="16368" y="2274"/>
                    <a:pt x="16052" y="2231"/>
                    <a:pt x="15765" y="2026"/>
                  </a:cubicBezTo>
                  <a:cubicBezTo>
                    <a:pt x="15696" y="1985"/>
                    <a:pt x="15627" y="1945"/>
                    <a:pt x="15559" y="1904"/>
                  </a:cubicBezTo>
                  <a:cubicBezTo>
                    <a:pt x="15427" y="1817"/>
                    <a:pt x="15295" y="1730"/>
                    <a:pt x="15164" y="1643"/>
                  </a:cubicBezTo>
                  <a:cubicBezTo>
                    <a:pt x="15152" y="1605"/>
                    <a:pt x="15132" y="1575"/>
                    <a:pt x="15090" y="1566"/>
                  </a:cubicBezTo>
                  <a:cubicBezTo>
                    <a:pt x="14889" y="1322"/>
                    <a:pt x="14593" y="1197"/>
                    <a:pt x="14364" y="987"/>
                  </a:cubicBezTo>
                  <a:cubicBezTo>
                    <a:pt x="14256" y="887"/>
                    <a:pt x="14151" y="781"/>
                    <a:pt x="13995" y="756"/>
                  </a:cubicBezTo>
                  <a:cubicBezTo>
                    <a:pt x="13831" y="635"/>
                    <a:pt x="13669" y="510"/>
                    <a:pt x="13452" y="500"/>
                  </a:cubicBezTo>
                  <a:cubicBezTo>
                    <a:pt x="13226" y="376"/>
                    <a:pt x="13002" y="244"/>
                    <a:pt x="12739" y="215"/>
                  </a:cubicBezTo>
                  <a:cubicBezTo>
                    <a:pt x="12469" y="135"/>
                    <a:pt x="12199" y="101"/>
                    <a:pt x="11928" y="101"/>
                  </a:cubicBezTo>
                  <a:cubicBezTo>
                    <a:pt x="11702" y="101"/>
                    <a:pt x="11475" y="125"/>
                    <a:pt x="11244" y="165"/>
                  </a:cubicBezTo>
                  <a:cubicBezTo>
                    <a:pt x="10806" y="242"/>
                    <a:pt x="10400" y="371"/>
                    <a:pt x="10018" y="589"/>
                  </a:cubicBezTo>
                  <a:cubicBezTo>
                    <a:pt x="9572" y="805"/>
                    <a:pt x="9162" y="1074"/>
                    <a:pt x="8815" y="1431"/>
                  </a:cubicBezTo>
                  <a:cubicBezTo>
                    <a:pt x="8743" y="1535"/>
                    <a:pt x="8671" y="1635"/>
                    <a:pt x="8571" y="1722"/>
                  </a:cubicBezTo>
                  <a:cubicBezTo>
                    <a:pt x="8492" y="1792"/>
                    <a:pt x="8380" y="1856"/>
                    <a:pt x="8359" y="1983"/>
                  </a:cubicBezTo>
                  <a:cubicBezTo>
                    <a:pt x="8345" y="1990"/>
                    <a:pt x="8330" y="1998"/>
                    <a:pt x="8317" y="2006"/>
                  </a:cubicBezTo>
                  <a:cubicBezTo>
                    <a:pt x="7900" y="2224"/>
                    <a:pt x="7609" y="2581"/>
                    <a:pt x="7316" y="2931"/>
                  </a:cubicBezTo>
                  <a:cubicBezTo>
                    <a:pt x="7165" y="3112"/>
                    <a:pt x="7007" y="3282"/>
                    <a:pt x="6827" y="3434"/>
                  </a:cubicBezTo>
                  <a:cubicBezTo>
                    <a:pt x="6633" y="3600"/>
                    <a:pt x="6421" y="3749"/>
                    <a:pt x="6255" y="3946"/>
                  </a:cubicBezTo>
                  <a:cubicBezTo>
                    <a:pt x="6229" y="3962"/>
                    <a:pt x="6200" y="3976"/>
                    <a:pt x="6178" y="3997"/>
                  </a:cubicBezTo>
                  <a:cubicBezTo>
                    <a:pt x="5873" y="4273"/>
                    <a:pt x="5583" y="4566"/>
                    <a:pt x="5265" y="4824"/>
                  </a:cubicBezTo>
                  <a:cubicBezTo>
                    <a:pt x="4790" y="5208"/>
                    <a:pt x="4296" y="5569"/>
                    <a:pt x="3811" y="5939"/>
                  </a:cubicBezTo>
                  <a:cubicBezTo>
                    <a:pt x="3628" y="6085"/>
                    <a:pt x="3442" y="6224"/>
                    <a:pt x="3241" y="6345"/>
                  </a:cubicBezTo>
                  <a:cubicBezTo>
                    <a:pt x="2898" y="6553"/>
                    <a:pt x="2566" y="6779"/>
                    <a:pt x="2228" y="6997"/>
                  </a:cubicBezTo>
                  <a:cubicBezTo>
                    <a:pt x="2143" y="7030"/>
                    <a:pt x="2056" y="7063"/>
                    <a:pt x="1971" y="7096"/>
                  </a:cubicBezTo>
                  <a:cubicBezTo>
                    <a:pt x="1956" y="7131"/>
                    <a:pt x="1906" y="7133"/>
                    <a:pt x="1895" y="7172"/>
                  </a:cubicBezTo>
                  <a:cubicBezTo>
                    <a:pt x="1894" y="7168"/>
                    <a:pt x="1892" y="7165"/>
                    <a:pt x="1890" y="7161"/>
                  </a:cubicBezTo>
                  <a:cubicBezTo>
                    <a:pt x="1841" y="7163"/>
                    <a:pt x="1796" y="7177"/>
                    <a:pt x="1760" y="7213"/>
                  </a:cubicBezTo>
                  <a:cubicBezTo>
                    <a:pt x="1456" y="7330"/>
                    <a:pt x="1181" y="7504"/>
                    <a:pt x="846" y="7568"/>
                  </a:cubicBezTo>
                  <a:cubicBezTo>
                    <a:pt x="600" y="7614"/>
                    <a:pt x="347" y="7756"/>
                    <a:pt x="164" y="7955"/>
                  </a:cubicBezTo>
                  <a:cubicBezTo>
                    <a:pt x="47" y="8084"/>
                    <a:pt x="115" y="8267"/>
                    <a:pt x="103" y="8426"/>
                  </a:cubicBezTo>
                  <a:cubicBezTo>
                    <a:pt x="109" y="8458"/>
                    <a:pt x="115" y="8489"/>
                    <a:pt x="121" y="8521"/>
                  </a:cubicBezTo>
                  <a:cubicBezTo>
                    <a:pt x="0" y="8955"/>
                    <a:pt x="124" y="9370"/>
                    <a:pt x="217" y="9787"/>
                  </a:cubicBezTo>
                  <a:cubicBezTo>
                    <a:pt x="201" y="9871"/>
                    <a:pt x="284" y="9937"/>
                    <a:pt x="259" y="10024"/>
                  </a:cubicBezTo>
                  <a:lnTo>
                    <a:pt x="317" y="10203"/>
                  </a:lnTo>
                  <a:cubicBezTo>
                    <a:pt x="330" y="10351"/>
                    <a:pt x="408" y="10480"/>
                    <a:pt x="448" y="10619"/>
                  </a:cubicBezTo>
                  <a:cubicBezTo>
                    <a:pt x="451" y="10626"/>
                    <a:pt x="453" y="10631"/>
                    <a:pt x="455" y="10637"/>
                  </a:cubicBezTo>
                  <a:cubicBezTo>
                    <a:pt x="445" y="10639"/>
                    <a:pt x="441" y="10648"/>
                    <a:pt x="441" y="10663"/>
                  </a:cubicBezTo>
                  <a:lnTo>
                    <a:pt x="741" y="11495"/>
                  </a:lnTo>
                  <a:cubicBezTo>
                    <a:pt x="810" y="11550"/>
                    <a:pt x="794" y="11652"/>
                    <a:pt x="857" y="11710"/>
                  </a:cubicBezTo>
                  <a:cubicBezTo>
                    <a:pt x="881" y="11767"/>
                    <a:pt x="906" y="11824"/>
                    <a:pt x="929" y="11882"/>
                  </a:cubicBezTo>
                  <a:cubicBezTo>
                    <a:pt x="1002" y="11934"/>
                    <a:pt x="980" y="12040"/>
                    <a:pt x="1049" y="12094"/>
                  </a:cubicBezTo>
                  <a:cubicBezTo>
                    <a:pt x="1077" y="12136"/>
                    <a:pt x="1086" y="12195"/>
                    <a:pt x="1147" y="12210"/>
                  </a:cubicBezTo>
                  <a:cubicBezTo>
                    <a:pt x="1142" y="12263"/>
                    <a:pt x="1116" y="12323"/>
                    <a:pt x="1161" y="12368"/>
                  </a:cubicBezTo>
                  <a:cubicBezTo>
                    <a:pt x="1313" y="12514"/>
                    <a:pt x="1359" y="12729"/>
                    <a:pt x="1503" y="12879"/>
                  </a:cubicBezTo>
                  <a:cubicBezTo>
                    <a:pt x="1714" y="13257"/>
                    <a:pt x="1994" y="13584"/>
                    <a:pt x="2271" y="13914"/>
                  </a:cubicBezTo>
                  <a:cubicBezTo>
                    <a:pt x="2772" y="14640"/>
                    <a:pt x="3390" y="15265"/>
                    <a:pt x="3993" y="15902"/>
                  </a:cubicBezTo>
                  <a:cubicBezTo>
                    <a:pt x="4146" y="16093"/>
                    <a:pt x="4363" y="16205"/>
                    <a:pt x="4546" y="16358"/>
                  </a:cubicBezTo>
                  <a:lnTo>
                    <a:pt x="4548" y="16357"/>
                  </a:lnTo>
                  <a:lnTo>
                    <a:pt x="4548" y="16357"/>
                  </a:lnTo>
                  <a:cubicBezTo>
                    <a:pt x="4547" y="16357"/>
                    <a:pt x="4547" y="16358"/>
                    <a:pt x="4546" y="16358"/>
                  </a:cubicBezTo>
                  <a:cubicBezTo>
                    <a:pt x="4772" y="16614"/>
                    <a:pt x="5060" y="16801"/>
                    <a:pt x="5303" y="17035"/>
                  </a:cubicBezTo>
                  <a:cubicBezTo>
                    <a:pt x="5987" y="17698"/>
                    <a:pt x="6734" y="18276"/>
                    <a:pt x="7571" y="18734"/>
                  </a:cubicBezTo>
                  <a:cubicBezTo>
                    <a:pt x="8050" y="18995"/>
                    <a:pt x="8488" y="19321"/>
                    <a:pt x="8990" y="19552"/>
                  </a:cubicBezTo>
                  <a:cubicBezTo>
                    <a:pt x="9445" y="19762"/>
                    <a:pt x="9876" y="20018"/>
                    <a:pt x="10372" y="20127"/>
                  </a:cubicBezTo>
                  <a:cubicBezTo>
                    <a:pt x="10901" y="20328"/>
                    <a:pt x="11450" y="20458"/>
                    <a:pt x="11997" y="20598"/>
                  </a:cubicBezTo>
                  <a:cubicBezTo>
                    <a:pt x="12331" y="20674"/>
                    <a:pt x="12662" y="20772"/>
                    <a:pt x="13000" y="20821"/>
                  </a:cubicBezTo>
                  <a:cubicBezTo>
                    <a:pt x="13616" y="20914"/>
                    <a:pt x="14239" y="20934"/>
                    <a:pt x="14861" y="20964"/>
                  </a:cubicBezTo>
                  <a:cubicBezTo>
                    <a:pt x="15209" y="20981"/>
                    <a:pt x="15559" y="20998"/>
                    <a:pt x="15908" y="20998"/>
                  </a:cubicBezTo>
                  <a:cubicBezTo>
                    <a:pt x="16172" y="20998"/>
                    <a:pt x="16435" y="20988"/>
                    <a:pt x="16699" y="20961"/>
                  </a:cubicBezTo>
                  <a:cubicBezTo>
                    <a:pt x="16810" y="20980"/>
                    <a:pt x="16921" y="20987"/>
                    <a:pt x="17032" y="20987"/>
                  </a:cubicBezTo>
                  <a:cubicBezTo>
                    <a:pt x="17205" y="20987"/>
                    <a:pt x="17377" y="20970"/>
                    <a:pt x="17550" y="20960"/>
                  </a:cubicBezTo>
                  <a:cubicBezTo>
                    <a:pt x="17614" y="20953"/>
                    <a:pt x="17678" y="20946"/>
                    <a:pt x="17743" y="20940"/>
                  </a:cubicBezTo>
                  <a:cubicBezTo>
                    <a:pt x="17758" y="20934"/>
                    <a:pt x="17773" y="20929"/>
                    <a:pt x="17788" y="20923"/>
                  </a:cubicBezTo>
                  <a:cubicBezTo>
                    <a:pt x="17898" y="20938"/>
                    <a:pt x="18008" y="20944"/>
                    <a:pt x="18118" y="20944"/>
                  </a:cubicBezTo>
                  <a:cubicBezTo>
                    <a:pt x="18434" y="20944"/>
                    <a:pt x="18745" y="20891"/>
                    <a:pt x="19057" y="20826"/>
                  </a:cubicBezTo>
                  <a:cubicBezTo>
                    <a:pt x="19069" y="20829"/>
                    <a:pt x="19080" y="20831"/>
                    <a:pt x="19091" y="20831"/>
                  </a:cubicBezTo>
                  <a:cubicBezTo>
                    <a:pt x="19151" y="20831"/>
                    <a:pt x="19205" y="20783"/>
                    <a:pt x="19266" y="20783"/>
                  </a:cubicBezTo>
                  <a:cubicBezTo>
                    <a:pt x="19276" y="20783"/>
                    <a:pt x="19287" y="20785"/>
                    <a:pt x="19298" y="20788"/>
                  </a:cubicBezTo>
                  <a:lnTo>
                    <a:pt x="19318" y="20779"/>
                  </a:lnTo>
                  <a:lnTo>
                    <a:pt x="19340" y="20775"/>
                  </a:lnTo>
                  <a:cubicBezTo>
                    <a:pt x="19352" y="20778"/>
                    <a:pt x="19363" y="20780"/>
                    <a:pt x="19373" y="20780"/>
                  </a:cubicBezTo>
                  <a:cubicBezTo>
                    <a:pt x="19420" y="20780"/>
                    <a:pt x="19461" y="20751"/>
                    <a:pt x="19505" y="20737"/>
                  </a:cubicBezTo>
                  <a:cubicBezTo>
                    <a:pt x="19519" y="20726"/>
                    <a:pt x="19533" y="20716"/>
                    <a:pt x="19546" y="20704"/>
                  </a:cubicBezTo>
                  <a:cubicBezTo>
                    <a:pt x="19548" y="20704"/>
                    <a:pt x="19549" y="20703"/>
                    <a:pt x="19552" y="20702"/>
                  </a:cubicBezTo>
                  <a:cubicBezTo>
                    <a:pt x="19552" y="20705"/>
                    <a:pt x="19552" y="20707"/>
                    <a:pt x="19553" y="20711"/>
                  </a:cubicBezTo>
                  <a:cubicBezTo>
                    <a:pt x="19555" y="20723"/>
                    <a:pt x="19564" y="20732"/>
                    <a:pt x="19582" y="20736"/>
                  </a:cubicBezTo>
                  <a:cubicBezTo>
                    <a:pt x="19640" y="20717"/>
                    <a:pt x="19699" y="20697"/>
                    <a:pt x="19758" y="20678"/>
                  </a:cubicBezTo>
                  <a:cubicBezTo>
                    <a:pt x="19760" y="20678"/>
                    <a:pt x="19763" y="20678"/>
                    <a:pt x="19766" y="20678"/>
                  </a:cubicBezTo>
                  <a:cubicBezTo>
                    <a:pt x="19908" y="20678"/>
                    <a:pt x="20021" y="20571"/>
                    <a:pt x="20163" y="20571"/>
                  </a:cubicBezTo>
                  <a:cubicBezTo>
                    <a:pt x="20167" y="20571"/>
                    <a:pt x="20172" y="20571"/>
                    <a:pt x="20177" y="20571"/>
                  </a:cubicBezTo>
                  <a:cubicBezTo>
                    <a:pt x="20624" y="20450"/>
                    <a:pt x="21099" y="20482"/>
                    <a:pt x="21543" y="20337"/>
                  </a:cubicBezTo>
                  <a:cubicBezTo>
                    <a:pt x="21553" y="20339"/>
                    <a:pt x="21562" y="20340"/>
                    <a:pt x="21571" y="20340"/>
                  </a:cubicBezTo>
                  <a:cubicBezTo>
                    <a:pt x="21594" y="20340"/>
                    <a:pt x="21612" y="20331"/>
                    <a:pt x="21623" y="20307"/>
                  </a:cubicBezTo>
                  <a:cubicBezTo>
                    <a:pt x="21629" y="20306"/>
                    <a:pt x="21635" y="20306"/>
                    <a:pt x="21641" y="20306"/>
                  </a:cubicBezTo>
                  <a:cubicBezTo>
                    <a:pt x="21652" y="20306"/>
                    <a:pt x="21663" y="20307"/>
                    <a:pt x="21673" y="20310"/>
                  </a:cubicBezTo>
                  <a:cubicBezTo>
                    <a:pt x="21782" y="20283"/>
                    <a:pt x="21878" y="20214"/>
                    <a:pt x="21994" y="20214"/>
                  </a:cubicBezTo>
                  <a:cubicBezTo>
                    <a:pt x="21999" y="20214"/>
                    <a:pt x="22003" y="20214"/>
                    <a:pt x="22007" y="20214"/>
                  </a:cubicBezTo>
                  <a:cubicBezTo>
                    <a:pt x="22180" y="20151"/>
                    <a:pt x="22354" y="20089"/>
                    <a:pt x="22528" y="20027"/>
                  </a:cubicBezTo>
                  <a:cubicBezTo>
                    <a:pt x="22713" y="19894"/>
                    <a:pt x="22955" y="19891"/>
                    <a:pt x="23141" y="19759"/>
                  </a:cubicBezTo>
                  <a:cubicBezTo>
                    <a:pt x="23183" y="19742"/>
                    <a:pt x="23226" y="19727"/>
                    <a:pt x="23268" y="19710"/>
                  </a:cubicBezTo>
                  <a:cubicBezTo>
                    <a:pt x="23349" y="19621"/>
                    <a:pt x="23486" y="19642"/>
                    <a:pt x="23569" y="19558"/>
                  </a:cubicBezTo>
                  <a:cubicBezTo>
                    <a:pt x="23681" y="19499"/>
                    <a:pt x="23792" y="19440"/>
                    <a:pt x="23903" y="19380"/>
                  </a:cubicBezTo>
                  <a:cubicBezTo>
                    <a:pt x="23984" y="19291"/>
                    <a:pt x="24122" y="19314"/>
                    <a:pt x="24204" y="19228"/>
                  </a:cubicBezTo>
                  <a:cubicBezTo>
                    <a:pt x="24329" y="19164"/>
                    <a:pt x="24455" y="19099"/>
                    <a:pt x="24581" y="19036"/>
                  </a:cubicBezTo>
                  <a:cubicBezTo>
                    <a:pt x="24587" y="19034"/>
                    <a:pt x="24593" y="19029"/>
                    <a:pt x="24596" y="19020"/>
                  </a:cubicBezTo>
                  <a:cubicBezTo>
                    <a:pt x="24598" y="19014"/>
                    <a:pt x="24597" y="19010"/>
                    <a:pt x="24593" y="19005"/>
                  </a:cubicBezTo>
                  <a:cubicBezTo>
                    <a:pt x="24601" y="19003"/>
                    <a:pt x="24611" y="19001"/>
                    <a:pt x="24620" y="18999"/>
                  </a:cubicBezTo>
                  <a:cubicBezTo>
                    <a:pt x="24692" y="18963"/>
                    <a:pt x="24781" y="18963"/>
                    <a:pt x="24839" y="18897"/>
                  </a:cubicBezTo>
                  <a:cubicBezTo>
                    <a:pt x="24880" y="18880"/>
                    <a:pt x="24922" y="18865"/>
                    <a:pt x="24964" y="18848"/>
                  </a:cubicBezTo>
                  <a:cubicBezTo>
                    <a:pt x="25016" y="18774"/>
                    <a:pt x="25128" y="18799"/>
                    <a:pt x="25179" y="18723"/>
                  </a:cubicBezTo>
                  <a:cubicBezTo>
                    <a:pt x="25274" y="18671"/>
                    <a:pt x="25371" y="18619"/>
                    <a:pt x="25466" y="18567"/>
                  </a:cubicBezTo>
                  <a:cubicBezTo>
                    <a:pt x="25519" y="18493"/>
                    <a:pt x="25628" y="18518"/>
                    <a:pt x="25680" y="18443"/>
                  </a:cubicBezTo>
                  <a:cubicBezTo>
                    <a:pt x="25755" y="18414"/>
                    <a:pt x="25830" y="18386"/>
                    <a:pt x="25881" y="18318"/>
                  </a:cubicBezTo>
                  <a:cubicBezTo>
                    <a:pt x="25932" y="18244"/>
                    <a:pt x="26039" y="18268"/>
                    <a:pt x="26092" y="18196"/>
                  </a:cubicBezTo>
                  <a:lnTo>
                    <a:pt x="26364" y="17993"/>
                  </a:lnTo>
                  <a:cubicBezTo>
                    <a:pt x="26504" y="17925"/>
                    <a:pt x="26621" y="17829"/>
                    <a:pt x="26728" y="17719"/>
                  </a:cubicBezTo>
                  <a:cubicBezTo>
                    <a:pt x="26768" y="17698"/>
                    <a:pt x="26808" y="17677"/>
                    <a:pt x="26849" y="17655"/>
                  </a:cubicBezTo>
                  <a:cubicBezTo>
                    <a:pt x="27004" y="17616"/>
                    <a:pt x="27083" y="17476"/>
                    <a:pt x="27202" y="17390"/>
                  </a:cubicBezTo>
                  <a:cubicBezTo>
                    <a:pt x="27517" y="17247"/>
                    <a:pt x="27734" y="16954"/>
                    <a:pt x="28061" y="16826"/>
                  </a:cubicBezTo>
                  <a:cubicBezTo>
                    <a:pt x="28304" y="16613"/>
                    <a:pt x="28573" y="16428"/>
                    <a:pt x="28780" y="16172"/>
                  </a:cubicBezTo>
                  <a:cubicBezTo>
                    <a:pt x="28795" y="16167"/>
                    <a:pt x="28808" y="16159"/>
                    <a:pt x="28821" y="16149"/>
                  </a:cubicBezTo>
                  <a:cubicBezTo>
                    <a:pt x="28909" y="16060"/>
                    <a:pt x="29006" y="15980"/>
                    <a:pt x="29067" y="15867"/>
                  </a:cubicBezTo>
                  <a:cubicBezTo>
                    <a:pt x="29165" y="15795"/>
                    <a:pt x="29274" y="15734"/>
                    <a:pt x="29334" y="15621"/>
                  </a:cubicBezTo>
                  <a:cubicBezTo>
                    <a:pt x="29827" y="15219"/>
                    <a:pt x="30231" y="14739"/>
                    <a:pt x="30588" y="14218"/>
                  </a:cubicBezTo>
                  <a:cubicBezTo>
                    <a:pt x="30717" y="14102"/>
                    <a:pt x="30816" y="13963"/>
                    <a:pt x="30892" y="13808"/>
                  </a:cubicBezTo>
                  <a:cubicBezTo>
                    <a:pt x="31145" y="13468"/>
                    <a:pt x="31477" y="13190"/>
                    <a:pt x="31687" y="12816"/>
                  </a:cubicBezTo>
                  <a:cubicBezTo>
                    <a:pt x="31815" y="12726"/>
                    <a:pt x="31882" y="12591"/>
                    <a:pt x="31961" y="12465"/>
                  </a:cubicBezTo>
                  <a:cubicBezTo>
                    <a:pt x="32201" y="12113"/>
                    <a:pt x="32462" y="11773"/>
                    <a:pt x="32626" y="11374"/>
                  </a:cubicBezTo>
                  <a:cubicBezTo>
                    <a:pt x="32645" y="11334"/>
                    <a:pt x="32665" y="11294"/>
                    <a:pt x="32683" y="11254"/>
                  </a:cubicBezTo>
                  <a:cubicBezTo>
                    <a:pt x="32715" y="11208"/>
                    <a:pt x="32746" y="11162"/>
                    <a:pt x="32779" y="11116"/>
                  </a:cubicBezTo>
                  <a:cubicBezTo>
                    <a:pt x="32900" y="10872"/>
                    <a:pt x="33022" y="10629"/>
                    <a:pt x="33145" y="10385"/>
                  </a:cubicBezTo>
                  <a:lnTo>
                    <a:pt x="33146" y="10385"/>
                  </a:lnTo>
                  <a:cubicBezTo>
                    <a:pt x="33175" y="10329"/>
                    <a:pt x="33179" y="10281"/>
                    <a:pt x="33121" y="10245"/>
                  </a:cubicBezTo>
                  <a:cubicBezTo>
                    <a:pt x="33018" y="10179"/>
                    <a:pt x="32940" y="10070"/>
                    <a:pt x="32808" y="10050"/>
                  </a:cubicBezTo>
                  <a:cubicBezTo>
                    <a:pt x="32663" y="9885"/>
                    <a:pt x="32520" y="9720"/>
                    <a:pt x="32375" y="9554"/>
                  </a:cubicBezTo>
                  <a:cubicBezTo>
                    <a:pt x="32279" y="9456"/>
                    <a:pt x="32184" y="9358"/>
                    <a:pt x="32089" y="9260"/>
                  </a:cubicBezTo>
                  <a:cubicBezTo>
                    <a:pt x="32080" y="9245"/>
                    <a:pt x="32069" y="9230"/>
                    <a:pt x="32051" y="9221"/>
                  </a:cubicBezTo>
                  <a:cubicBezTo>
                    <a:pt x="31990" y="9026"/>
                    <a:pt x="31843" y="8889"/>
                    <a:pt x="31719" y="8738"/>
                  </a:cubicBezTo>
                  <a:cubicBezTo>
                    <a:pt x="31692" y="8600"/>
                    <a:pt x="31556" y="8533"/>
                    <a:pt x="31509" y="8409"/>
                  </a:cubicBezTo>
                  <a:lnTo>
                    <a:pt x="31489" y="8399"/>
                  </a:lnTo>
                  <a:lnTo>
                    <a:pt x="31475" y="8410"/>
                  </a:lnTo>
                  <a:cubicBezTo>
                    <a:pt x="31476" y="8399"/>
                    <a:pt x="31475" y="8388"/>
                    <a:pt x="31470" y="8377"/>
                  </a:cubicBezTo>
                  <a:cubicBezTo>
                    <a:pt x="31445" y="8319"/>
                    <a:pt x="31442" y="8252"/>
                    <a:pt x="31392" y="8205"/>
                  </a:cubicBezTo>
                  <a:cubicBezTo>
                    <a:pt x="31364" y="8180"/>
                    <a:pt x="31337" y="8154"/>
                    <a:pt x="31309" y="8129"/>
                  </a:cubicBezTo>
                  <a:cubicBezTo>
                    <a:pt x="31285" y="8071"/>
                    <a:pt x="31261" y="8013"/>
                    <a:pt x="31237" y="7955"/>
                  </a:cubicBezTo>
                  <a:cubicBezTo>
                    <a:pt x="31091" y="7687"/>
                    <a:pt x="30960" y="7410"/>
                    <a:pt x="30763" y="7172"/>
                  </a:cubicBezTo>
                  <a:cubicBezTo>
                    <a:pt x="30502" y="6782"/>
                    <a:pt x="30242" y="6393"/>
                    <a:pt x="29981" y="6002"/>
                  </a:cubicBezTo>
                  <a:cubicBezTo>
                    <a:pt x="29906" y="5752"/>
                    <a:pt x="29760" y="5535"/>
                    <a:pt x="29612" y="5329"/>
                  </a:cubicBezTo>
                  <a:cubicBezTo>
                    <a:pt x="29311" y="4907"/>
                    <a:pt x="28947" y="4528"/>
                    <a:pt x="28664" y="4095"/>
                  </a:cubicBezTo>
                  <a:cubicBezTo>
                    <a:pt x="28307" y="3551"/>
                    <a:pt x="27861" y="3086"/>
                    <a:pt x="27434" y="2604"/>
                  </a:cubicBezTo>
                  <a:cubicBezTo>
                    <a:pt x="27087" y="2213"/>
                    <a:pt x="26659" y="1902"/>
                    <a:pt x="26232" y="1597"/>
                  </a:cubicBezTo>
                  <a:cubicBezTo>
                    <a:pt x="25350" y="969"/>
                    <a:pt x="24433" y="434"/>
                    <a:pt x="23365" y="145"/>
                  </a:cubicBezTo>
                  <a:cubicBezTo>
                    <a:pt x="22994" y="45"/>
                    <a:pt x="22632" y="0"/>
                    <a:pt x="22274" y="0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09" name="Google Shape;1609;p34"/>
            <p:cNvPicPr preferRelativeResize="0"/>
            <p:nvPr/>
          </p:nvPicPr>
          <p:blipFill rotWithShape="1">
            <a:blip r:embed="rId5">
              <a:alphaModFix/>
            </a:blip>
            <a:srcRect l="31469" t="30610" r="31133" b="26980"/>
            <a:stretch/>
          </p:blipFill>
          <p:spPr>
            <a:xfrm>
              <a:off x="2407625" y="3052725"/>
              <a:ext cx="1165378" cy="743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0" name="Google Shape;1610;p34"/>
          <p:cNvGrpSpPr/>
          <p:nvPr/>
        </p:nvGrpSpPr>
        <p:grpSpPr>
          <a:xfrm>
            <a:off x="1854750" y="1027850"/>
            <a:ext cx="5434500" cy="2721900"/>
            <a:chOff x="1854750" y="723050"/>
            <a:chExt cx="5434500" cy="2721900"/>
          </a:xfrm>
        </p:grpSpPr>
        <p:sp>
          <p:nvSpPr>
            <p:cNvPr id="1611" name="Google Shape;1611;p34"/>
            <p:cNvSpPr/>
            <p:nvPr/>
          </p:nvSpPr>
          <p:spPr>
            <a:xfrm>
              <a:off x="1854750" y="723050"/>
              <a:ext cx="5434500" cy="2721900"/>
            </a:xfrm>
            <a:prstGeom prst="plaque">
              <a:avLst>
                <a:gd name="adj" fmla="val 13620"/>
              </a:avLst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4"/>
            <p:cNvSpPr/>
            <p:nvPr/>
          </p:nvSpPr>
          <p:spPr>
            <a:xfrm>
              <a:off x="2060400" y="917900"/>
              <a:ext cx="5023200" cy="2332200"/>
            </a:xfrm>
            <a:prstGeom prst="plaque">
              <a:avLst>
                <a:gd name="adj" fmla="val 1362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3" name="Google Shape;1613;p34"/>
          <p:cNvSpPr txBox="1">
            <a:spLocks noGrp="1"/>
          </p:cNvSpPr>
          <p:nvPr>
            <p:ph type="ctrTitle"/>
          </p:nvPr>
        </p:nvSpPr>
        <p:spPr>
          <a:xfrm>
            <a:off x="1492350" y="1247343"/>
            <a:ext cx="6153216" cy="21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KISS</a:t>
            </a:r>
            <a:r>
              <a:rPr lang="en" dirty="0">
                <a:solidFill>
                  <a:schemeClr val="accent1"/>
                </a:solidFill>
              </a:rPr>
              <a:t> WRAPPED</a:t>
            </a:r>
            <a:endParaRPr dirty="0"/>
          </a:p>
        </p:txBody>
      </p:sp>
      <p:sp>
        <p:nvSpPr>
          <p:cNvPr id="1614" name="Google Shape;1614;p34"/>
          <p:cNvSpPr txBox="1">
            <a:spLocks noGrp="1"/>
          </p:cNvSpPr>
          <p:nvPr>
            <p:ph type="subTitle" idx="1"/>
          </p:nvPr>
        </p:nvSpPr>
        <p:spPr>
          <a:xfrm>
            <a:off x="2570400" y="3834299"/>
            <a:ext cx="40032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2025</a:t>
            </a:r>
            <a:endParaRPr sz="5400" dirty="0"/>
          </a:p>
        </p:txBody>
      </p:sp>
      <p:sp>
        <p:nvSpPr>
          <p:cNvPr id="1615" name="Google Shape;1615;p34"/>
          <p:cNvSpPr/>
          <p:nvPr/>
        </p:nvSpPr>
        <p:spPr>
          <a:xfrm>
            <a:off x="3791975" y="4143725"/>
            <a:ext cx="8425" cy="5825"/>
          </a:xfrm>
          <a:custGeom>
            <a:avLst/>
            <a:gdLst/>
            <a:ahLst/>
            <a:cxnLst/>
            <a:rect l="l" t="t" r="r" b="b"/>
            <a:pathLst>
              <a:path w="337" h="233" extrusionOk="0">
                <a:moveTo>
                  <a:pt x="0" y="0"/>
                </a:moveTo>
                <a:lnTo>
                  <a:pt x="0" y="0"/>
                </a:lnTo>
                <a:cubicBezTo>
                  <a:pt x="66" y="198"/>
                  <a:pt x="192" y="231"/>
                  <a:pt x="336" y="232"/>
                </a:cubicBezTo>
                <a:cubicBezTo>
                  <a:pt x="250" y="135"/>
                  <a:pt x="155" y="52"/>
                  <a:pt x="0" y="0"/>
                </a:cubicBezTo>
                <a:close/>
              </a:path>
            </a:pathLst>
          </a:custGeom>
          <a:solidFill>
            <a:srgbClr val="CE50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16" name="Google Shape;1616;p34"/>
          <p:cNvGrpSpPr/>
          <p:nvPr/>
        </p:nvGrpSpPr>
        <p:grpSpPr>
          <a:xfrm>
            <a:off x="6374789" y="2638611"/>
            <a:ext cx="590277" cy="784513"/>
            <a:chOff x="2862525" y="4310025"/>
            <a:chExt cx="283025" cy="376175"/>
          </a:xfrm>
        </p:grpSpPr>
        <p:sp>
          <p:nvSpPr>
            <p:cNvPr id="1617" name="Google Shape;1617;p34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4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9" name="Google Shape;1619;p34"/>
          <p:cNvGrpSpPr/>
          <p:nvPr/>
        </p:nvGrpSpPr>
        <p:grpSpPr>
          <a:xfrm>
            <a:off x="2178934" y="1333128"/>
            <a:ext cx="590277" cy="784551"/>
            <a:chOff x="2862525" y="4310025"/>
            <a:chExt cx="283025" cy="376175"/>
          </a:xfrm>
        </p:grpSpPr>
        <p:sp>
          <p:nvSpPr>
            <p:cNvPr id="1620" name="Google Shape;1620;p34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4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22" name="Google Shape;1622;p34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-722148" flipH="1">
            <a:off x="1238439" y="3839767"/>
            <a:ext cx="308824" cy="398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1" name="Google Shape;1681;p38"/>
          <p:cNvGrpSpPr/>
          <p:nvPr/>
        </p:nvGrpSpPr>
        <p:grpSpPr>
          <a:xfrm rot="359241">
            <a:off x="429265" y="3450234"/>
            <a:ext cx="1339567" cy="854487"/>
            <a:chOff x="2407625" y="3052725"/>
            <a:chExt cx="1165378" cy="743375"/>
          </a:xfrm>
        </p:grpSpPr>
        <p:sp>
          <p:nvSpPr>
            <p:cNvPr id="1682" name="Google Shape;1682;p38"/>
            <p:cNvSpPr/>
            <p:nvPr/>
          </p:nvSpPr>
          <p:spPr>
            <a:xfrm>
              <a:off x="2421395" y="3064366"/>
              <a:ext cx="1137825" cy="720074"/>
            </a:xfrm>
            <a:custGeom>
              <a:avLst/>
              <a:gdLst/>
              <a:ahLst/>
              <a:cxnLst/>
              <a:rect l="l" t="t" r="r" b="b"/>
              <a:pathLst>
                <a:path w="33180" h="20998" extrusionOk="0">
                  <a:moveTo>
                    <a:pt x="22274" y="0"/>
                  </a:moveTo>
                  <a:cubicBezTo>
                    <a:pt x="21759" y="0"/>
                    <a:pt x="21254" y="92"/>
                    <a:pt x="20742" y="240"/>
                  </a:cubicBezTo>
                  <a:cubicBezTo>
                    <a:pt x="20646" y="334"/>
                    <a:pt x="20497" y="319"/>
                    <a:pt x="20396" y="404"/>
                  </a:cubicBezTo>
                  <a:cubicBezTo>
                    <a:pt x="20302" y="469"/>
                    <a:pt x="20164" y="451"/>
                    <a:pt x="20100" y="568"/>
                  </a:cubicBezTo>
                  <a:cubicBezTo>
                    <a:pt x="19864" y="671"/>
                    <a:pt x="19638" y="793"/>
                    <a:pt x="19438" y="958"/>
                  </a:cubicBezTo>
                  <a:cubicBezTo>
                    <a:pt x="19231" y="1027"/>
                    <a:pt x="19061" y="1156"/>
                    <a:pt x="18899" y="1296"/>
                  </a:cubicBezTo>
                  <a:cubicBezTo>
                    <a:pt x="18339" y="1695"/>
                    <a:pt x="17730" y="2005"/>
                    <a:pt x="17094" y="2260"/>
                  </a:cubicBezTo>
                  <a:cubicBezTo>
                    <a:pt x="16960" y="2267"/>
                    <a:pt x="16826" y="2274"/>
                    <a:pt x="16693" y="2274"/>
                  </a:cubicBezTo>
                  <a:cubicBezTo>
                    <a:pt x="16368" y="2274"/>
                    <a:pt x="16052" y="2231"/>
                    <a:pt x="15765" y="2026"/>
                  </a:cubicBezTo>
                  <a:cubicBezTo>
                    <a:pt x="15696" y="1985"/>
                    <a:pt x="15627" y="1945"/>
                    <a:pt x="15559" y="1904"/>
                  </a:cubicBezTo>
                  <a:cubicBezTo>
                    <a:pt x="15427" y="1817"/>
                    <a:pt x="15295" y="1730"/>
                    <a:pt x="15164" y="1643"/>
                  </a:cubicBezTo>
                  <a:cubicBezTo>
                    <a:pt x="15152" y="1605"/>
                    <a:pt x="15132" y="1575"/>
                    <a:pt x="15090" y="1566"/>
                  </a:cubicBezTo>
                  <a:cubicBezTo>
                    <a:pt x="14889" y="1322"/>
                    <a:pt x="14593" y="1197"/>
                    <a:pt x="14364" y="987"/>
                  </a:cubicBezTo>
                  <a:cubicBezTo>
                    <a:pt x="14256" y="887"/>
                    <a:pt x="14151" y="781"/>
                    <a:pt x="13995" y="756"/>
                  </a:cubicBezTo>
                  <a:cubicBezTo>
                    <a:pt x="13831" y="635"/>
                    <a:pt x="13669" y="510"/>
                    <a:pt x="13452" y="500"/>
                  </a:cubicBezTo>
                  <a:cubicBezTo>
                    <a:pt x="13226" y="376"/>
                    <a:pt x="13002" y="244"/>
                    <a:pt x="12739" y="215"/>
                  </a:cubicBezTo>
                  <a:cubicBezTo>
                    <a:pt x="12469" y="135"/>
                    <a:pt x="12199" y="101"/>
                    <a:pt x="11928" y="101"/>
                  </a:cubicBezTo>
                  <a:cubicBezTo>
                    <a:pt x="11702" y="101"/>
                    <a:pt x="11475" y="125"/>
                    <a:pt x="11244" y="165"/>
                  </a:cubicBezTo>
                  <a:cubicBezTo>
                    <a:pt x="10806" y="242"/>
                    <a:pt x="10400" y="371"/>
                    <a:pt x="10018" y="589"/>
                  </a:cubicBezTo>
                  <a:cubicBezTo>
                    <a:pt x="9572" y="805"/>
                    <a:pt x="9162" y="1074"/>
                    <a:pt x="8815" y="1431"/>
                  </a:cubicBezTo>
                  <a:cubicBezTo>
                    <a:pt x="8743" y="1535"/>
                    <a:pt x="8671" y="1635"/>
                    <a:pt x="8571" y="1722"/>
                  </a:cubicBezTo>
                  <a:cubicBezTo>
                    <a:pt x="8492" y="1792"/>
                    <a:pt x="8380" y="1856"/>
                    <a:pt x="8359" y="1983"/>
                  </a:cubicBezTo>
                  <a:cubicBezTo>
                    <a:pt x="8345" y="1990"/>
                    <a:pt x="8330" y="1998"/>
                    <a:pt x="8317" y="2006"/>
                  </a:cubicBezTo>
                  <a:cubicBezTo>
                    <a:pt x="7900" y="2224"/>
                    <a:pt x="7609" y="2581"/>
                    <a:pt x="7316" y="2931"/>
                  </a:cubicBezTo>
                  <a:cubicBezTo>
                    <a:pt x="7165" y="3112"/>
                    <a:pt x="7007" y="3282"/>
                    <a:pt x="6827" y="3434"/>
                  </a:cubicBezTo>
                  <a:cubicBezTo>
                    <a:pt x="6633" y="3600"/>
                    <a:pt x="6421" y="3749"/>
                    <a:pt x="6255" y="3946"/>
                  </a:cubicBezTo>
                  <a:cubicBezTo>
                    <a:pt x="6229" y="3962"/>
                    <a:pt x="6200" y="3976"/>
                    <a:pt x="6178" y="3997"/>
                  </a:cubicBezTo>
                  <a:cubicBezTo>
                    <a:pt x="5873" y="4273"/>
                    <a:pt x="5583" y="4566"/>
                    <a:pt x="5265" y="4824"/>
                  </a:cubicBezTo>
                  <a:cubicBezTo>
                    <a:pt x="4790" y="5208"/>
                    <a:pt x="4296" y="5569"/>
                    <a:pt x="3811" y="5939"/>
                  </a:cubicBezTo>
                  <a:cubicBezTo>
                    <a:pt x="3628" y="6085"/>
                    <a:pt x="3442" y="6224"/>
                    <a:pt x="3241" y="6345"/>
                  </a:cubicBezTo>
                  <a:cubicBezTo>
                    <a:pt x="2898" y="6553"/>
                    <a:pt x="2566" y="6779"/>
                    <a:pt x="2228" y="6997"/>
                  </a:cubicBezTo>
                  <a:cubicBezTo>
                    <a:pt x="2143" y="7030"/>
                    <a:pt x="2056" y="7063"/>
                    <a:pt x="1971" y="7096"/>
                  </a:cubicBezTo>
                  <a:cubicBezTo>
                    <a:pt x="1956" y="7131"/>
                    <a:pt x="1906" y="7133"/>
                    <a:pt x="1895" y="7172"/>
                  </a:cubicBezTo>
                  <a:cubicBezTo>
                    <a:pt x="1894" y="7168"/>
                    <a:pt x="1892" y="7165"/>
                    <a:pt x="1890" y="7161"/>
                  </a:cubicBezTo>
                  <a:cubicBezTo>
                    <a:pt x="1841" y="7163"/>
                    <a:pt x="1796" y="7177"/>
                    <a:pt x="1760" y="7213"/>
                  </a:cubicBezTo>
                  <a:cubicBezTo>
                    <a:pt x="1456" y="7330"/>
                    <a:pt x="1181" y="7504"/>
                    <a:pt x="846" y="7568"/>
                  </a:cubicBezTo>
                  <a:cubicBezTo>
                    <a:pt x="600" y="7614"/>
                    <a:pt x="347" y="7756"/>
                    <a:pt x="164" y="7955"/>
                  </a:cubicBezTo>
                  <a:cubicBezTo>
                    <a:pt x="47" y="8084"/>
                    <a:pt x="115" y="8267"/>
                    <a:pt x="103" y="8426"/>
                  </a:cubicBezTo>
                  <a:cubicBezTo>
                    <a:pt x="109" y="8458"/>
                    <a:pt x="115" y="8489"/>
                    <a:pt x="121" y="8521"/>
                  </a:cubicBezTo>
                  <a:cubicBezTo>
                    <a:pt x="0" y="8955"/>
                    <a:pt x="124" y="9370"/>
                    <a:pt x="217" y="9787"/>
                  </a:cubicBezTo>
                  <a:cubicBezTo>
                    <a:pt x="201" y="9871"/>
                    <a:pt x="284" y="9937"/>
                    <a:pt x="259" y="10024"/>
                  </a:cubicBezTo>
                  <a:lnTo>
                    <a:pt x="317" y="10203"/>
                  </a:lnTo>
                  <a:cubicBezTo>
                    <a:pt x="330" y="10351"/>
                    <a:pt x="408" y="10480"/>
                    <a:pt x="448" y="10619"/>
                  </a:cubicBezTo>
                  <a:cubicBezTo>
                    <a:pt x="451" y="10626"/>
                    <a:pt x="453" y="10631"/>
                    <a:pt x="455" y="10637"/>
                  </a:cubicBezTo>
                  <a:cubicBezTo>
                    <a:pt x="445" y="10639"/>
                    <a:pt x="441" y="10648"/>
                    <a:pt x="441" y="10663"/>
                  </a:cubicBezTo>
                  <a:lnTo>
                    <a:pt x="741" y="11495"/>
                  </a:lnTo>
                  <a:cubicBezTo>
                    <a:pt x="810" y="11550"/>
                    <a:pt x="794" y="11652"/>
                    <a:pt x="857" y="11710"/>
                  </a:cubicBezTo>
                  <a:cubicBezTo>
                    <a:pt x="881" y="11767"/>
                    <a:pt x="906" y="11824"/>
                    <a:pt x="929" y="11882"/>
                  </a:cubicBezTo>
                  <a:cubicBezTo>
                    <a:pt x="1002" y="11934"/>
                    <a:pt x="980" y="12040"/>
                    <a:pt x="1049" y="12094"/>
                  </a:cubicBezTo>
                  <a:cubicBezTo>
                    <a:pt x="1077" y="12136"/>
                    <a:pt x="1086" y="12195"/>
                    <a:pt x="1147" y="12210"/>
                  </a:cubicBezTo>
                  <a:cubicBezTo>
                    <a:pt x="1142" y="12263"/>
                    <a:pt x="1116" y="12323"/>
                    <a:pt x="1161" y="12368"/>
                  </a:cubicBezTo>
                  <a:cubicBezTo>
                    <a:pt x="1313" y="12514"/>
                    <a:pt x="1359" y="12729"/>
                    <a:pt x="1503" y="12879"/>
                  </a:cubicBezTo>
                  <a:cubicBezTo>
                    <a:pt x="1714" y="13257"/>
                    <a:pt x="1994" y="13584"/>
                    <a:pt x="2271" y="13914"/>
                  </a:cubicBezTo>
                  <a:cubicBezTo>
                    <a:pt x="2772" y="14640"/>
                    <a:pt x="3390" y="15265"/>
                    <a:pt x="3993" y="15902"/>
                  </a:cubicBezTo>
                  <a:cubicBezTo>
                    <a:pt x="4146" y="16093"/>
                    <a:pt x="4363" y="16205"/>
                    <a:pt x="4546" y="16358"/>
                  </a:cubicBezTo>
                  <a:lnTo>
                    <a:pt x="4548" y="16357"/>
                  </a:lnTo>
                  <a:lnTo>
                    <a:pt x="4548" y="16357"/>
                  </a:lnTo>
                  <a:cubicBezTo>
                    <a:pt x="4547" y="16357"/>
                    <a:pt x="4547" y="16358"/>
                    <a:pt x="4546" y="16358"/>
                  </a:cubicBezTo>
                  <a:cubicBezTo>
                    <a:pt x="4772" y="16614"/>
                    <a:pt x="5060" y="16801"/>
                    <a:pt x="5303" y="17035"/>
                  </a:cubicBezTo>
                  <a:cubicBezTo>
                    <a:pt x="5987" y="17698"/>
                    <a:pt x="6734" y="18276"/>
                    <a:pt x="7571" y="18734"/>
                  </a:cubicBezTo>
                  <a:cubicBezTo>
                    <a:pt x="8050" y="18995"/>
                    <a:pt x="8488" y="19321"/>
                    <a:pt x="8990" y="19552"/>
                  </a:cubicBezTo>
                  <a:cubicBezTo>
                    <a:pt x="9445" y="19762"/>
                    <a:pt x="9876" y="20018"/>
                    <a:pt x="10372" y="20127"/>
                  </a:cubicBezTo>
                  <a:cubicBezTo>
                    <a:pt x="10901" y="20328"/>
                    <a:pt x="11450" y="20458"/>
                    <a:pt x="11997" y="20598"/>
                  </a:cubicBezTo>
                  <a:cubicBezTo>
                    <a:pt x="12331" y="20674"/>
                    <a:pt x="12662" y="20772"/>
                    <a:pt x="13000" y="20821"/>
                  </a:cubicBezTo>
                  <a:cubicBezTo>
                    <a:pt x="13616" y="20914"/>
                    <a:pt x="14239" y="20934"/>
                    <a:pt x="14861" y="20964"/>
                  </a:cubicBezTo>
                  <a:cubicBezTo>
                    <a:pt x="15209" y="20981"/>
                    <a:pt x="15559" y="20998"/>
                    <a:pt x="15908" y="20998"/>
                  </a:cubicBezTo>
                  <a:cubicBezTo>
                    <a:pt x="16172" y="20998"/>
                    <a:pt x="16435" y="20988"/>
                    <a:pt x="16699" y="20961"/>
                  </a:cubicBezTo>
                  <a:cubicBezTo>
                    <a:pt x="16810" y="20980"/>
                    <a:pt x="16921" y="20987"/>
                    <a:pt x="17032" y="20987"/>
                  </a:cubicBezTo>
                  <a:cubicBezTo>
                    <a:pt x="17205" y="20987"/>
                    <a:pt x="17377" y="20970"/>
                    <a:pt x="17550" y="20960"/>
                  </a:cubicBezTo>
                  <a:cubicBezTo>
                    <a:pt x="17614" y="20953"/>
                    <a:pt x="17678" y="20946"/>
                    <a:pt x="17743" y="20940"/>
                  </a:cubicBezTo>
                  <a:cubicBezTo>
                    <a:pt x="17758" y="20934"/>
                    <a:pt x="17773" y="20929"/>
                    <a:pt x="17788" y="20923"/>
                  </a:cubicBezTo>
                  <a:cubicBezTo>
                    <a:pt x="17898" y="20938"/>
                    <a:pt x="18008" y="20944"/>
                    <a:pt x="18118" y="20944"/>
                  </a:cubicBezTo>
                  <a:cubicBezTo>
                    <a:pt x="18434" y="20944"/>
                    <a:pt x="18745" y="20891"/>
                    <a:pt x="19057" y="20826"/>
                  </a:cubicBezTo>
                  <a:cubicBezTo>
                    <a:pt x="19069" y="20829"/>
                    <a:pt x="19080" y="20831"/>
                    <a:pt x="19091" y="20831"/>
                  </a:cubicBezTo>
                  <a:cubicBezTo>
                    <a:pt x="19151" y="20831"/>
                    <a:pt x="19205" y="20783"/>
                    <a:pt x="19266" y="20783"/>
                  </a:cubicBezTo>
                  <a:cubicBezTo>
                    <a:pt x="19276" y="20783"/>
                    <a:pt x="19287" y="20785"/>
                    <a:pt x="19298" y="20788"/>
                  </a:cubicBezTo>
                  <a:lnTo>
                    <a:pt x="19318" y="20779"/>
                  </a:lnTo>
                  <a:lnTo>
                    <a:pt x="19340" y="20775"/>
                  </a:lnTo>
                  <a:cubicBezTo>
                    <a:pt x="19352" y="20778"/>
                    <a:pt x="19363" y="20780"/>
                    <a:pt x="19373" y="20780"/>
                  </a:cubicBezTo>
                  <a:cubicBezTo>
                    <a:pt x="19420" y="20780"/>
                    <a:pt x="19461" y="20751"/>
                    <a:pt x="19505" y="20737"/>
                  </a:cubicBezTo>
                  <a:cubicBezTo>
                    <a:pt x="19519" y="20726"/>
                    <a:pt x="19533" y="20716"/>
                    <a:pt x="19546" y="20704"/>
                  </a:cubicBezTo>
                  <a:cubicBezTo>
                    <a:pt x="19548" y="20704"/>
                    <a:pt x="19549" y="20703"/>
                    <a:pt x="19552" y="20702"/>
                  </a:cubicBezTo>
                  <a:cubicBezTo>
                    <a:pt x="19552" y="20705"/>
                    <a:pt x="19552" y="20707"/>
                    <a:pt x="19553" y="20711"/>
                  </a:cubicBezTo>
                  <a:cubicBezTo>
                    <a:pt x="19555" y="20723"/>
                    <a:pt x="19564" y="20732"/>
                    <a:pt x="19582" y="20736"/>
                  </a:cubicBezTo>
                  <a:cubicBezTo>
                    <a:pt x="19640" y="20717"/>
                    <a:pt x="19699" y="20697"/>
                    <a:pt x="19758" y="20678"/>
                  </a:cubicBezTo>
                  <a:cubicBezTo>
                    <a:pt x="19760" y="20678"/>
                    <a:pt x="19763" y="20678"/>
                    <a:pt x="19766" y="20678"/>
                  </a:cubicBezTo>
                  <a:cubicBezTo>
                    <a:pt x="19908" y="20678"/>
                    <a:pt x="20021" y="20571"/>
                    <a:pt x="20163" y="20571"/>
                  </a:cubicBezTo>
                  <a:cubicBezTo>
                    <a:pt x="20167" y="20571"/>
                    <a:pt x="20172" y="20571"/>
                    <a:pt x="20177" y="20571"/>
                  </a:cubicBezTo>
                  <a:cubicBezTo>
                    <a:pt x="20624" y="20450"/>
                    <a:pt x="21099" y="20482"/>
                    <a:pt x="21543" y="20337"/>
                  </a:cubicBezTo>
                  <a:cubicBezTo>
                    <a:pt x="21553" y="20339"/>
                    <a:pt x="21562" y="20340"/>
                    <a:pt x="21571" y="20340"/>
                  </a:cubicBezTo>
                  <a:cubicBezTo>
                    <a:pt x="21594" y="20340"/>
                    <a:pt x="21612" y="20331"/>
                    <a:pt x="21623" y="20307"/>
                  </a:cubicBezTo>
                  <a:cubicBezTo>
                    <a:pt x="21629" y="20306"/>
                    <a:pt x="21635" y="20306"/>
                    <a:pt x="21641" y="20306"/>
                  </a:cubicBezTo>
                  <a:cubicBezTo>
                    <a:pt x="21652" y="20306"/>
                    <a:pt x="21663" y="20307"/>
                    <a:pt x="21673" y="20310"/>
                  </a:cubicBezTo>
                  <a:cubicBezTo>
                    <a:pt x="21782" y="20283"/>
                    <a:pt x="21878" y="20214"/>
                    <a:pt x="21994" y="20214"/>
                  </a:cubicBezTo>
                  <a:cubicBezTo>
                    <a:pt x="21999" y="20214"/>
                    <a:pt x="22003" y="20214"/>
                    <a:pt x="22007" y="20214"/>
                  </a:cubicBezTo>
                  <a:cubicBezTo>
                    <a:pt x="22180" y="20151"/>
                    <a:pt x="22354" y="20089"/>
                    <a:pt x="22528" y="20027"/>
                  </a:cubicBezTo>
                  <a:cubicBezTo>
                    <a:pt x="22713" y="19894"/>
                    <a:pt x="22955" y="19891"/>
                    <a:pt x="23141" y="19759"/>
                  </a:cubicBezTo>
                  <a:cubicBezTo>
                    <a:pt x="23183" y="19742"/>
                    <a:pt x="23226" y="19727"/>
                    <a:pt x="23268" y="19710"/>
                  </a:cubicBezTo>
                  <a:cubicBezTo>
                    <a:pt x="23349" y="19621"/>
                    <a:pt x="23486" y="19642"/>
                    <a:pt x="23569" y="19558"/>
                  </a:cubicBezTo>
                  <a:cubicBezTo>
                    <a:pt x="23681" y="19499"/>
                    <a:pt x="23792" y="19440"/>
                    <a:pt x="23903" y="19380"/>
                  </a:cubicBezTo>
                  <a:cubicBezTo>
                    <a:pt x="23984" y="19291"/>
                    <a:pt x="24122" y="19314"/>
                    <a:pt x="24204" y="19228"/>
                  </a:cubicBezTo>
                  <a:cubicBezTo>
                    <a:pt x="24329" y="19164"/>
                    <a:pt x="24455" y="19099"/>
                    <a:pt x="24581" y="19036"/>
                  </a:cubicBezTo>
                  <a:cubicBezTo>
                    <a:pt x="24587" y="19034"/>
                    <a:pt x="24593" y="19029"/>
                    <a:pt x="24596" y="19020"/>
                  </a:cubicBezTo>
                  <a:cubicBezTo>
                    <a:pt x="24598" y="19014"/>
                    <a:pt x="24597" y="19010"/>
                    <a:pt x="24593" y="19005"/>
                  </a:cubicBezTo>
                  <a:cubicBezTo>
                    <a:pt x="24601" y="19003"/>
                    <a:pt x="24611" y="19001"/>
                    <a:pt x="24620" y="18999"/>
                  </a:cubicBezTo>
                  <a:cubicBezTo>
                    <a:pt x="24692" y="18963"/>
                    <a:pt x="24781" y="18963"/>
                    <a:pt x="24839" y="18897"/>
                  </a:cubicBezTo>
                  <a:cubicBezTo>
                    <a:pt x="24880" y="18880"/>
                    <a:pt x="24922" y="18865"/>
                    <a:pt x="24964" y="18848"/>
                  </a:cubicBezTo>
                  <a:cubicBezTo>
                    <a:pt x="25016" y="18774"/>
                    <a:pt x="25128" y="18799"/>
                    <a:pt x="25179" y="18723"/>
                  </a:cubicBezTo>
                  <a:cubicBezTo>
                    <a:pt x="25274" y="18671"/>
                    <a:pt x="25371" y="18619"/>
                    <a:pt x="25466" y="18567"/>
                  </a:cubicBezTo>
                  <a:cubicBezTo>
                    <a:pt x="25519" y="18493"/>
                    <a:pt x="25628" y="18518"/>
                    <a:pt x="25680" y="18443"/>
                  </a:cubicBezTo>
                  <a:cubicBezTo>
                    <a:pt x="25755" y="18414"/>
                    <a:pt x="25830" y="18386"/>
                    <a:pt x="25881" y="18318"/>
                  </a:cubicBezTo>
                  <a:cubicBezTo>
                    <a:pt x="25932" y="18244"/>
                    <a:pt x="26039" y="18268"/>
                    <a:pt x="26092" y="18196"/>
                  </a:cubicBezTo>
                  <a:lnTo>
                    <a:pt x="26364" y="17993"/>
                  </a:lnTo>
                  <a:cubicBezTo>
                    <a:pt x="26504" y="17925"/>
                    <a:pt x="26621" y="17829"/>
                    <a:pt x="26728" y="17719"/>
                  </a:cubicBezTo>
                  <a:cubicBezTo>
                    <a:pt x="26768" y="17698"/>
                    <a:pt x="26808" y="17677"/>
                    <a:pt x="26849" y="17655"/>
                  </a:cubicBezTo>
                  <a:cubicBezTo>
                    <a:pt x="27004" y="17616"/>
                    <a:pt x="27083" y="17476"/>
                    <a:pt x="27202" y="17390"/>
                  </a:cubicBezTo>
                  <a:cubicBezTo>
                    <a:pt x="27517" y="17247"/>
                    <a:pt x="27734" y="16954"/>
                    <a:pt x="28061" y="16826"/>
                  </a:cubicBezTo>
                  <a:cubicBezTo>
                    <a:pt x="28304" y="16613"/>
                    <a:pt x="28573" y="16428"/>
                    <a:pt x="28780" y="16172"/>
                  </a:cubicBezTo>
                  <a:cubicBezTo>
                    <a:pt x="28795" y="16167"/>
                    <a:pt x="28808" y="16159"/>
                    <a:pt x="28821" y="16149"/>
                  </a:cubicBezTo>
                  <a:cubicBezTo>
                    <a:pt x="28909" y="16060"/>
                    <a:pt x="29006" y="15980"/>
                    <a:pt x="29067" y="15867"/>
                  </a:cubicBezTo>
                  <a:cubicBezTo>
                    <a:pt x="29165" y="15795"/>
                    <a:pt x="29274" y="15734"/>
                    <a:pt x="29334" y="15621"/>
                  </a:cubicBezTo>
                  <a:cubicBezTo>
                    <a:pt x="29827" y="15219"/>
                    <a:pt x="30231" y="14739"/>
                    <a:pt x="30588" y="14218"/>
                  </a:cubicBezTo>
                  <a:cubicBezTo>
                    <a:pt x="30717" y="14102"/>
                    <a:pt x="30816" y="13963"/>
                    <a:pt x="30892" y="13808"/>
                  </a:cubicBezTo>
                  <a:cubicBezTo>
                    <a:pt x="31145" y="13468"/>
                    <a:pt x="31477" y="13190"/>
                    <a:pt x="31687" y="12816"/>
                  </a:cubicBezTo>
                  <a:cubicBezTo>
                    <a:pt x="31815" y="12726"/>
                    <a:pt x="31882" y="12591"/>
                    <a:pt x="31961" y="12465"/>
                  </a:cubicBezTo>
                  <a:cubicBezTo>
                    <a:pt x="32201" y="12113"/>
                    <a:pt x="32462" y="11773"/>
                    <a:pt x="32626" y="11374"/>
                  </a:cubicBezTo>
                  <a:cubicBezTo>
                    <a:pt x="32645" y="11334"/>
                    <a:pt x="32665" y="11294"/>
                    <a:pt x="32683" y="11254"/>
                  </a:cubicBezTo>
                  <a:cubicBezTo>
                    <a:pt x="32715" y="11208"/>
                    <a:pt x="32746" y="11162"/>
                    <a:pt x="32779" y="11116"/>
                  </a:cubicBezTo>
                  <a:cubicBezTo>
                    <a:pt x="32900" y="10872"/>
                    <a:pt x="33022" y="10629"/>
                    <a:pt x="33145" y="10385"/>
                  </a:cubicBezTo>
                  <a:lnTo>
                    <a:pt x="33146" y="10385"/>
                  </a:lnTo>
                  <a:cubicBezTo>
                    <a:pt x="33175" y="10329"/>
                    <a:pt x="33179" y="10281"/>
                    <a:pt x="33121" y="10245"/>
                  </a:cubicBezTo>
                  <a:cubicBezTo>
                    <a:pt x="33018" y="10179"/>
                    <a:pt x="32940" y="10070"/>
                    <a:pt x="32808" y="10050"/>
                  </a:cubicBezTo>
                  <a:cubicBezTo>
                    <a:pt x="32663" y="9885"/>
                    <a:pt x="32520" y="9720"/>
                    <a:pt x="32375" y="9554"/>
                  </a:cubicBezTo>
                  <a:cubicBezTo>
                    <a:pt x="32279" y="9456"/>
                    <a:pt x="32184" y="9358"/>
                    <a:pt x="32089" y="9260"/>
                  </a:cubicBezTo>
                  <a:cubicBezTo>
                    <a:pt x="32080" y="9245"/>
                    <a:pt x="32069" y="9230"/>
                    <a:pt x="32051" y="9221"/>
                  </a:cubicBezTo>
                  <a:cubicBezTo>
                    <a:pt x="31990" y="9026"/>
                    <a:pt x="31843" y="8889"/>
                    <a:pt x="31719" y="8738"/>
                  </a:cubicBezTo>
                  <a:cubicBezTo>
                    <a:pt x="31692" y="8600"/>
                    <a:pt x="31556" y="8533"/>
                    <a:pt x="31509" y="8409"/>
                  </a:cubicBezTo>
                  <a:lnTo>
                    <a:pt x="31489" y="8399"/>
                  </a:lnTo>
                  <a:lnTo>
                    <a:pt x="31475" y="8410"/>
                  </a:lnTo>
                  <a:cubicBezTo>
                    <a:pt x="31476" y="8399"/>
                    <a:pt x="31475" y="8388"/>
                    <a:pt x="31470" y="8377"/>
                  </a:cubicBezTo>
                  <a:cubicBezTo>
                    <a:pt x="31445" y="8319"/>
                    <a:pt x="31442" y="8252"/>
                    <a:pt x="31392" y="8205"/>
                  </a:cubicBezTo>
                  <a:cubicBezTo>
                    <a:pt x="31364" y="8180"/>
                    <a:pt x="31337" y="8154"/>
                    <a:pt x="31309" y="8129"/>
                  </a:cubicBezTo>
                  <a:cubicBezTo>
                    <a:pt x="31285" y="8071"/>
                    <a:pt x="31261" y="8013"/>
                    <a:pt x="31237" y="7955"/>
                  </a:cubicBezTo>
                  <a:cubicBezTo>
                    <a:pt x="31091" y="7687"/>
                    <a:pt x="30960" y="7410"/>
                    <a:pt x="30763" y="7172"/>
                  </a:cubicBezTo>
                  <a:cubicBezTo>
                    <a:pt x="30502" y="6782"/>
                    <a:pt x="30242" y="6393"/>
                    <a:pt x="29981" y="6002"/>
                  </a:cubicBezTo>
                  <a:cubicBezTo>
                    <a:pt x="29906" y="5752"/>
                    <a:pt x="29760" y="5535"/>
                    <a:pt x="29612" y="5329"/>
                  </a:cubicBezTo>
                  <a:cubicBezTo>
                    <a:pt x="29311" y="4907"/>
                    <a:pt x="28947" y="4528"/>
                    <a:pt x="28664" y="4095"/>
                  </a:cubicBezTo>
                  <a:cubicBezTo>
                    <a:pt x="28307" y="3551"/>
                    <a:pt x="27861" y="3086"/>
                    <a:pt x="27434" y="2604"/>
                  </a:cubicBezTo>
                  <a:cubicBezTo>
                    <a:pt x="27087" y="2213"/>
                    <a:pt x="26659" y="1902"/>
                    <a:pt x="26232" y="1597"/>
                  </a:cubicBezTo>
                  <a:cubicBezTo>
                    <a:pt x="25350" y="969"/>
                    <a:pt x="24433" y="434"/>
                    <a:pt x="23365" y="145"/>
                  </a:cubicBezTo>
                  <a:cubicBezTo>
                    <a:pt x="22994" y="45"/>
                    <a:pt x="22632" y="0"/>
                    <a:pt x="22274" y="0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83" name="Google Shape;1683;p38"/>
            <p:cNvPicPr preferRelativeResize="0"/>
            <p:nvPr/>
          </p:nvPicPr>
          <p:blipFill rotWithShape="1">
            <a:blip r:embed="rId3">
              <a:alphaModFix/>
            </a:blip>
            <a:srcRect l="31469" t="30610" r="31133" b="26980"/>
            <a:stretch/>
          </p:blipFill>
          <p:spPr>
            <a:xfrm>
              <a:off x="2407625" y="3052725"/>
              <a:ext cx="1165378" cy="743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4" name="Google Shape;1684;p38"/>
          <p:cNvGrpSpPr/>
          <p:nvPr/>
        </p:nvGrpSpPr>
        <p:grpSpPr>
          <a:xfrm>
            <a:off x="1692276" y="790900"/>
            <a:ext cx="5759448" cy="2954524"/>
            <a:chOff x="1590348" y="474402"/>
            <a:chExt cx="5887200" cy="3009600"/>
          </a:xfrm>
        </p:grpSpPr>
        <p:sp>
          <p:nvSpPr>
            <p:cNvPr id="1685" name="Google Shape;1685;p38"/>
            <p:cNvSpPr/>
            <p:nvPr/>
          </p:nvSpPr>
          <p:spPr>
            <a:xfrm>
              <a:off x="1590348" y="474402"/>
              <a:ext cx="5887200" cy="3009600"/>
            </a:xfrm>
            <a:prstGeom prst="plaque">
              <a:avLst>
                <a:gd name="adj" fmla="val 13620"/>
              </a:avLst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8"/>
            <p:cNvSpPr/>
            <p:nvPr/>
          </p:nvSpPr>
          <p:spPr>
            <a:xfrm>
              <a:off x="1813129" y="689841"/>
              <a:ext cx="5441700" cy="2578500"/>
            </a:xfrm>
            <a:prstGeom prst="plaque">
              <a:avLst>
                <a:gd name="adj" fmla="val 1362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8" name="Google Shape;1688;p38"/>
          <p:cNvSpPr txBox="1">
            <a:spLocks noGrp="1"/>
          </p:cNvSpPr>
          <p:nvPr>
            <p:ph type="title"/>
          </p:nvPr>
        </p:nvSpPr>
        <p:spPr>
          <a:xfrm>
            <a:off x="2135430" y="1292576"/>
            <a:ext cx="4755000" cy="20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br>
              <a:rPr lang="en" dirty="0"/>
            </a:br>
            <a:br>
              <a:rPr lang="en" sz="3400" dirty="0"/>
            </a:br>
            <a:r>
              <a:rPr lang="en" sz="3400" dirty="0"/>
              <a:t>Afortunados</a:t>
            </a:r>
            <a:endParaRPr dirty="0"/>
          </a:p>
        </p:txBody>
      </p:sp>
      <p:grpSp>
        <p:nvGrpSpPr>
          <p:cNvPr id="1689" name="Google Shape;1689;p38"/>
          <p:cNvGrpSpPr/>
          <p:nvPr/>
        </p:nvGrpSpPr>
        <p:grpSpPr>
          <a:xfrm>
            <a:off x="2064634" y="1185064"/>
            <a:ext cx="5014732" cy="2166196"/>
            <a:chOff x="2102734" y="1180728"/>
            <a:chExt cx="5014732" cy="2166196"/>
          </a:xfrm>
        </p:grpSpPr>
        <p:grpSp>
          <p:nvGrpSpPr>
            <p:cNvPr id="1690" name="Google Shape;1690;p38"/>
            <p:cNvGrpSpPr/>
            <p:nvPr/>
          </p:nvGrpSpPr>
          <p:grpSpPr>
            <a:xfrm>
              <a:off x="6527189" y="2562411"/>
              <a:ext cx="590277" cy="784513"/>
              <a:chOff x="2862525" y="4310025"/>
              <a:chExt cx="283025" cy="376175"/>
            </a:xfrm>
          </p:grpSpPr>
          <p:sp>
            <p:nvSpPr>
              <p:cNvPr id="1691" name="Google Shape;1691;p38"/>
              <p:cNvSpPr/>
              <p:nvPr/>
            </p:nvSpPr>
            <p:spPr>
              <a:xfrm>
                <a:off x="2862525" y="4401375"/>
                <a:ext cx="207275" cy="284825"/>
              </a:xfrm>
              <a:custGeom>
                <a:avLst/>
                <a:gdLst/>
                <a:ahLst/>
                <a:cxnLst/>
                <a:rect l="l" t="t" r="r" b="b"/>
                <a:pathLst>
                  <a:path w="8291" h="11393" extrusionOk="0">
                    <a:moveTo>
                      <a:pt x="4145" y="0"/>
                    </a:moveTo>
                    <a:cubicBezTo>
                      <a:pt x="4010" y="0"/>
                      <a:pt x="3891" y="912"/>
                      <a:pt x="3817" y="2318"/>
                    </a:cubicBezTo>
                    <a:cubicBezTo>
                      <a:pt x="3731" y="3922"/>
                      <a:pt x="2507" y="5246"/>
                      <a:pt x="912" y="5441"/>
                    </a:cubicBezTo>
                    <a:cubicBezTo>
                      <a:pt x="342" y="5512"/>
                      <a:pt x="1" y="5600"/>
                      <a:pt x="1" y="5696"/>
                    </a:cubicBezTo>
                    <a:cubicBezTo>
                      <a:pt x="1" y="5794"/>
                      <a:pt x="342" y="5882"/>
                      <a:pt x="912" y="5952"/>
                    </a:cubicBezTo>
                    <a:cubicBezTo>
                      <a:pt x="2507" y="6148"/>
                      <a:pt x="3731" y="7472"/>
                      <a:pt x="3817" y="9076"/>
                    </a:cubicBezTo>
                    <a:cubicBezTo>
                      <a:pt x="3891" y="10482"/>
                      <a:pt x="4010" y="11393"/>
                      <a:pt x="4145" y="11393"/>
                    </a:cubicBezTo>
                    <a:cubicBezTo>
                      <a:pt x="4280" y="11393"/>
                      <a:pt x="4400" y="10482"/>
                      <a:pt x="4474" y="9076"/>
                    </a:cubicBezTo>
                    <a:cubicBezTo>
                      <a:pt x="4559" y="7472"/>
                      <a:pt x="5784" y="6148"/>
                      <a:pt x="7379" y="5952"/>
                    </a:cubicBezTo>
                    <a:cubicBezTo>
                      <a:pt x="7949" y="5882"/>
                      <a:pt x="8291" y="5794"/>
                      <a:pt x="8291" y="5696"/>
                    </a:cubicBezTo>
                    <a:cubicBezTo>
                      <a:pt x="8291" y="5600"/>
                      <a:pt x="7949" y="5512"/>
                      <a:pt x="7379" y="5441"/>
                    </a:cubicBezTo>
                    <a:cubicBezTo>
                      <a:pt x="5784" y="5246"/>
                      <a:pt x="4559" y="3922"/>
                      <a:pt x="4474" y="2318"/>
                    </a:cubicBezTo>
                    <a:cubicBezTo>
                      <a:pt x="4400" y="912"/>
                      <a:pt x="4280" y="0"/>
                      <a:pt x="41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8"/>
              <p:cNvSpPr/>
              <p:nvPr/>
            </p:nvSpPr>
            <p:spPr>
              <a:xfrm>
                <a:off x="3029250" y="4310025"/>
                <a:ext cx="116300" cy="159800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6392" extrusionOk="0">
                    <a:moveTo>
                      <a:pt x="2326" y="0"/>
                    </a:moveTo>
                    <a:cubicBezTo>
                      <a:pt x="2250" y="0"/>
                      <a:pt x="2183" y="512"/>
                      <a:pt x="2141" y="1299"/>
                    </a:cubicBezTo>
                    <a:cubicBezTo>
                      <a:pt x="2094" y="2200"/>
                      <a:pt x="1406" y="2943"/>
                      <a:pt x="512" y="3052"/>
                    </a:cubicBezTo>
                    <a:cubicBezTo>
                      <a:pt x="192" y="3091"/>
                      <a:pt x="1" y="3141"/>
                      <a:pt x="1" y="3196"/>
                    </a:cubicBezTo>
                    <a:cubicBezTo>
                      <a:pt x="1" y="3251"/>
                      <a:pt x="192" y="3300"/>
                      <a:pt x="512" y="3339"/>
                    </a:cubicBezTo>
                    <a:cubicBezTo>
                      <a:pt x="1406" y="3449"/>
                      <a:pt x="2093" y="4191"/>
                      <a:pt x="2141" y="5092"/>
                    </a:cubicBezTo>
                    <a:cubicBezTo>
                      <a:pt x="2183" y="5880"/>
                      <a:pt x="2250" y="6391"/>
                      <a:pt x="2326" y="6391"/>
                    </a:cubicBezTo>
                    <a:cubicBezTo>
                      <a:pt x="2402" y="6391"/>
                      <a:pt x="2468" y="5880"/>
                      <a:pt x="2510" y="5092"/>
                    </a:cubicBezTo>
                    <a:cubicBezTo>
                      <a:pt x="2558" y="4191"/>
                      <a:pt x="3245" y="3449"/>
                      <a:pt x="4141" y="3339"/>
                    </a:cubicBezTo>
                    <a:cubicBezTo>
                      <a:pt x="4460" y="3300"/>
                      <a:pt x="4652" y="3251"/>
                      <a:pt x="4652" y="3196"/>
                    </a:cubicBezTo>
                    <a:cubicBezTo>
                      <a:pt x="4652" y="3142"/>
                      <a:pt x="4460" y="3091"/>
                      <a:pt x="4141" y="3052"/>
                    </a:cubicBezTo>
                    <a:cubicBezTo>
                      <a:pt x="3245" y="2943"/>
                      <a:pt x="2558" y="2200"/>
                      <a:pt x="2510" y="1299"/>
                    </a:cubicBezTo>
                    <a:cubicBezTo>
                      <a:pt x="2468" y="512"/>
                      <a:pt x="2402" y="0"/>
                      <a:pt x="2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3" name="Google Shape;1693;p38"/>
            <p:cNvGrpSpPr/>
            <p:nvPr/>
          </p:nvGrpSpPr>
          <p:grpSpPr>
            <a:xfrm>
              <a:off x="2102734" y="1180728"/>
              <a:ext cx="590277" cy="784551"/>
              <a:chOff x="2862525" y="4310025"/>
              <a:chExt cx="283025" cy="376175"/>
            </a:xfrm>
          </p:grpSpPr>
          <p:sp>
            <p:nvSpPr>
              <p:cNvPr id="1694" name="Google Shape;1694;p38"/>
              <p:cNvSpPr/>
              <p:nvPr/>
            </p:nvSpPr>
            <p:spPr>
              <a:xfrm>
                <a:off x="2862525" y="4401375"/>
                <a:ext cx="207275" cy="284825"/>
              </a:xfrm>
              <a:custGeom>
                <a:avLst/>
                <a:gdLst/>
                <a:ahLst/>
                <a:cxnLst/>
                <a:rect l="l" t="t" r="r" b="b"/>
                <a:pathLst>
                  <a:path w="8291" h="11393" extrusionOk="0">
                    <a:moveTo>
                      <a:pt x="4145" y="0"/>
                    </a:moveTo>
                    <a:cubicBezTo>
                      <a:pt x="4010" y="0"/>
                      <a:pt x="3891" y="912"/>
                      <a:pt x="3817" y="2318"/>
                    </a:cubicBezTo>
                    <a:cubicBezTo>
                      <a:pt x="3731" y="3922"/>
                      <a:pt x="2507" y="5246"/>
                      <a:pt x="912" y="5441"/>
                    </a:cubicBezTo>
                    <a:cubicBezTo>
                      <a:pt x="342" y="5512"/>
                      <a:pt x="1" y="5600"/>
                      <a:pt x="1" y="5696"/>
                    </a:cubicBezTo>
                    <a:cubicBezTo>
                      <a:pt x="1" y="5794"/>
                      <a:pt x="342" y="5882"/>
                      <a:pt x="912" y="5952"/>
                    </a:cubicBezTo>
                    <a:cubicBezTo>
                      <a:pt x="2507" y="6148"/>
                      <a:pt x="3731" y="7472"/>
                      <a:pt x="3817" y="9076"/>
                    </a:cubicBezTo>
                    <a:cubicBezTo>
                      <a:pt x="3891" y="10482"/>
                      <a:pt x="4010" y="11393"/>
                      <a:pt x="4145" y="11393"/>
                    </a:cubicBezTo>
                    <a:cubicBezTo>
                      <a:pt x="4280" y="11393"/>
                      <a:pt x="4400" y="10482"/>
                      <a:pt x="4474" y="9076"/>
                    </a:cubicBezTo>
                    <a:cubicBezTo>
                      <a:pt x="4559" y="7472"/>
                      <a:pt x="5784" y="6148"/>
                      <a:pt x="7379" y="5952"/>
                    </a:cubicBezTo>
                    <a:cubicBezTo>
                      <a:pt x="7949" y="5882"/>
                      <a:pt x="8291" y="5794"/>
                      <a:pt x="8291" y="5696"/>
                    </a:cubicBezTo>
                    <a:cubicBezTo>
                      <a:pt x="8291" y="5600"/>
                      <a:pt x="7949" y="5512"/>
                      <a:pt x="7379" y="5441"/>
                    </a:cubicBezTo>
                    <a:cubicBezTo>
                      <a:pt x="5784" y="5246"/>
                      <a:pt x="4559" y="3922"/>
                      <a:pt x="4474" y="2318"/>
                    </a:cubicBezTo>
                    <a:cubicBezTo>
                      <a:pt x="4400" y="912"/>
                      <a:pt x="4280" y="0"/>
                      <a:pt x="41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8"/>
              <p:cNvSpPr/>
              <p:nvPr/>
            </p:nvSpPr>
            <p:spPr>
              <a:xfrm>
                <a:off x="3029250" y="4310025"/>
                <a:ext cx="116300" cy="159800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6392" extrusionOk="0">
                    <a:moveTo>
                      <a:pt x="2326" y="0"/>
                    </a:moveTo>
                    <a:cubicBezTo>
                      <a:pt x="2250" y="0"/>
                      <a:pt x="2183" y="512"/>
                      <a:pt x="2141" y="1299"/>
                    </a:cubicBezTo>
                    <a:cubicBezTo>
                      <a:pt x="2094" y="2200"/>
                      <a:pt x="1406" y="2943"/>
                      <a:pt x="512" y="3052"/>
                    </a:cubicBezTo>
                    <a:cubicBezTo>
                      <a:pt x="192" y="3091"/>
                      <a:pt x="1" y="3141"/>
                      <a:pt x="1" y="3196"/>
                    </a:cubicBezTo>
                    <a:cubicBezTo>
                      <a:pt x="1" y="3251"/>
                      <a:pt x="192" y="3300"/>
                      <a:pt x="512" y="3339"/>
                    </a:cubicBezTo>
                    <a:cubicBezTo>
                      <a:pt x="1406" y="3449"/>
                      <a:pt x="2093" y="4191"/>
                      <a:pt x="2141" y="5092"/>
                    </a:cubicBezTo>
                    <a:cubicBezTo>
                      <a:pt x="2183" y="5880"/>
                      <a:pt x="2250" y="6391"/>
                      <a:pt x="2326" y="6391"/>
                    </a:cubicBezTo>
                    <a:cubicBezTo>
                      <a:pt x="2402" y="6391"/>
                      <a:pt x="2468" y="5880"/>
                      <a:pt x="2510" y="5092"/>
                    </a:cubicBezTo>
                    <a:cubicBezTo>
                      <a:pt x="2558" y="4191"/>
                      <a:pt x="3245" y="3449"/>
                      <a:pt x="4141" y="3339"/>
                    </a:cubicBezTo>
                    <a:cubicBezTo>
                      <a:pt x="4460" y="3300"/>
                      <a:pt x="4652" y="3251"/>
                      <a:pt x="4652" y="3196"/>
                    </a:cubicBezTo>
                    <a:cubicBezTo>
                      <a:pt x="4652" y="3142"/>
                      <a:pt x="4460" y="3091"/>
                      <a:pt x="4141" y="3052"/>
                    </a:cubicBezTo>
                    <a:cubicBezTo>
                      <a:pt x="3245" y="2943"/>
                      <a:pt x="2558" y="2200"/>
                      <a:pt x="2510" y="1299"/>
                    </a:cubicBezTo>
                    <a:cubicBezTo>
                      <a:pt x="2468" y="512"/>
                      <a:pt x="2402" y="0"/>
                      <a:pt x="2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96" name="Google Shape;1696;p38"/>
          <p:cNvGrpSpPr/>
          <p:nvPr/>
        </p:nvGrpSpPr>
        <p:grpSpPr>
          <a:xfrm rot="-403541">
            <a:off x="7787027" y="1025324"/>
            <a:ext cx="1005528" cy="877804"/>
            <a:chOff x="4924988" y="2972675"/>
            <a:chExt cx="1034827" cy="903474"/>
          </a:xfrm>
        </p:grpSpPr>
        <p:sp>
          <p:nvSpPr>
            <p:cNvPr id="1697" name="Google Shape;1697;p38"/>
            <p:cNvSpPr/>
            <p:nvPr/>
          </p:nvSpPr>
          <p:spPr>
            <a:xfrm>
              <a:off x="4936301" y="2983811"/>
              <a:ext cx="1012201" cy="881202"/>
            </a:xfrm>
            <a:custGeom>
              <a:avLst/>
              <a:gdLst/>
              <a:ahLst/>
              <a:cxnLst/>
              <a:rect l="l" t="t" r="r" b="b"/>
              <a:pathLst>
                <a:path w="27971" h="24351" extrusionOk="0">
                  <a:moveTo>
                    <a:pt x="10430" y="1"/>
                  </a:moveTo>
                  <a:cubicBezTo>
                    <a:pt x="10345" y="1"/>
                    <a:pt x="10261" y="7"/>
                    <a:pt x="10176" y="22"/>
                  </a:cubicBezTo>
                  <a:cubicBezTo>
                    <a:pt x="10093" y="10"/>
                    <a:pt x="10011" y="5"/>
                    <a:pt x="9931" y="5"/>
                  </a:cubicBezTo>
                  <a:cubicBezTo>
                    <a:pt x="9621" y="5"/>
                    <a:pt x="9322" y="82"/>
                    <a:pt x="9024" y="171"/>
                  </a:cubicBezTo>
                  <a:cubicBezTo>
                    <a:pt x="8910" y="203"/>
                    <a:pt x="8792" y="226"/>
                    <a:pt x="8683" y="269"/>
                  </a:cubicBezTo>
                  <a:cubicBezTo>
                    <a:pt x="8169" y="468"/>
                    <a:pt x="7666" y="697"/>
                    <a:pt x="7231" y="1036"/>
                  </a:cubicBezTo>
                  <a:cubicBezTo>
                    <a:pt x="6769" y="1395"/>
                    <a:pt x="6339" y="1793"/>
                    <a:pt x="5895" y="2174"/>
                  </a:cubicBezTo>
                  <a:cubicBezTo>
                    <a:pt x="5835" y="2272"/>
                    <a:pt x="5695" y="2304"/>
                    <a:pt x="5680" y="2439"/>
                  </a:cubicBezTo>
                  <a:cubicBezTo>
                    <a:pt x="5425" y="2830"/>
                    <a:pt x="5110" y="3180"/>
                    <a:pt x="4891" y="3595"/>
                  </a:cubicBezTo>
                  <a:cubicBezTo>
                    <a:pt x="4751" y="3792"/>
                    <a:pt x="4588" y="3975"/>
                    <a:pt x="4505" y="4207"/>
                  </a:cubicBezTo>
                  <a:cubicBezTo>
                    <a:pt x="4349" y="4404"/>
                    <a:pt x="4341" y="4666"/>
                    <a:pt x="4215" y="4877"/>
                  </a:cubicBezTo>
                  <a:cubicBezTo>
                    <a:pt x="4154" y="5195"/>
                    <a:pt x="3905" y="5437"/>
                    <a:pt x="3861" y="5761"/>
                  </a:cubicBezTo>
                  <a:lnTo>
                    <a:pt x="3269" y="7023"/>
                  </a:lnTo>
                  <a:cubicBezTo>
                    <a:pt x="3217" y="7121"/>
                    <a:pt x="3165" y="7219"/>
                    <a:pt x="3113" y="7317"/>
                  </a:cubicBezTo>
                  <a:cubicBezTo>
                    <a:pt x="2983" y="7522"/>
                    <a:pt x="2855" y="7727"/>
                    <a:pt x="2726" y="7931"/>
                  </a:cubicBezTo>
                  <a:cubicBezTo>
                    <a:pt x="2712" y="7946"/>
                    <a:pt x="2701" y="7959"/>
                    <a:pt x="2690" y="7975"/>
                  </a:cubicBezTo>
                  <a:lnTo>
                    <a:pt x="2228" y="8487"/>
                  </a:lnTo>
                  <a:cubicBezTo>
                    <a:pt x="2069" y="8676"/>
                    <a:pt x="1906" y="8861"/>
                    <a:pt x="1753" y="9056"/>
                  </a:cubicBezTo>
                  <a:cubicBezTo>
                    <a:pt x="1302" y="9632"/>
                    <a:pt x="797" y="10148"/>
                    <a:pt x="177" y="10545"/>
                  </a:cubicBezTo>
                  <a:cubicBezTo>
                    <a:pt x="127" y="10577"/>
                    <a:pt x="1" y="10613"/>
                    <a:pt x="87" y="10699"/>
                  </a:cubicBezTo>
                  <a:cubicBezTo>
                    <a:pt x="282" y="10896"/>
                    <a:pt x="378" y="11167"/>
                    <a:pt x="594" y="11345"/>
                  </a:cubicBezTo>
                  <a:cubicBezTo>
                    <a:pt x="790" y="11760"/>
                    <a:pt x="967" y="12186"/>
                    <a:pt x="1286" y="12530"/>
                  </a:cubicBezTo>
                  <a:cubicBezTo>
                    <a:pt x="1432" y="12841"/>
                    <a:pt x="1630" y="13118"/>
                    <a:pt x="1840" y="13389"/>
                  </a:cubicBezTo>
                  <a:cubicBezTo>
                    <a:pt x="1936" y="13636"/>
                    <a:pt x="2048" y="13879"/>
                    <a:pt x="2124" y="14131"/>
                  </a:cubicBezTo>
                  <a:cubicBezTo>
                    <a:pt x="2218" y="14447"/>
                    <a:pt x="2453" y="14682"/>
                    <a:pt x="2566" y="14986"/>
                  </a:cubicBezTo>
                  <a:cubicBezTo>
                    <a:pt x="2748" y="15477"/>
                    <a:pt x="3020" y="15923"/>
                    <a:pt x="3293" y="16366"/>
                  </a:cubicBezTo>
                  <a:cubicBezTo>
                    <a:pt x="3645" y="17222"/>
                    <a:pt x="4119" y="18006"/>
                    <a:pt x="4682" y="18737"/>
                  </a:cubicBezTo>
                  <a:cubicBezTo>
                    <a:pt x="4833" y="19090"/>
                    <a:pt x="5086" y="19370"/>
                    <a:pt x="5334" y="19652"/>
                  </a:cubicBezTo>
                  <a:cubicBezTo>
                    <a:pt x="5336" y="19720"/>
                    <a:pt x="5368" y="19766"/>
                    <a:pt x="5411" y="19818"/>
                  </a:cubicBezTo>
                  <a:cubicBezTo>
                    <a:pt x="5675" y="20138"/>
                    <a:pt x="5930" y="20463"/>
                    <a:pt x="6188" y="20788"/>
                  </a:cubicBezTo>
                  <a:cubicBezTo>
                    <a:pt x="6451" y="21040"/>
                    <a:pt x="6674" y="21334"/>
                    <a:pt x="6995" y="21523"/>
                  </a:cubicBezTo>
                  <a:cubicBezTo>
                    <a:pt x="7012" y="21532"/>
                    <a:pt x="7029" y="21541"/>
                    <a:pt x="7046" y="21550"/>
                  </a:cubicBezTo>
                  <a:cubicBezTo>
                    <a:pt x="7174" y="21663"/>
                    <a:pt x="7276" y="21807"/>
                    <a:pt x="7436" y="21883"/>
                  </a:cubicBezTo>
                  <a:cubicBezTo>
                    <a:pt x="7887" y="22316"/>
                    <a:pt x="8372" y="22700"/>
                    <a:pt x="8956" y="22940"/>
                  </a:cubicBezTo>
                  <a:cubicBezTo>
                    <a:pt x="9052" y="22994"/>
                    <a:pt x="9143" y="23063"/>
                    <a:pt x="9245" y="23099"/>
                  </a:cubicBezTo>
                  <a:cubicBezTo>
                    <a:pt x="9691" y="23258"/>
                    <a:pt x="10134" y="23422"/>
                    <a:pt x="10575" y="23595"/>
                  </a:cubicBezTo>
                  <a:cubicBezTo>
                    <a:pt x="10976" y="23752"/>
                    <a:pt x="11376" y="23934"/>
                    <a:pt x="11818" y="23965"/>
                  </a:cubicBezTo>
                  <a:cubicBezTo>
                    <a:pt x="11999" y="24027"/>
                    <a:pt x="12184" y="24073"/>
                    <a:pt x="12375" y="24073"/>
                  </a:cubicBezTo>
                  <a:cubicBezTo>
                    <a:pt x="12421" y="24073"/>
                    <a:pt x="12468" y="24070"/>
                    <a:pt x="12515" y="24064"/>
                  </a:cubicBezTo>
                  <a:cubicBezTo>
                    <a:pt x="13108" y="24187"/>
                    <a:pt x="13695" y="24350"/>
                    <a:pt x="14305" y="24350"/>
                  </a:cubicBezTo>
                  <a:cubicBezTo>
                    <a:pt x="14319" y="24350"/>
                    <a:pt x="14333" y="24350"/>
                    <a:pt x="14347" y="24350"/>
                  </a:cubicBezTo>
                  <a:cubicBezTo>
                    <a:pt x="14563" y="24347"/>
                    <a:pt x="14783" y="24293"/>
                    <a:pt x="14995" y="24293"/>
                  </a:cubicBezTo>
                  <a:cubicBezTo>
                    <a:pt x="15003" y="24293"/>
                    <a:pt x="15011" y="24293"/>
                    <a:pt x="15019" y="24293"/>
                  </a:cubicBezTo>
                  <a:cubicBezTo>
                    <a:pt x="15045" y="24294"/>
                    <a:pt x="15070" y="24294"/>
                    <a:pt x="15095" y="24294"/>
                  </a:cubicBezTo>
                  <a:cubicBezTo>
                    <a:pt x="15933" y="24294"/>
                    <a:pt x="16710" y="24014"/>
                    <a:pt x="17507" y="23821"/>
                  </a:cubicBezTo>
                  <a:cubicBezTo>
                    <a:pt x="17583" y="23798"/>
                    <a:pt x="17658" y="23776"/>
                    <a:pt x="17733" y="23752"/>
                  </a:cubicBezTo>
                  <a:cubicBezTo>
                    <a:pt x="18328" y="23512"/>
                    <a:pt x="18895" y="23217"/>
                    <a:pt x="19457" y="22911"/>
                  </a:cubicBezTo>
                  <a:cubicBezTo>
                    <a:pt x="19876" y="22684"/>
                    <a:pt x="20287" y="22443"/>
                    <a:pt x="20657" y="22145"/>
                  </a:cubicBezTo>
                  <a:cubicBezTo>
                    <a:pt x="21360" y="21580"/>
                    <a:pt x="22036" y="20990"/>
                    <a:pt x="22621" y="20293"/>
                  </a:cubicBezTo>
                  <a:cubicBezTo>
                    <a:pt x="23134" y="19682"/>
                    <a:pt x="23595" y="19047"/>
                    <a:pt x="23987" y="18354"/>
                  </a:cubicBezTo>
                  <a:cubicBezTo>
                    <a:pt x="24496" y="17455"/>
                    <a:pt x="24813" y="16479"/>
                    <a:pt x="25163" y="15515"/>
                  </a:cubicBezTo>
                  <a:cubicBezTo>
                    <a:pt x="25301" y="15076"/>
                    <a:pt x="25520" y="14670"/>
                    <a:pt x="25697" y="14248"/>
                  </a:cubicBezTo>
                  <a:cubicBezTo>
                    <a:pt x="25909" y="13742"/>
                    <a:pt x="26167" y="13279"/>
                    <a:pt x="26499" y="12843"/>
                  </a:cubicBezTo>
                  <a:cubicBezTo>
                    <a:pt x="26699" y="12578"/>
                    <a:pt x="27028" y="12469"/>
                    <a:pt x="27194" y="12182"/>
                  </a:cubicBezTo>
                  <a:cubicBezTo>
                    <a:pt x="27385" y="12074"/>
                    <a:pt x="27573" y="11962"/>
                    <a:pt x="27768" y="11860"/>
                  </a:cubicBezTo>
                  <a:cubicBezTo>
                    <a:pt x="27956" y="11760"/>
                    <a:pt x="27971" y="11635"/>
                    <a:pt x="27777" y="11517"/>
                  </a:cubicBezTo>
                  <a:lnTo>
                    <a:pt x="27777" y="11517"/>
                  </a:lnTo>
                  <a:lnTo>
                    <a:pt x="27777" y="11518"/>
                  </a:lnTo>
                  <a:cubicBezTo>
                    <a:pt x="27220" y="11179"/>
                    <a:pt x="26770" y="10735"/>
                    <a:pt x="26407" y="10198"/>
                  </a:cubicBezTo>
                  <a:cubicBezTo>
                    <a:pt x="26387" y="10162"/>
                    <a:pt x="26366" y="10126"/>
                    <a:pt x="26345" y="10090"/>
                  </a:cubicBezTo>
                  <a:cubicBezTo>
                    <a:pt x="26168" y="9794"/>
                    <a:pt x="26114" y="9434"/>
                    <a:pt x="25884" y="9163"/>
                  </a:cubicBezTo>
                  <a:cubicBezTo>
                    <a:pt x="25863" y="9128"/>
                    <a:pt x="25842" y="9092"/>
                    <a:pt x="25821" y="9057"/>
                  </a:cubicBezTo>
                  <a:cubicBezTo>
                    <a:pt x="25818" y="9054"/>
                    <a:pt x="25816" y="9050"/>
                    <a:pt x="25814" y="9047"/>
                  </a:cubicBezTo>
                  <a:cubicBezTo>
                    <a:pt x="25694" y="8869"/>
                    <a:pt x="25657" y="8642"/>
                    <a:pt x="25483" y="8498"/>
                  </a:cubicBezTo>
                  <a:cubicBezTo>
                    <a:pt x="25289" y="7893"/>
                    <a:pt x="24955" y="7350"/>
                    <a:pt x="24707" y="6769"/>
                  </a:cubicBezTo>
                  <a:cubicBezTo>
                    <a:pt x="24282" y="5772"/>
                    <a:pt x="23713" y="4845"/>
                    <a:pt x="23211" y="3885"/>
                  </a:cubicBezTo>
                  <a:cubicBezTo>
                    <a:pt x="23048" y="3575"/>
                    <a:pt x="22830" y="3303"/>
                    <a:pt x="22624" y="3021"/>
                  </a:cubicBezTo>
                  <a:cubicBezTo>
                    <a:pt x="22257" y="2518"/>
                    <a:pt x="21883" y="2021"/>
                    <a:pt x="21427" y="1592"/>
                  </a:cubicBezTo>
                  <a:cubicBezTo>
                    <a:pt x="20835" y="1037"/>
                    <a:pt x="20157" y="606"/>
                    <a:pt x="19380" y="367"/>
                  </a:cubicBezTo>
                  <a:cubicBezTo>
                    <a:pt x="19033" y="261"/>
                    <a:pt x="18677" y="219"/>
                    <a:pt x="18317" y="219"/>
                  </a:cubicBezTo>
                  <a:cubicBezTo>
                    <a:pt x="18088" y="219"/>
                    <a:pt x="17858" y="236"/>
                    <a:pt x="17629" y="264"/>
                  </a:cubicBezTo>
                  <a:cubicBezTo>
                    <a:pt x="17045" y="337"/>
                    <a:pt x="16523" y="604"/>
                    <a:pt x="15989" y="828"/>
                  </a:cubicBezTo>
                  <a:cubicBezTo>
                    <a:pt x="15597" y="972"/>
                    <a:pt x="15261" y="1202"/>
                    <a:pt x="14958" y="1485"/>
                  </a:cubicBezTo>
                  <a:cubicBezTo>
                    <a:pt x="14946" y="1498"/>
                    <a:pt x="14935" y="1512"/>
                    <a:pt x="14925" y="1526"/>
                  </a:cubicBezTo>
                  <a:cubicBezTo>
                    <a:pt x="14720" y="1596"/>
                    <a:pt x="14607" y="1773"/>
                    <a:pt x="14465" y="1917"/>
                  </a:cubicBezTo>
                  <a:cubicBezTo>
                    <a:pt x="13974" y="1322"/>
                    <a:pt x="13446" y="772"/>
                    <a:pt x="12732" y="441"/>
                  </a:cubicBezTo>
                  <a:cubicBezTo>
                    <a:pt x="12197" y="263"/>
                    <a:pt x="11656" y="117"/>
                    <a:pt x="11094" y="68"/>
                  </a:cubicBezTo>
                  <a:cubicBezTo>
                    <a:pt x="10873" y="43"/>
                    <a:pt x="10652" y="1"/>
                    <a:pt x="10430" y="1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98" name="Google Shape;1698;p38"/>
            <p:cNvPicPr preferRelativeResize="0"/>
            <p:nvPr/>
          </p:nvPicPr>
          <p:blipFill rotWithShape="1">
            <a:blip r:embed="rId4">
              <a:alphaModFix/>
            </a:blip>
            <a:srcRect l="30352" t="23481" r="33882" b="21005"/>
            <a:stretch/>
          </p:blipFill>
          <p:spPr>
            <a:xfrm>
              <a:off x="4924988" y="2972675"/>
              <a:ext cx="1034827" cy="90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9" name="Google Shape;1699;p38"/>
          <p:cNvGrpSpPr/>
          <p:nvPr/>
        </p:nvGrpSpPr>
        <p:grpSpPr>
          <a:xfrm flipH="1">
            <a:off x="619012" y="2562881"/>
            <a:ext cx="718312" cy="519146"/>
            <a:chOff x="3303787" y="3963056"/>
            <a:chExt cx="718312" cy="519146"/>
          </a:xfrm>
        </p:grpSpPr>
        <p:pic>
          <p:nvPicPr>
            <p:cNvPr id="1700" name="Google Shape;1700;p38"/>
            <p:cNvPicPr preferRelativeResize="0"/>
            <p:nvPr/>
          </p:nvPicPr>
          <p:blipFill rotWithShape="1">
            <a:blip r:embed="rId5">
              <a:alphaModFix/>
            </a:blip>
            <a:srcRect l="44081" t="39624" r="42963" b="30651"/>
            <a:stretch/>
          </p:blipFill>
          <p:spPr>
            <a:xfrm rot="-786440">
              <a:off x="3350435" y="3996842"/>
              <a:ext cx="349857" cy="451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1" name="Google Shape;1701;p38"/>
            <p:cNvPicPr preferRelativeResize="0"/>
            <p:nvPr/>
          </p:nvPicPr>
          <p:blipFill rotWithShape="1">
            <a:blip r:embed="rId5">
              <a:alphaModFix/>
            </a:blip>
            <a:srcRect l="44081" t="39624" r="42963" b="30651"/>
            <a:stretch/>
          </p:blipFill>
          <p:spPr>
            <a:xfrm rot="722279">
              <a:off x="3774215" y="4177552"/>
              <a:ext cx="220621" cy="28477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02" name="Google Shape;1702;p38"/>
          <p:cNvPicPr preferRelativeResize="0"/>
          <p:nvPr/>
        </p:nvPicPr>
        <p:blipFill rotWithShape="1">
          <a:blip r:embed="rId5">
            <a:alphaModFix/>
          </a:blip>
          <a:srcRect l="44081" t="39624" r="42963" b="30651"/>
          <a:stretch/>
        </p:blipFill>
        <p:spPr>
          <a:xfrm rot="722292">
            <a:off x="7979102" y="2328361"/>
            <a:ext cx="276773" cy="357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7" name="Google Shape;1707;p39"/>
          <p:cNvGrpSpPr/>
          <p:nvPr/>
        </p:nvGrpSpPr>
        <p:grpSpPr>
          <a:xfrm>
            <a:off x="2368200" y="3444050"/>
            <a:ext cx="4407600" cy="1306950"/>
            <a:chOff x="2368200" y="492497"/>
            <a:chExt cx="4407600" cy="1467000"/>
          </a:xfrm>
        </p:grpSpPr>
        <p:sp>
          <p:nvSpPr>
            <p:cNvPr id="1708" name="Google Shape;1708;p39"/>
            <p:cNvSpPr/>
            <p:nvPr/>
          </p:nvSpPr>
          <p:spPr>
            <a:xfrm>
              <a:off x="2368200" y="492497"/>
              <a:ext cx="4407600" cy="1467000"/>
            </a:xfrm>
            <a:prstGeom prst="plaque">
              <a:avLst>
                <a:gd name="adj" fmla="val 13620"/>
              </a:avLst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9"/>
            <p:cNvSpPr/>
            <p:nvPr/>
          </p:nvSpPr>
          <p:spPr>
            <a:xfrm>
              <a:off x="2504850" y="621647"/>
              <a:ext cx="4134300" cy="1208700"/>
            </a:xfrm>
            <a:prstGeom prst="plaque">
              <a:avLst>
                <a:gd name="adj" fmla="val 1362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0" name="Google Shape;1710;p39"/>
          <p:cNvGrpSpPr/>
          <p:nvPr/>
        </p:nvGrpSpPr>
        <p:grpSpPr>
          <a:xfrm>
            <a:off x="2368200" y="428500"/>
            <a:ext cx="4407600" cy="1306950"/>
            <a:chOff x="2368200" y="492497"/>
            <a:chExt cx="4407600" cy="1467000"/>
          </a:xfrm>
        </p:grpSpPr>
        <p:sp>
          <p:nvSpPr>
            <p:cNvPr id="1711" name="Google Shape;1711;p39"/>
            <p:cNvSpPr/>
            <p:nvPr/>
          </p:nvSpPr>
          <p:spPr>
            <a:xfrm>
              <a:off x="2368200" y="492497"/>
              <a:ext cx="4407600" cy="1467000"/>
            </a:xfrm>
            <a:prstGeom prst="plaque">
              <a:avLst>
                <a:gd name="adj" fmla="val 13620"/>
              </a:avLst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9"/>
            <p:cNvSpPr/>
            <p:nvPr/>
          </p:nvSpPr>
          <p:spPr>
            <a:xfrm>
              <a:off x="2504850" y="621647"/>
              <a:ext cx="4134300" cy="1208700"/>
            </a:xfrm>
            <a:prstGeom prst="plaque">
              <a:avLst>
                <a:gd name="adj" fmla="val 1362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3" name="Google Shape;1713;p39"/>
          <p:cNvGrpSpPr/>
          <p:nvPr/>
        </p:nvGrpSpPr>
        <p:grpSpPr>
          <a:xfrm>
            <a:off x="2368200" y="1936275"/>
            <a:ext cx="4407600" cy="1306950"/>
            <a:chOff x="2368200" y="492497"/>
            <a:chExt cx="4407600" cy="1467000"/>
          </a:xfrm>
        </p:grpSpPr>
        <p:sp>
          <p:nvSpPr>
            <p:cNvPr id="1714" name="Google Shape;1714;p39"/>
            <p:cNvSpPr/>
            <p:nvPr/>
          </p:nvSpPr>
          <p:spPr>
            <a:xfrm>
              <a:off x="2368200" y="492497"/>
              <a:ext cx="4407600" cy="1467000"/>
            </a:xfrm>
            <a:prstGeom prst="plaque">
              <a:avLst>
                <a:gd name="adj" fmla="val 13620"/>
              </a:avLst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9"/>
            <p:cNvSpPr/>
            <p:nvPr/>
          </p:nvSpPr>
          <p:spPr>
            <a:xfrm>
              <a:off x="2504850" y="621647"/>
              <a:ext cx="4134300" cy="1208700"/>
            </a:xfrm>
            <a:prstGeom prst="plaque">
              <a:avLst>
                <a:gd name="adj" fmla="val 1362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6" name="Google Shape;1716;p39"/>
          <p:cNvSpPr txBox="1">
            <a:spLocks noGrp="1"/>
          </p:cNvSpPr>
          <p:nvPr>
            <p:ph type="title"/>
          </p:nvPr>
        </p:nvSpPr>
        <p:spPr>
          <a:xfrm>
            <a:off x="2736300" y="570538"/>
            <a:ext cx="3671400" cy="7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1717" name="Google Shape;1717;p39"/>
          <p:cNvSpPr txBox="1">
            <a:spLocks noGrp="1"/>
          </p:cNvSpPr>
          <p:nvPr>
            <p:ph type="subTitle" idx="1"/>
          </p:nvPr>
        </p:nvSpPr>
        <p:spPr>
          <a:xfrm>
            <a:off x="2736300" y="1228913"/>
            <a:ext cx="3671400" cy="3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Nuevas incorporaciones</a:t>
            </a:r>
            <a:endParaRPr dirty="0"/>
          </a:p>
        </p:txBody>
      </p:sp>
      <p:sp>
        <p:nvSpPr>
          <p:cNvPr id="1718" name="Google Shape;1718;p39"/>
          <p:cNvSpPr txBox="1">
            <a:spLocks noGrp="1"/>
          </p:cNvSpPr>
          <p:nvPr>
            <p:ph type="title" idx="2"/>
          </p:nvPr>
        </p:nvSpPr>
        <p:spPr>
          <a:xfrm>
            <a:off x="2736300" y="3586075"/>
            <a:ext cx="3671400" cy="7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3</a:t>
            </a:r>
            <a:endParaRPr dirty="0"/>
          </a:p>
        </p:txBody>
      </p:sp>
      <p:sp>
        <p:nvSpPr>
          <p:cNvPr id="1719" name="Google Shape;1719;p39"/>
          <p:cNvSpPr txBox="1">
            <a:spLocks noGrp="1"/>
          </p:cNvSpPr>
          <p:nvPr>
            <p:ph type="subTitle" idx="3"/>
          </p:nvPr>
        </p:nvSpPr>
        <p:spPr>
          <a:xfrm>
            <a:off x="2736300" y="4244425"/>
            <a:ext cx="3671400" cy="3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errores</a:t>
            </a:r>
            <a:endParaRPr dirty="0"/>
          </a:p>
        </p:txBody>
      </p:sp>
      <p:sp>
        <p:nvSpPr>
          <p:cNvPr id="1720" name="Google Shape;1720;p39"/>
          <p:cNvSpPr txBox="1">
            <a:spLocks noGrp="1"/>
          </p:cNvSpPr>
          <p:nvPr>
            <p:ph type="title" idx="4"/>
          </p:nvPr>
        </p:nvSpPr>
        <p:spPr>
          <a:xfrm>
            <a:off x="2736300" y="2078302"/>
            <a:ext cx="3671400" cy="7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1721" name="Google Shape;1721;p39"/>
          <p:cNvSpPr txBox="1">
            <a:spLocks noGrp="1"/>
          </p:cNvSpPr>
          <p:nvPr>
            <p:ph type="subTitle" idx="5"/>
          </p:nvPr>
        </p:nvSpPr>
        <p:spPr>
          <a:xfrm>
            <a:off x="2736300" y="2736699"/>
            <a:ext cx="3671400" cy="3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Fichaje del 2024</a:t>
            </a:r>
            <a:endParaRPr dirty="0"/>
          </a:p>
        </p:txBody>
      </p:sp>
      <p:grpSp>
        <p:nvGrpSpPr>
          <p:cNvPr id="1722" name="Google Shape;1722;p39"/>
          <p:cNvGrpSpPr/>
          <p:nvPr/>
        </p:nvGrpSpPr>
        <p:grpSpPr>
          <a:xfrm>
            <a:off x="2558707" y="618186"/>
            <a:ext cx="311837" cy="414470"/>
            <a:chOff x="2862525" y="4310025"/>
            <a:chExt cx="283025" cy="376175"/>
          </a:xfrm>
        </p:grpSpPr>
        <p:sp>
          <p:nvSpPr>
            <p:cNvPr id="1723" name="Google Shape;1723;p39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9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5" name="Google Shape;1725;p39"/>
          <p:cNvGrpSpPr/>
          <p:nvPr/>
        </p:nvGrpSpPr>
        <p:grpSpPr>
          <a:xfrm>
            <a:off x="2558707" y="3612799"/>
            <a:ext cx="311837" cy="414470"/>
            <a:chOff x="2862525" y="4310025"/>
            <a:chExt cx="283025" cy="376175"/>
          </a:xfrm>
        </p:grpSpPr>
        <p:sp>
          <p:nvSpPr>
            <p:cNvPr id="1726" name="Google Shape;1726;p39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9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8" name="Google Shape;1728;p39"/>
          <p:cNvGrpSpPr/>
          <p:nvPr/>
        </p:nvGrpSpPr>
        <p:grpSpPr>
          <a:xfrm flipH="1">
            <a:off x="6263932" y="2111011"/>
            <a:ext cx="311837" cy="414470"/>
            <a:chOff x="2862525" y="4310025"/>
            <a:chExt cx="283025" cy="376175"/>
          </a:xfrm>
        </p:grpSpPr>
        <p:sp>
          <p:nvSpPr>
            <p:cNvPr id="1729" name="Google Shape;1729;p39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9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1" name="Google Shape;1731;p39"/>
          <p:cNvGrpSpPr/>
          <p:nvPr/>
        </p:nvGrpSpPr>
        <p:grpSpPr>
          <a:xfrm rot="389569">
            <a:off x="7318687" y="3253551"/>
            <a:ext cx="1376868" cy="878281"/>
            <a:chOff x="2407625" y="3052725"/>
            <a:chExt cx="1165378" cy="743375"/>
          </a:xfrm>
        </p:grpSpPr>
        <p:sp>
          <p:nvSpPr>
            <p:cNvPr id="1732" name="Google Shape;1732;p39"/>
            <p:cNvSpPr/>
            <p:nvPr/>
          </p:nvSpPr>
          <p:spPr>
            <a:xfrm>
              <a:off x="2421395" y="3064366"/>
              <a:ext cx="1137825" cy="720074"/>
            </a:xfrm>
            <a:custGeom>
              <a:avLst/>
              <a:gdLst/>
              <a:ahLst/>
              <a:cxnLst/>
              <a:rect l="l" t="t" r="r" b="b"/>
              <a:pathLst>
                <a:path w="33180" h="20998" extrusionOk="0">
                  <a:moveTo>
                    <a:pt x="22274" y="0"/>
                  </a:moveTo>
                  <a:cubicBezTo>
                    <a:pt x="21759" y="0"/>
                    <a:pt x="21254" y="92"/>
                    <a:pt x="20742" y="240"/>
                  </a:cubicBezTo>
                  <a:cubicBezTo>
                    <a:pt x="20646" y="334"/>
                    <a:pt x="20497" y="319"/>
                    <a:pt x="20396" y="404"/>
                  </a:cubicBezTo>
                  <a:cubicBezTo>
                    <a:pt x="20302" y="469"/>
                    <a:pt x="20164" y="451"/>
                    <a:pt x="20100" y="568"/>
                  </a:cubicBezTo>
                  <a:cubicBezTo>
                    <a:pt x="19864" y="671"/>
                    <a:pt x="19638" y="793"/>
                    <a:pt x="19438" y="958"/>
                  </a:cubicBezTo>
                  <a:cubicBezTo>
                    <a:pt x="19231" y="1027"/>
                    <a:pt x="19061" y="1156"/>
                    <a:pt x="18899" y="1296"/>
                  </a:cubicBezTo>
                  <a:cubicBezTo>
                    <a:pt x="18339" y="1695"/>
                    <a:pt x="17730" y="2005"/>
                    <a:pt x="17094" y="2260"/>
                  </a:cubicBezTo>
                  <a:cubicBezTo>
                    <a:pt x="16960" y="2267"/>
                    <a:pt x="16826" y="2274"/>
                    <a:pt x="16693" y="2274"/>
                  </a:cubicBezTo>
                  <a:cubicBezTo>
                    <a:pt x="16368" y="2274"/>
                    <a:pt x="16052" y="2231"/>
                    <a:pt x="15765" y="2026"/>
                  </a:cubicBezTo>
                  <a:cubicBezTo>
                    <a:pt x="15696" y="1985"/>
                    <a:pt x="15627" y="1945"/>
                    <a:pt x="15559" y="1904"/>
                  </a:cubicBezTo>
                  <a:cubicBezTo>
                    <a:pt x="15427" y="1817"/>
                    <a:pt x="15295" y="1730"/>
                    <a:pt x="15164" y="1643"/>
                  </a:cubicBezTo>
                  <a:cubicBezTo>
                    <a:pt x="15152" y="1605"/>
                    <a:pt x="15132" y="1575"/>
                    <a:pt x="15090" y="1566"/>
                  </a:cubicBezTo>
                  <a:cubicBezTo>
                    <a:pt x="14889" y="1322"/>
                    <a:pt x="14593" y="1197"/>
                    <a:pt x="14364" y="987"/>
                  </a:cubicBezTo>
                  <a:cubicBezTo>
                    <a:pt x="14256" y="887"/>
                    <a:pt x="14151" y="781"/>
                    <a:pt x="13995" y="756"/>
                  </a:cubicBezTo>
                  <a:cubicBezTo>
                    <a:pt x="13831" y="635"/>
                    <a:pt x="13669" y="510"/>
                    <a:pt x="13452" y="500"/>
                  </a:cubicBezTo>
                  <a:cubicBezTo>
                    <a:pt x="13226" y="376"/>
                    <a:pt x="13002" y="244"/>
                    <a:pt x="12739" y="215"/>
                  </a:cubicBezTo>
                  <a:cubicBezTo>
                    <a:pt x="12469" y="135"/>
                    <a:pt x="12199" y="101"/>
                    <a:pt x="11928" y="101"/>
                  </a:cubicBezTo>
                  <a:cubicBezTo>
                    <a:pt x="11702" y="101"/>
                    <a:pt x="11475" y="125"/>
                    <a:pt x="11244" y="165"/>
                  </a:cubicBezTo>
                  <a:cubicBezTo>
                    <a:pt x="10806" y="242"/>
                    <a:pt x="10400" y="371"/>
                    <a:pt x="10018" y="589"/>
                  </a:cubicBezTo>
                  <a:cubicBezTo>
                    <a:pt x="9572" y="805"/>
                    <a:pt x="9162" y="1074"/>
                    <a:pt x="8815" y="1431"/>
                  </a:cubicBezTo>
                  <a:cubicBezTo>
                    <a:pt x="8743" y="1535"/>
                    <a:pt x="8671" y="1635"/>
                    <a:pt x="8571" y="1722"/>
                  </a:cubicBezTo>
                  <a:cubicBezTo>
                    <a:pt x="8492" y="1792"/>
                    <a:pt x="8380" y="1856"/>
                    <a:pt x="8359" y="1983"/>
                  </a:cubicBezTo>
                  <a:cubicBezTo>
                    <a:pt x="8345" y="1990"/>
                    <a:pt x="8330" y="1998"/>
                    <a:pt x="8317" y="2006"/>
                  </a:cubicBezTo>
                  <a:cubicBezTo>
                    <a:pt x="7900" y="2224"/>
                    <a:pt x="7609" y="2581"/>
                    <a:pt x="7316" y="2931"/>
                  </a:cubicBezTo>
                  <a:cubicBezTo>
                    <a:pt x="7165" y="3112"/>
                    <a:pt x="7007" y="3282"/>
                    <a:pt x="6827" y="3434"/>
                  </a:cubicBezTo>
                  <a:cubicBezTo>
                    <a:pt x="6633" y="3600"/>
                    <a:pt x="6421" y="3749"/>
                    <a:pt x="6255" y="3946"/>
                  </a:cubicBezTo>
                  <a:cubicBezTo>
                    <a:pt x="6229" y="3962"/>
                    <a:pt x="6200" y="3976"/>
                    <a:pt x="6178" y="3997"/>
                  </a:cubicBezTo>
                  <a:cubicBezTo>
                    <a:pt x="5873" y="4273"/>
                    <a:pt x="5583" y="4566"/>
                    <a:pt x="5265" y="4824"/>
                  </a:cubicBezTo>
                  <a:cubicBezTo>
                    <a:pt x="4790" y="5208"/>
                    <a:pt x="4296" y="5569"/>
                    <a:pt x="3811" y="5939"/>
                  </a:cubicBezTo>
                  <a:cubicBezTo>
                    <a:pt x="3628" y="6085"/>
                    <a:pt x="3442" y="6224"/>
                    <a:pt x="3241" y="6345"/>
                  </a:cubicBezTo>
                  <a:cubicBezTo>
                    <a:pt x="2898" y="6553"/>
                    <a:pt x="2566" y="6779"/>
                    <a:pt x="2228" y="6997"/>
                  </a:cubicBezTo>
                  <a:cubicBezTo>
                    <a:pt x="2143" y="7030"/>
                    <a:pt x="2056" y="7063"/>
                    <a:pt x="1971" y="7096"/>
                  </a:cubicBezTo>
                  <a:cubicBezTo>
                    <a:pt x="1956" y="7131"/>
                    <a:pt x="1906" y="7133"/>
                    <a:pt x="1895" y="7172"/>
                  </a:cubicBezTo>
                  <a:cubicBezTo>
                    <a:pt x="1894" y="7168"/>
                    <a:pt x="1892" y="7165"/>
                    <a:pt x="1890" y="7161"/>
                  </a:cubicBezTo>
                  <a:cubicBezTo>
                    <a:pt x="1841" y="7163"/>
                    <a:pt x="1796" y="7177"/>
                    <a:pt x="1760" y="7213"/>
                  </a:cubicBezTo>
                  <a:cubicBezTo>
                    <a:pt x="1456" y="7330"/>
                    <a:pt x="1181" y="7504"/>
                    <a:pt x="846" y="7568"/>
                  </a:cubicBezTo>
                  <a:cubicBezTo>
                    <a:pt x="600" y="7614"/>
                    <a:pt x="347" y="7756"/>
                    <a:pt x="164" y="7955"/>
                  </a:cubicBezTo>
                  <a:cubicBezTo>
                    <a:pt x="47" y="8084"/>
                    <a:pt x="115" y="8267"/>
                    <a:pt x="103" y="8426"/>
                  </a:cubicBezTo>
                  <a:cubicBezTo>
                    <a:pt x="109" y="8458"/>
                    <a:pt x="115" y="8489"/>
                    <a:pt x="121" y="8521"/>
                  </a:cubicBezTo>
                  <a:cubicBezTo>
                    <a:pt x="0" y="8955"/>
                    <a:pt x="124" y="9370"/>
                    <a:pt x="217" y="9787"/>
                  </a:cubicBezTo>
                  <a:cubicBezTo>
                    <a:pt x="201" y="9871"/>
                    <a:pt x="284" y="9937"/>
                    <a:pt x="259" y="10024"/>
                  </a:cubicBezTo>
                  <a:lnTo>
                    <a:pt x="317" y="10203"/>
                  </a:lnTo>
                  <a:cubicBezTo>
                    <a:pt x="330" y="10351"/>
                    <a:pt x="408" y="10480"/>
                    <a:pt x="448" y="10619"/>
                  </a:cubicBezTo>
                  <a:cubicBezTo>
                    <a:pt x="451" y="10626"/>
                    <a:pt x="453" y="10631"/>
                    <a:pt x="455" y="10637"/>
                  </a:cubicBezTo>
                  <a:cubicBezTo>
                    <a:pt x="445" y="10639"/>
                    <a:pt x="441" y="10648"/>
                    <a:pt x="441" y="10663"/>
                  </a:cubicBezTo>
                  <a:lnTo>
                    <a:pt x="741" y="11495"/>
                  </a:lnTo>
                  <a:cubicBezTo>
                    <a:pt x="810" y="11550"/>
                    <a:pt x="794" y="11652"/>
                    <a:pt x="857" y="11710"/>
                  </a:cubicBezTo>
                  <a:cubicBezTo>
                    <a:pt x="881" y="11767"/>
                    <a:pt x="906" y="11824"/>
                    <a:pt x="929" y="11882"/>
                  </a:cubicBezTo>
                  <a:cubicBezTo>
                    <a:pt x="1002" y="11934"/>
                    <a:pt x="980" y="12040"/>
                    <a:pt x="1049" y="12094"/>
                  </a:cubicBezTo>
                  <a:cubicBezTo>
                    <a:pt x="1077" y="12136"/>
                    <a:pt x="1086" y="12195"/>
                    <a:pt x="1147" y="12210"/>
                  </a:cubicBezTo>
                  <a:cubicBezTo>
                    <a:pt x="1142" y="12263"/>
                    <a:pt x="1116" y="12323"/>
                    <a:pt x="1161" y="12368"/>
                  </a:cubicBezTo>
                  <a:cubicBezTo>
                    <a:pt x="1313" y="12514"/>
                    <a:pt x="1359" y="12729"/>
                    <a:pt x="1503" y="12879"/>
                  </a:cubicBezTo>
                  <a:cubicBezTo>
                    <a:pt x="1714" y="13257"/>
                    <a:pt x="1994" y="13584"/>
                    <a:pt x="2271" y="13914"/>
                  </a:cubicBezTo>
                  <a:cubicBezTo>
                    <a:pt x="2772" y="14640"/>
                    <a:pt x="3390" y="15265"/>
                    <a:pt x="3993" y="15902"/>
                  </a:cubicBezTo>
                  <a:cubicBezTo>
                    <a:pt x="4146" y="16093"/>
                    <a:pt x="4363" y="16205"/>
                    <a:pt x="4546" y="16358"/>
                  </a:cubicBezTo>
                  <a:lnTo>
                    <a:pt x="4548" y="16357"/>
                  </a:lnTo>
                  <a:lnTo>
                    <a:pt x="4548" y="16357"/>
                  </a:lnTo>
                  <a:cubicBezTo>
                    <a:pt x="4547" y="16357"/>
                    <a:pt x="4547" y="16358"/>
                    <a:pt x="4546" y="16358"/>
                  </a:cubicBezTo>
                  <a:cubicBezTo>
                    <a:pt x="4772" y="16614"/>
                    <a:pt x="5060" y="16801"/>
                    <a:pt x="5303" y="17035"/>
                  </a:cubicBezTo>
                  <a:cubicBezTo>
                    <a:pt x="5987" y="17698"/>
                    <a:pt x="6734" y="18276"/>
                    <a:pt x="7571" y="18734"/>
                  </a:cubicBezTo>
                  <a:cubicBezTo>
                    <a:pt x="8050" y="18995"/>
                    <a:pt x="8488" y="19321"/>
                    <a:pt x="8990" y="19552"/>
                  </a:cubicBezTo>
                  <a:cubicBezTo>
                    <a:pt x="9445" y="19762"/>
                    <a:pt x="9876" y="20018"/>
                    <a:pt x="10372" y="20127"/>
                  </a:cubicBezTo>
                  <a:cubicBezTo>
                    <a:pt x="10901" y="20328"/>
                    <a:pt x="11450" y="20458"/>
                    <a:pt x="11997" y="20598"/>
                  </a:cubicBezTo>
                  <a:cubicBezTo>
                    <a:pt x="12331" y="20674"/>
                    <a:pt x="12662" y="20772"/>
                    <a:pt x="13000" y="20821"/>
                  </a:cubicBezTo>
                  <a:cubicBezTo>
                    <a:pt x="13616" y="20914"/>
                    <a:pt x="14239" y="20934"/>
                    <a:pt x="14861" y="20964"/>
                  </a:cubicBezTo>
                  <a:cubicBezTo>
                    <a:pt x="15209" y="20981"/>
                    <a:pt x="15559" y="20998"/>
                    <a:pt x="15908" y="20998"/>
                  </a:cubicBezTo>
                  <a:cubicBezTo>
                    <a:pt x="16172" y="20998"/>
                    <a:pt x="16435" y="20988"/>
                    <a:pt x="16699" y="20961"/>
                  </a:cubicBezTo>
                  <a:cubicBezTo>
                    <a:pt x="16810" y="20980"/>
                    <a:pt x="16921" y="20987"/>
                    <a:pt x="17032" y="20987"/>
                  </a:cubicBezTo>
                  <a:cubicBezTo>
                    <a:pt x="17205" y="20987"/>
                    <a:pt x="17377" y="20970"/>
                    <a:pt x="17550" y="20960"/>
                  </a:cubicBezTo>
                  <a:cubicBezTo>
                    <a:pt x="17614" y="20953"/>
                    <a:pt x="17678" y="20946"/>
                    <a:pt x="17743" y="20940"/>
                  </a:cubicBezTo>
                  <a:cubicBezTo>
                    <a:pt x="17758" y="20934"/>
                    <a:pt x="17773" y="20929"/>
                    <a:pt x="17788" y="20923"/>
                  </a:cubicBezTo>
                  <a:cubicBezTo>
                    <a:pt x="17898" y="20938"/>
                    <a:pt x="18008" y="20944"/>
                    <a:pt x="18118" y="20944"/>
                  </a:cubicBezTo>
                  <a:cubicBezTo>
                    <a:pt x="18434" y="20944"/>
                    <a:pt x="18745" y="20891"/>
                    <a:pt x="19057" y="20826"/>
                  </a:cubicBezTo>
                  <a:cubicBezTo>
                    <a:pt x="19069" y="20829"/>
                    <a:pt x="19080" y="20831"/>
                    <a:pt x="19091" y="20831"/>
                  </a:cubicBezTo>
                  <a:cubicBezTo>
                    <a:pt x="19151" y="20831"/>
                    <a:pt x="19205" y="20783"/>
                    <a:pt x="19266" y="20783"/>
                  </a:cubicBezTo>
                  <a:cubicBezTo>
                    <a:pt x="19276" y="20783"/>
                    <a:pt x="19287" y="20785"/>
                    <a:pt x="19298" y="20788"/>
                  </a:cubicBezTo>
                  <a:lnTo>
                    <a:pt x="19318" y="20779"/>
                  </a:lnTo>
                  <a:lnTo>
                    <a:pt x="19340" y="20775"/>
                  </a:lnTo>
                  <a:cubicBezTo>
                    <a:pt x="19352" y="20778"/>
                    <a:pt x="19363" y="20780"/>
                    <a:pt x="19373" y="20780"/>
                  </a:cubicBezTo>
                  <a:cubicBezTo>
                    <a:pt x="19420" y="20780"/>
                    <a:pt x="19461" y="20751"/>
                    <a:pt x="19505" y="20737"/>
                  </a:cubicBezTo>
                  <a:cubicBezTo>
                    <a:pt x="19519" y="20726"/>
                    <a:pt x="19533" y="20716"/>
                    <a:pt x="19546" y="20704"/>
                  </a:cubicBezTo>
                  <a:cubicBezTo>
                    <a:pt x="19548" y="20704"/>
                    <a:pt x="19549" y="20703"/>
                    <a:pt x="19552" y="20702"/>
                  </a:cubicBezTo>
                  <a:cubicBezTo>
                    <a:pt x="19552" y="20705"/>
                    <a:pt x="19552" y="20707"/>
                    <a:pt x="19553" y="20711"/>
                  </a:cubicBezTo>
                  <a:cubicBezTo>
                    <a:pt x="19555" y="20723"/>
                    <a:pt x="19564" y="20732"/>
                    <a:pt x="19582" y="20736"/>
                  </a:cubicBezTo>
                  <a:cubicBezTo>
                    <a:pt x="19640" y="20717"/>
                    <a:pt x="19699" y="20697"/>
                    <a:pt x="19758" y="20678"/>
                  </a:cubicBezTo>
                  <a:cubicBezTo>
                    <a:pt x="19760" y="20678"/>
                    <a:pt x="19763" y="20678"/>
                    <a:pt x="19766" y="20678"/>
                  </a:cubicBezTo>
                  <a:cubicBezTo>
                    <a:pt x="19908" y="20678"/>
                    <a:pt x="20021" y="20571"/>
                    <a:pt x="20163" y="20571"/>
                  </a:cubicBezTo>
                  <a:cubicBezTo>
                    <a:pt x="20167" y="20571"/>
                    <a:pt x="20172" y="20571"/>
                    <a:pt x="20177" y="20571"/>
                  </a:cubicBezTo>
                  <a:cubicBezTo>
                    <a:pt x="20624" y="20450"/>
                    <a:pt x="21099" y="20482"/>
                    <a:pt x="21543" y="20337"/>
                  </a:cubicBezTo>
                  <a:cubicBezTo>
                    <a:pt x="21553" y="20339"/>
                    <a:pt x="21562" y="20340"/>
                    <a:pt x="21571" y="20340"/>
                  </a:cubicBezTo>
                  <a:cubicBezTo>
                    <a:pt x="21594" y="20340"/>
                    <a:pt x="21612" y="20331"/>
                    <a:pt x="21623" y="20307"/>
                  </a:cubicBezTo>
                  <a:cubicBezTo>
                    <a:pt x="21629" y="20306"/>
                    <a:pt x="21635" y="20306"/>
                    <a:pt x="21641" y="20306"/>
                  </a:cubicBezTo>
                  <a:cubicBezTo>
                    <a:pt x="21652" y="20306"/>
                    <a:pt x="21663" y="20307"/>
                    <a:pt x="21673" y="20310"/>
                  </a:cubicBezTo>
                  <a:cubicBezTo>
                    <a:pt x="21782" y="20283"/>
                    <a:pt x="21878" y="20214"/>
                    <a:pt x="21994" y="20214"/>
                  </a:cubicBezTo>
                  <a:cubicBezTo>
                    <a:pt x="21999" y="20214"/>
                    <a:pt x="22003" y="20214"/>
                    <a:pt x="22007" y="20214"/>
                  </a:cubicBezTo>
                  <a:cubicBezTo>
                    <a:pt x="22180" y="20151"/>
                    <a:pt x="22354" y="20089"/>
                    <a:pt x="22528" y="20027"/>
                  </a:cubicBezTo>
                  <a:cubicBezTo>
                    <a:pt x="22713" y="19894"/>
                    <a:pt x="22955" y="19891"/>
                    <a:pt x="23141" y="19759"/>
                  </a:cubicBezTo>
                  <a:cubicBezTo>
                    <a:pt x="23183" y="19742"/>
                    <a:pt x="23226" y="19727"/>
                    <a:pt x="23268" y="19710"/>
                  </a:cubicBezTo>
                  <a:cubicBezTo>
                    <a:pt x="23349" y="19621"/>
                    <a:pt x="23486" y="19642"/>
                    <a:pt x="23569" y="19558"/>
                  </a:cubicBezTo>
                  <a:cubicBezTo>
                    <a:pt x="23681" y="19499"/>
                    <a:pt x="23792" y="19440"/>
                    <a:pt x="23903" y="19380"/>
                  </a:cubicBezTo>
                  <a:cubicBezTo>
                    <a:pt x="23984" y="19291"/>
                    <a:pt x="24122" y="19314"/>
                    <a:pt x="24204" y="19228"/>
                  </a:cubicBezTo>
                  <a:cubicBezTo>
                    <a:pt x="24329" y="19164"/>
                    <a:pt x="24455" y="19099"/>
                    <a:pt x="24581" y="19036"/>
                  </a:cubicBezTo>
                  <a:cubicBezTo>
                    <a:pt x="24587" y="19034"/>
                    <a:pt x="24593" y="19029"/>
                    <a:pt x="24596" y="19020"/>
                  </a:cubicBezTo>
                  <a:cubicBezTo>
                    <a:pt x="24598" y="19014"/>
                    <a:pt x="24597" y="19010"/>
                    <a:pt x="24593" y="19005"/>
                  </a:cubicBezTo>
                  <a:cubicBezTo>
                    <a:pt x="24601" y="19003"/>
                    <a:pt x="24611" y="19001"/>
                    <a:pt x="24620" y="18999"/>
                  </a:cubicBezTo>
                  <a:cubicBezTo>
                    <a:pt x="24692" y="18963"/>
                    <a:pt x="24781" y="18963"/>
                    <a:pt x="24839" y="18897"/>
                  </a:cubicBezTo>
                  <a:cubicBezTo>
                    <a:pt x="24880" y="18880"/>
                    <a:pt x="24922" y="18865"/>
                    <a:pt x="24964" y="18848"/>
                  </a:cubicBezTo>
                  <a:cubicBezTo>
                    <a:pt x="25016" y="18774"/>
                    <a:pt x="25128" y="18799"/>
                    <a:pt x="25179" y="18723"/>
                  </a:cubicBezTo>
                  <a:cubicBezTo>
                    <a:pt x="25274" y="18671"/>
                    <a:pt x="25371" y="18619"/>
                    <a:pt x="25466" y="18567"/>
                  </a:cubicBezTo>
                  <a:cubicBezTo>
                    <a:pt x="25519" y="18493"/>
                    <a:pt x="25628" y="18518"/>
                    <a:pt x="25680" y="18443"/>
                  </a:cubicBezTo>
                  <a:cubicBezTo>
                    <a:pt x="25755" y="18414"/>
                    <a:pt x="25830" y="18386"/>
                    <a:pt x="25881" y="18318"/>
                  </a:cubicBezTo>
                  <a:cubicBezTo>
                    <a:pt x="25932" y="18244"/>
                    <a:pt x="26039" y="18268"/>
                    <a:pt x="26092" y="18196"/>
                  </a:cubicBezTo>
                  <a:lnTo>
                    <a:pt x="26364" y="17993"/>
                  </a:lnTo>
                  <a:cubicBezTo>
                    <a:pt x="26504" y="17925"/>
                    <a:pt x="26621" y="17829"/>
                    <a:pt x="26728" y="17719"/>
                  </a:cubicBezTo>
                  <a:cubicBezTo>
                    <a:pt x="26768" y="17698"/>
                    <a:pt x="26808" y="17677"/>
                    <a:pt x="26849" y="17655"/>
                  </a:cubicBezTo>
                  <a:cubicBezTo>
                    <a:pt x="27004" y="17616"/>
                    <a:pt x="27083" y="17476"/>
                    <a:pt x="27202" y="17390"/>
                  </a:cubicBezTo>
                  <a:cubicBezTo>
                    <a:pt x="27517" y="17247"/>
                    <a:pt x="27734" y="16954"/>
                    <a:pt x="28061" y="16826"/>
                  </a:cubicBezTo>
                  <a:cubicBezTo>
                    <a:pt x="28304" y="16613"/>
                    <a:pt x="28573" y="16428"/>
                    <a:pt x="28780" y="16172"/>
                  </a:cubicBezTo>
                  <a:cubicBezTo>
                    <a:pt x="28795" y="16167"/>
                    <a:pt x="28808" y="16159"/>
                    <a:pt x="28821" y="16149"/>
                  </a:cubicBezTo>
                  <a:cubicBezTo>
                    <a:pt x="28909" y="16060"/>
                    <a:pt x="29006" y="15980"/>
                    <a:pt x="29067" y="15867"/>
                  </a:cubicBezTo>
                  <a:cubicBezTo>
                    <a:pt x="29165" y="15795"/>
                    <a:pt x="29274" y="15734"/>
                    <a:pt x="29334" y="15621"/>
                  </a:cubicBezTo>
                  <a:cubicBezTo>
                    <a:pt x="29827" y="15219"/>
                    <a:pt x="30231" y="14739"/>
                    <a:pt x="30588" y="14218"/>
                  </a:cubicBezTo>
                  <a:cubicBezTo>
                    <a:pt x="30717" y="14102"/>
                    <a:pt x="30816" y="13963"/>
                    <a:pt x="30892" y="13808"/>
                  </a:cubicBezTo>
                  <a:cubicBezTo>
                    <a:pt x="31145" y="13468"/>
                    <a:pt x="31477" y="13190"/>
                    <a:pt x="31687" y="12816"/>
                  </a:cubicBezTo>
                  <a:cubicBezTo>
                    <a:pt x="31815" y="12726"/>
                    <a:pt x="31882" y="12591"/>
                    <a:pt x="31961" y="12465"/>
                  </a:cubicBezTo>
                  <a:cubicBezTo>
                    <a:pt x="32201" y="12113"/>
                    <a:pt x="32462" y="11773"/>
                    <a:pt x="32626" y="11374"/>
                  </a:cubicBezTo>
                  <a:cubicBezTo>
                    <a:pt x="32645" y="11334"/>
                    <a:pt x="32665" y="11294"/>
                    <a:pt x="32683" y="11254"/>
                  </a:cubicBezTo>
                  <a:cubicBezTo>
                    <a:pt x="32715" y="11208"/>
                    <a:pt x="32746" y="11162"/>
                    <a:pt x="32779" y="11116"/>
                  </a:cubicBezTo>
                  <a:cubicBezTo>
                    <a:pt x="32900" y="10872"/>
                    <a:pt x="33022" y="10629"/>
                    <a:pt x="33145" y="10385"/>
                  </a:cubicBezTo>
                  <a:lnTo>
                    <a:pt x="33146" y="10385"/>
                  </a:lnTo>
                  <a:cubicBezTo>
                    <a:pt x="33175" y="10329"/>
                    <a:pt x="33179" y="10281"/>
                    <a:pt x="33121" y="10245"/>
                  </a:cubicBezTo>
                  <a:cubicBezTo>
                    <a:pt x="33018" y="10179"/>
                    <a:pt x="32940" y="10070"/>
                    <a:pt x="32808" y="10050"/>
                  </a:cubicBezTo>
                  <a:cubicBezTo>
                    <a:pt x="32663" y="9885"/>
                    <a:pt x="32520" y="9720"/>
                    <a:pt x="32375" y="9554"/>
                  </a:cubicBezTo>
                  <a:cubicBezTo>
                    <a:pt x="32279" y="9456"/>
                    <a:pt x="32184" y="9358"/>
                    <a:pt x="32089" y="9260"/>
                  </a:cubicBezTo>
                  <a:cubicBezTo>
                    <a:pt x="32080" y="9245"/>
                    <a:pt x="32069" y="9230"/>
                    <a:pt x="32051" y="9221"/>
                  </a:cubicBezTo>
                  <a:cubicBezTo>
                    <a:pt x="31990" y="9026"/>
                    <a:pt x="31843" y="8889"/>
                    <a:pt x="31719" y="8738"/>
                  </a:cubicBezTo>
                  <a:cubicBezTo>
                    <a:pt x="31692" y="8600"/>
                    <a:pt x="31556" y="8533"/>
                    <a:pt x="31509" y="8409"/>
                  </a:cubicBezTo>
                  <a:lnTo>
                    <a:pt x="31489" y="8399"/>
                  </a:lnTo>
                  <a:lnTo>
                    <a:pt x="31475" y="8410"/>
                  </a:lnTo>
                  <a:cubicBezTo>
                    <a:pt x="31476" y="8399"/>
                    <a:pt x="31475" y="8388"/>
                    <a:pt x="31470" y="8377"/>
                  </a:cubicBezTo>
                  <a:cubicBezTo>
                    <a:pt x="31445" y="8319"/>
                    <a:pt x="31442" y="8252"/>
                    <a:pt x="31392" y="8205"/>
                  </a:cubicBezTo>
                  <a:cubicBezTo>
                    <a:pt x="31364" y="8180"/>
                    <a:pt x="31337" y="8154"/>
                    <a:pt x="31309" y="8129"/>
                  </a:cubicBezTo>
                  <a:cubicBezTo>
                    <a:pt x="31285" y="8071"/>
                    <a:pt x="31261" y="8013"/>
                    <a:pt x="31237" y="7955"/>
                  </a:cubicBezTo>
                  <a:cubicBezTo>
                    <a:pt x="31091" y="7687"/>
                    <a:pt x="30960" y="7410"/>
                    <a:pt x="30763" y="7172"/>
                  </a:cubicBezTo>
                  <a:cubicBezTo>
                    <a:pt x="30502" y="6782"/>
                    <a:pt x="30242" y="6393"/>
                    <a:pt x="29981" y="6002"/>
                  </a:cubicBezTo>
                  <a:cubicBezTo>
                    <a:pt x="29906" y="5752"/>
                    <a:pt x="29760" y="5535"/>
                    <a:pt x="29612" y="5329"/>
                  </a:cubicBezTo>
                  <a:cubicBezTo>
                    <a:pt x="29311" y="4907"/>
                    <a:pt x="28947" y="4528"/>
                    <a:pt x="28664" y="4095"/>
                  </a:cubicBezTo>
                  <a:cubicBezTo>
                    <a:pt x="28307" y="3551"/>
                    <a:pt x="27861" y="3086"/>
                    <a:pt x="27434" y="2604"/>
                  </a:cubicBezTo>
                  <a:cubicBezTo>
                    <a:pt x="27087" y="2213"/>
                    <a:pt x="26659" y="1902"/>
                    <a:pt x="26232" y="1597"/>
                  </a:cubicBezTo>
                  <a:cubicBezTo>
                    <a:pt x="25350" y="969"/>
                    <a:pt x="24433" y="434"/>
                    <a:pt x="23365" y="145"/>
                  </a:cubicBezTo>
                  <a:cubicBezTo>
                    <a:pt x="22994" y="45"/>
                    <a:pt x="22632" y="0"/>
                    <a:pt x="22274" y="0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33" name="Google Shape;1733;p39"/>
            <p:cNvPicPr preferRelativeResize="0"/>
            <p:nvPr/>
          </p:nvPicPr>
          <p:blipFill rotWithShape="1">
            <a:blip r:embed="rId3">
              <a:alphaModFix/>
            </a:blip>
            <a:srcRect l="31469" t="30610" r="31133" b="26980"/>
            <a:stretch/>
          </p:blipFill>
          <p:spPr>
            <a:xfrm>
              <a:off x="2407625" y="3052725"/>
              <a:ext cx="1165378" cy="743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34" name="Google Shape;1734;p39"/>
          <p:cNvGrpSpPr/>
          <p:nvPr/>
        </p:nvGrpSpPr>
        <p:grpSpPr>
          <a:xfrm rot="-675681">
            <a:off x="920735" y="601002"/>
            <a:ext cx="1101146" cy="961375"/>
            <a:chOff x="4924988" y="2972675"/>
            <a:chExt cx="1034827" cy="903474"/>
          </a:xfrm>
        </p:grpSpPr>
        <p:sp>
          <p:nvSpPr>
            <p:cNvPr id="1735" name="Google Shape;1735;p39"/>
            <p:cNvSpPr/>
            <p:nvPr/>
          </p:nvSpPr>
          <p:spPr>
            <a:xfrm>
              <a:off x="4936301" y="2983811"/>
              <a:ext cx="1012201" cy="881202"/>
            </a:xfrm>
            <a:custGeom>
              <a:avLst/>
              <a:gdLst/>
              <a:ahLst/>
              <a:cxnLst/>
              <a:rect l="l" t="t" r="r" b="b"/>
              <a:pathLst>
                <a:path w="27971" h="24351" extrusionOk="0">
                  <a:moveTo>
                    <a:pt x="10430" y="1"/>
                  </a:moveTo>
                  <a:cubicBezTo>
                    <a:pt x="10345" y="1"/>
                    <a:pt x="10261" y="7"/>
                    <a:pt x="10176" y="22"/>
                  </a:cubicBezTo>
                  <a:cubicBezTo>
                    <a:pt x="10093" y="10"/>
                    <a:pt x="10011" y="5"/>
                    <a:pt x="9931" y="5"/>
                  </a:cubicBezTo>
                  <a:cubicBezTo>
                    <a:pt x="9621" y="5"/>
                    <a:pt x="9322" y="82"/>
                    <a:pt x="9024" y="171"/>
                  </a:cubicBezTo>
                  <a:cubicBezTo>
                    <a:pt x="8910" y="203"/>
                    <a:pt x="8792" y="226"/>
                    <a:pt x="8683" y="269"/>
                  </a:cubicBezTo>
                  <a:cubicBezTo>
                    <a:pt x="8169" y="468"/>
                    <a:pt x="7666" y="697"/>
                    <a:pt x="7231" y="1036"/>
                  </a:cubicBezTo>
                  <a:cubicBezTo>
                    <a:pt x="6769" y="1395"/>
                    <a:pt x="6339" y="1793"/>
                    <a:pt x="5895" y="2174"/>
                  </a:cubicBezTo>
                  <a:cubicBezTo>
                    <a:pt x="5835" y="2272"/>
                    <a:pt x="5695" y="2304"/>
                    <a:pt x="5680" y="2439"/>
                  </a:cubicBezTo>
                  <a:cubicBezTo>
                    <a:pt x="5425" y="2830"/>
                    <a:pt x="5110" y="3180"/>
                    <a:pt x="4891" y="3595"/>
                  </a:cubicBezTo>
                  <a:cubicBezTo>
                    <a:pt x="4751" y="3792"/>
                    <a:pt x="4588" y="3975"/>
                    <a:pt x="4505" y="4207"/>
                  </a:cubicBezTo>
                  <a:cubicBezTo>
                    <a:pt x="4349" y="4404"/>
                    <a:pt x="4341" y="4666"/>
                    <a:pt x="4215" y="4877"/>
                  </a:cubicBezTo>
                  <a:cubicBezTo>
                    <a:pt x="4154" y="5195"/>
                    <a:pt x="3905" y="5437"/>
                    <a:pt x="3861" y="5761"/>
                  </a:cubicBezTo>
                  <a:lnTo>
                    <a:pt x="3269" y="7023"/>
                  </a:lnTo>
                  <a:cubicBezTo>
                    <a:pt x="3217" y="7121"/>
                    <a:pt x="3165" y="7219"/>
                    <a:pt x="3113" y="7317"/>
                  </a:cubicBezTo>
                  <a:cubicBezTo>
                    <a:pt x="2983" y="7522"/>
                    <a:pt x="2855" y="7727"/>
                    <a:pt x="2726" y="7931"/>
                  </a:cubicBezTo>
                  <a:cubicBezTo>
                    <a:pt x="2712" y="7946"/>
                    <a:pt x="2701" y="7959"/>
                    <a:pt x="2690" y="7975"/>
                  </a:cubicBezTo>
                  <a:lnTo>
                    <a:pt x="2228" y="8487"/>
                  </a:lnTo>
                  <a:cubicBezTo>
                    <a:pt x="2069" y="8676"/>
                    <a:pt x="1906" y="8861"/>
                    <a:pt x="1753" y="9056"/>
                  </a:cubicBezTo>
                  <a:cubicBezTo>
                    <a:pt x="1302" y="9632"/>
                    <a:pt x="797" y="10148"/>
                    <a:pt x="177" y="10545"/>
                  </a:cubicBezTo>
                  <a:cubicBezTo>
                    <a:pt x="127" y="10577"/>
                    <a:pt x="1" y="10613"/>
                    <a:pt x="87" y="10699"/>
                  </a:cubicBezTo>
                  <a:cubicBezTo>
                    <a:pt x="282" y="10896"/>
                    <a:pt x="378" y="11167"/>
                    <a:pt x="594" y="11345"/>
                  </a:cubicBezTo>
                  <a:cubicBezTo>
                    <a:pt x="790" y="11760"/>
                    <a:pt x="967" y="12186"/>
                    <a:pt x="1286" y="12530"/>
                  </a:cubicBezTo>
                  <a:cubicBezTo>
                    <a:pt x="1432" y="12841"/>
                    <a:pt x="1630" y="13118"/>
                    <a:pt x="1840" y="13389"/>
                  </a:cubicBezTo>
                  <a:cubicBezTo>
                    <a:pt x="1936" y="13636"/>
                    <a:pt x="2048" y="13879"/>
                    <a:pt x="2124" y="14131"/>
                  </a:cubicBezTo>
                  <a:cubicBezTo>
                    <a:pt x="2218" y="14447"/>
                    <a:pt x="2453" y="14682"/>
                    <a:pt x="2566" y="14986"/>
                  </a:cubicBezTo>
                  <a:cubicBezTo>
                    <a:pt x="2748" y="15477"/>
                    <a:pt x="3020" y="15923"/>
                    <a:pt x="3293" y="16366"/>
                  </a:cubicBezTo>
                  <a:cubicBezTo>
                    <a:pt x="3645" y="17222"/>
                    <a:pt x="4119" y="18006"/>
                    <a:pt x="4682" y="18737"/>
                  </a:cubicBezTo>
                  <a:cubicBezTo>
                    <a:pt x="4833" y="19090"/>
                    <a:pt x="5086" y="19370"/>
                    <a:pt x="5334" y="19652"/>
                  </a:cubicBezTo>
                  <a:cubicBezTo>
                    <a:pt x="5336" y="19720"/>
                    <a:pt x="5368" y="19766"/>
                    <a:pt x="5411" y="19818"/>
                  </a:cubicBezTo>
                  <a:cubicBezTo>
                    <a:pt x="5675" y="20138"/>
                    <a:pt x="5930" y="20463"/>
                    <a:pt x="6188" y="20788"/>
                  </a:cubicBezTo>
                  <a:cubicBezTo>
                    <a:pt x="6451" y="21040"/>
                    <a:pt x="6674" y="21334"/>
                    <a:pt x="6995" y="21523"/>
                  </a:cubicBezTo>
                  <a:cubicBezTo>
                    <a:pt x="7012" y="21532"/>
                    <a:pt x="7029" y="21541"/>
                    <a:pt x="7046" y="21550"/>
                  </a:cubicBezTo>
                  <a:cubicBezTo>
                    <a:pt x="7174" y="21663"/>
                    <a:pt x="7276" y="21807"/>
                    <a:pt x="7436" y="21883"/>
                  </a:cubicBezTo>
                  <a:cubicBezTo>
                    <a:pt x="7887" y="22316"/>
                    <a:pt x="8372" y="22700"/>
                    <a:pt x="8956" y="22940"/>
                  </a:cubicBezTo>
                  <a:cubicBezTo>
                    <a:pt x="9052" y="22994"/>
                    <a:pt x="9143" y="23063"/>
                    <a:pt x="9245" y="23099"/>
                  </a:cubicBezTo>
                  <a:cubicBezTo>
                    <a:pt x="9691" y="23258"/>
                    <a:pt x="10134" y="23422"/>
                    <a:pt x="10575" y="23595"/>
                  </a:cubicBezTo>
                  <a:cubicBezTo>
                    <a:pt x="10976" y="23752"/>
                    <a:pt x="11376" y="23934"/>
                    <a:pt x="11818" y="23965"/>
                  </a:cubicBezTo>
                  <a:cubicBezTo>
                    <a:pt x="11999" y="24027"/>
                    <a:pt x="12184" y="24073"/>
                    <a:pt x="12375" y="24073"/>
                  </a:cubicBezTo>
                  <a:cubicBezTo>
                    <a:pt x="12421" y="24073"/>
                    <a:pt x="12468" y="24070"/>
                    <a:pt x="12515" y="24064"/>
                  </a:cubicBezTo>
                  <a:cubicBezTo>
                    <a:pt x="13108" y="24187"/>
                    <a:pt x="13695" y="24350"/>
                    <a:pt x="14305" y="24350"/>
                  </a:cubicBezTo>
                  <a:cubicBezTo>
                    <a:pt x="14319" y="24350"/>
                    <a:pt x="14333" y="24350"/>
                    <a:pt x="14347" y="24350"/>
                  </a:cubicBezTo>
                  <a:cubicBezTo>
                    <a:pt x="14563" y="24347"/>
                    <a:pt x="14783" y="24293"/>
                    <a:pt x="14995" y="24293"/>
                  </a:cubicBezTo>
                  <a:cubicBezTo>
                    <a:pt x="15003" y="24293"/>
                    <a:pt x="15011" y="24293"/>
                    <a:pt x="15019" y="24293"/>
                  </a:cubicBezTo>
                  <a:cubicBezTo>
                    <a:pt x="15045" y="24294"/>
                    <a:pt x="15070" y="24294"/>
                    <a:pt x="15095" y="24294"/>
                  </a:cubicBezTo>
                  <a:cubicBezTo>
                    <a:pt x="15933" y="24294"/>
                    <a:pt x="16710" y="24014"/>
                    <a:pt x="17507" y="23821"/>
                  </a:cubicBezTo>
                  <a:cubicBezTo>
                    <a:pt x="17583" y="23798"/>
                    <a:pt x="17658" y="23776"/>
                    <a:pt x="17733" y="23752"/>
                  </a:cubicBezTo>
                  <a:cubicBezTo>
                    <a:pt x="18328" y="23512"/>
                    <a:pt x="18895" y="23217"/>
                    <a:pt x="19457" y="22911"/>
                  </a:cubicBezTo>
                  <a:cubicBezTo>
                    <a:pt x="19876" y="22684"/>
                    <a:pt x="20287" y="22443"/>
                    <a:pt x="20657" y="22145"/>
                  </a:cubicBezTo>
                  <a:cubicBezTo>
                    <a:pt x="21360" y="21580"/>
                    <a:pt x="22036" y="20990"/>
                    <a:pt x="22621" y="20293"/>
                  </a:cubicBezTo>
                  <a:cubicBezTo>
                    <a:pt x="23134" y="19682"/>
                    <a:pt x="23595" y="19047"/>
                    <a:pt x="23987" y="18354"/>
                  </a:cubicBezTo>
                  <a:cubicBezTo>
                    <a:pt x="24496" y="17455"/>
                    <a:pt x="24813" y="16479"/>
                    <a:pt x="25163" y="15515"/>
                  </a:cubicBezTo>
                  <a:cubicBezTo>
                    <a:pt x="25301" y="15076"/>
                    <a:pt x="25520" y="14670"/>
                    <a:pt x="25697" y="14248"/>
                  </a:cubicBezTo>
                  <a:cubicBezTo>
                    <a:pt x="25909" y="13742"/>
                    <a:pt x="26167" y="13279"/>
                    <a:pt x="26499" y="12843"/>
                  </a:cubicBezTo>
                  <a:cubicBezTo>
                    <a:pt x="26699" y="12578"/>
                    <a:pt x="27028" y="12469"/>
                    <a:pt x="27194" y="12182"/>
                  </a:cubicBezTo>
                  <a:cubicBezTo>
                    <a:pt x="27385" y="12074"/>
                    <a:pt x="27573" y="11962"/>
                    <a:pt x="27768" y="11860"/>
                  </a:cubicBezTo>
                  <a:cubicBezTo>
                    <a:pt x="27956" y="11760"/>
                    <a:pt x="27971" y="11635"/>
                    <a:pt x="27777" y="11517"/>
                  </a:cubicBezTo>
                  <a:lnTo>
                    <a:pt x="27777" y="11517"/>
                  </a:lnTo>
                  <a:lnTo>
                    <a:pt x="27777" y="11518"/>
                  </a:lnTo>
                  <a:cubicBezTo>
                    <a:pt x="27220" y="11179"/>
                    <a:pt x="26770" y="10735"/>
                    <a:pt x="26407" y="10198"/>
                  </a:cubicBezTo>
                  <a:cubicBezTo>
                    <a:pt x="26387" y="10162"/>
                    <a:pt x="26366" y="10126"/>
                    <a:pt x="26345" y="10090"/>
                  </a:cubicBezTo>
                  <a:cubicBezTo>
                    <a:pt x="26168" y="9794"/>
                    <a:pt x="26114" y="9434"/>
                    <a:pt x="25884" y="9163"/>
                  </a:cubicBezTo>
                  <a:cubicBezTo>
                    <a:pt x="25863" y="9128"/>
                    <a:pt x="25842" y="9092"/>
                    <a:pt x="25821" y="9057"/>
                  </a:cubicBezTo>
                  <a:cubicBezTo>
                    <a:pt x="25818" y="9054"/>
                    <a:pt x="25816" y="9050"/>
                    <a:pt x="25814" y="9047"/>
                  </a:cubicBezTo>
                  <a:cubicBezTo>
                    <a:pt x="25694" y="8869"/>
                    <a:pt x="25657" y="8642"/>
                    <a:pt x="25483" y="8498"/>
                  </a:cubicBezTo>
                  <a:cubicBezTo>
                    <a:pt x="25289" y="7893"/>
                    <a:pt x="24955" y="7350"/>
                    <a:pt x="24707" y="6769"/>
                  </a:cubicBezTo>
                  <a:cubicBezTo>
                    <a:pt x="24282" y="5772"/>
                    <a:pt x="23713" y="4845"/>
                    <a:pt x="23211" y="3885"/>
                  </a:cubicBezTo>
                  <a:cubicBezTo>
                    <a:pt x="23048" y="3575"/>
                    <a:pt x="22830" y="3303"/>
                    <a:pt x="22624" y="3021"/>
                  </a:cubicBezTo>
                  <a:cubicBezTo>
                    <a:pt x="22257" y="2518"/>
                    <a:pt x="21883" y="2021"/>
                    <a:pt x="21427" y="1592"/>
                  </a:cubicBezTo>
                  <a:cubicBezTo>
                    <a:pt x="20835" y="1037"/>
                    <a:pt x="20157" y="606"/>
                    <a:pt x="19380" y="367"/>
                  </a:cubicBezTo>
                  <a:cubicBezTo>
                    <a:pt x="19033" y="261"/>
                    <a:pt x="18677" y="219"/>
                    <a:pt x="18317" y="219"/>
                  </a:cubicBezTo>
                  <a:cubicBezTo>
                    <a:pt x="18088" y="219"/>
                    <a:pt x="17858" y="236"/>
                    <a:pt x="17629" y="264"/>
                  </a:cubicBezTo>
                  <a:cubicBezTo>
                    <a:pt x="17045" y="337"/>
                    <a:pt x="16523" y="604"/>
                    <a:pt x="15989" y="828"/>
                  </a:cubicBezTo>
                  <a:cubicBezTo>
                    <a:pt x="15597" y="972"/>
                    <a:pt x="15261" y="1202"/>
                    <a:pt x="14958" y="1485"/>
                  </a:cubicBezTo>
                  <a:cubicBezTo>
                    <a:pt x="14946" y="1498"/>
                    <a:pt x="14935" y="1512"/>
                    <a:pt x="14925" y="1526"/>
                  </a:cubicBezTo>
                  <a:cubicBezTo>
                    <a:pt x="14720" y="1596"/>
                    <a:pt x="14607" y="1773"/>
                    <a:pt x="14465" y="1917"/>
                  </a:cubicBezTo>
                  <a:cubicBezTo>
                    <a:pt x="13974" y="1322"/>
                    <a:pt x="13446" y="772"/>
                    <a:pt x="12732" y="441"/>
                  </a:cubicBezTo>
                  <a:cubicBezTo>
                    <a:pt x="12197" y="263"/>
                    <a:pt x="11656" y="117"/>
                    <a:pt x="11094" y="68"/>
                  </a:cubicBezTo>
                  <a:cubicBezTo>
                    <a:pt x="10873" y="43"/>
                    <a:pt x="10652" y="1"/>
                    <a:pt x="10430" y="1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36" name="Google Shape;1736;p39"/>
            <p:cNvPicPr preferRelativeResize="0"/>
            <p:nvPr/>
          </p:nvPicPr>
          <p:blipFill rotWithShape="1">
            <a:blip r:embed="rId4">
              <a:alphaModFix/>
            </a:blip>
            <a:srcRect l="30352" t="23481" r="33882" b="21005"/>
            <a:stretch/>
          </p:blipFill>
          <p:spPr>
            <a:xfrm>
              <a:off x="4924988" y="2972675"/>
              <a:ext cx="1034827" cy="9034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37" name="Google Shape;1737;p39"/>
          <p:cNvPicPr preferRelativeResize="0"/>
          <p:nvPr/>
        </p:nvPicPr>
        <p:blipFill rotWithShape="1">
          <a:blip r:embed="rId5">
            <a:alphaModFix/>
          </a:blip>
          <a:srcRect l="44081" t="39624" r="42963" b="30651"/>
          <a:stretch/>
        </p:blipFill>
        <p:spPr>
          <a:xfrm rot="-47" flipH="1">
            <a:off x="1020822" y="2216417"/>
            <a:ext cx="349858" cy="451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8" name="Google Shape;1738;p39"/>
          <p:cNvPicPr preferRelativeResize="0"/>
          <p:nvPr/>
        </p:nvPicPr>
        <p:blipFill rotWithShape="1">
          <a:blip r:embed="rId5">
            <a:alphaModFix/>
          </a:blip>
          <a:srcRect l="44081" t="39624" r="42963" b="30651"/>
          <a:stretch/>
        </p:blipFill>
        <p:spPr>
          <a:xfrm rot="1742482" flipH="1">
            <a:off x="1550229" y="3682423"/>
            <a:ext cx="256166" cy="33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9" name="Google Shape;1739;p39"/>
          <p:cNvPicPr preferRelativeResize="0"/>
          <p:nvPr/>
        </p:nvPicPr>
        <p:blipFill rotWithShape="1">
          <a:blip r:embed="rId5">
            <a:alphaModFix/>
          </a:blip>
          <a:srcRect l="44081" t="39624" r="42963" b="30651"/>
          <a:stretch/>
        </p:blipFill>
        <p:spPr>
          <a:xfrm rot="-722194" flipH="1">
            <a:off x="7305106" y="2548549"/>
            <a:ext cx="256163" cy="330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0" name="Google Shape;1740;p39"/>
          <p:cNvPicPr preferRelativeResize="0"/>
          <p:nvPr/>
        </p:nvPicPr>
        <p:blipFill rotWithShape="1">
          <a:blip r:embed="rId5">
            <a:alphaModFix/>
          </a:blip>
          <a:srcRect l="44081" t="39624" r="42963" b="30651"/>
          <a:stretch/>
        </p:blipFill>
        <p:spPr>
          <a:xfrm rot="438031">
            <a:off x="7417248" y="1053042"/>
            <a:ext cx="349857" cy="451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5" name="Google Shape;1745;p40"/>
          <p:cNvGrpSpPr/>
          <p:nvPr/>
        </p:nvGrpSpPr>
        <p:grpSpPr>
          <a:xfrm>
            <a:off x="1571716" y="1209625"/>
            <a:ext cx="6000567" cy="2263741"/>
            <a:chOff x="1087350" y="1209675"/>
            <a:chExt cx="6969300" cy="2629200"/>
          </a:xfrm>
        </p:grpSpPr>
        <p:sp>
          <p:nvSpPr>
            <p:cNvPr id="1746" name="Google Shape;1746;p40"/>
            <p:cNvSpPr/>
            <p:nvPr/>
          </p:nvSpPr>
          <p:spPr>
            <a:xfrm>
              <a:off x="1087350" y="1209675"/>
              <a:ext cx="6969300" cy="2629200"/>
            </a:xfrm>
            <a:prstGeom prst="plaque">
              <a:avLst>
                <a:gd name="adj" fmla="val 13620"/>
              </a:avLst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0"/>
            <p:cNvSpPr/>
            <p:nvPr/>
          </p:nvSpPr>
          <p:spPr>
            <a:xfrm>
              <a:off x="1281000" y="1376475"/>
              <a:ext cx="6582000" cy="2295600"/>
            </a:xfrm>
            <a:prstGeom prst="plaque">
              <a:avLst>
                <a:gd name="adj" fmla="val 1362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9" name="Google Shape;1749;p40"/>
          <p:cNvSpPr txBox="1"/>
          <p:nvPr/>
        </p:nvSpPr>
        <p:spPr>
          <a:xfrm>
            <a:off x="2024650" y="3750275"/>
            <a:ext cx="27852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rPr>
              <a:t>Kisses per month</a:t>
            </a:r>
            <a:endParaRPr sz="2200" dirty="0">
              <a:solidFill>
                <a:schemeClr val="dk1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751" name="Google Shape;1751;p40"/>
          <p:cNvSpPr/>
          <p:nvPr/>
        </p:nvSpPr>
        <p:spPr>
          <a:xfrm>
            <a:off x="1587950" y="3769100"/>
            <a:ext cx="389100" cy="345600"/>
          </a:xfrm>
          <a:prstGeom prst="plaque">
            <a:avLst>
              <a:gd name="adj" fmla="val 13620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accen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752" name="Google Shape;1752;p40"/>
          <p:cNvSpPr/>
          <p:nvPr/>
        </p:nvSpPr>
        <p:spPr>
          <a:xfrm>
            <a:off x="1654413" y="3863613"/>
            <a:ext cx="256169" cy="156569"/>
          </a:xfrm>
          <a:custGeom>
            <a:avLst/>
            <a:gdLst/>
            <a:ahLst/>
            <a:cxnLst/>
            <a:rect l="l" t="t" r="r" b="b"/>
            <a:pathLst>
              <a:path w="209975" h="128335" extrusionOk="0">
                <a:moveTo>
                  <a:pt x="104959" y="47617"/>
                </a:moveTo>
                <a:cubicBezTo>
                  <a:pt x="108511" y="47617"/>
                  <a:pt x="112066" y="48645"/>
                  <a:pt x="115182" y="50700"/>
                </a:cubicBezTo>
                <a:lnTo>
                  <a:pt x="125979" y="57909"/>
                </a:lnTo>
                <a:cubicBezTo>
                  <a:pt x="127773" y="59083"/>
                  <a:pt x="129665" y="60061"/>
                  <a:pt x="131524" y="61040"/>
                </a:cubicBezTo>
                <a:cubicBezTo>
                  <a:pt x="129665" y="61986"/>
                  <a:pt x="127773" y="62997"/>
                  <a:pt x="125979" y="64172"/>
                </a:cubicBezTo>
                <a:lnTo>
                  <a:pt x="115182" y="71381"/>
                </a:lnTo>
                <a:cubicBezTo>
                  <a:pt x="112066" y="73436"/>
                  <a:pt x="108511" y="74463"/>
                  <a:pt x="104959" y="74463"/>
                </a:cubicBezTo>
                <a:cubicBezTo>
                  <a:pt x="101408" y="74463"/>
                  <a:pt x="97860" y="73436"/>
                  <a:pt x="94762" y="71381"/>
                </a:cubicBezTo>
                <a:lnTo>
                  <a:pt x="83932" y="64172"/>
                </a:lnTo>
                <a:cubicBezTo>
                  <a:pt x="82138" y="62997"/>
                  <a:pt x="80278" y="61986"/>
                  <a:pt x="78386" y="61040"/>
                </a:cubicBezTo>
                <a:cubicBezTo>
                  <a:pt x="80278" y="60061"/>
                  <a:pt x="82138" y="59083"/>
                  <a:pt x="83932" y="57909"/>
                </a:cubicBezTo>
                <a:lnTo>
                  <a:pt x="94762" y="50700"/>
                </a:lnTo>
                <a:cubicBezTo>
                  <a:pt x="97860" y="48645"/>
                  <a:pt x="101408" y="47617"/>
                  <a:pt x="104959" y="47617"/>
                </a:cubicBezTo>
                <a:close/>
                <a:moveTo>
                  <a:pt x="129255" y="1"/>
                </a:moveTo>
                <a:cubicBezTo>
                  <a:pt x="127606" y="1"/>
                  <a:pt x="125946" y="111"/>
                  <a:pt x="124283" y="334"/>
                </a:cubicBezTo>
                <a:cubicBezTo>
                  <a:pt x="116976" y="1313"/>
                  <a:pt x="110321" y="4412"/>
                  <a:pt x="104972" y="9174"/>
                </a:cubicBezTo>
                <a:cubicBezTo>
                  <a:pt x="99589" y="4412"/>
                  <a:pt x="92967" y="1313"/>
                  <a:pt x="85661" y="334"/>
                </a:cubicBezTo>
                <a:cubicBezTo>
                  <a:pt x="84017" y="112"/>
                  <a:pt x="82372" y="2"/>
                  <a:pt x="80735" y="2"/>
                </a:cubicBezTo>
                <a:cubicBezTo>
                  <a:pt x="72753" y="2"/>
                  <a:pt x="64940" y="2629"/>
                  <a:pt x="58227" y="7772"/>
                </a:cubicBezTo>
                <a:lnTo>
                  <a:pt x="2415" y="56441"/>
                </a:lnTo>
                <a:cubicBezTo>
                  <a:pt x="327" y="58267"/>
                  <a:pt x="1" y="62671"/>
                  <a:pt x="1567" y="64693"/>
                </a:cubicBezTo>
                <a:cubicBezTo>
                  <a:pt x="31479" y="104555"/>
                  <a:pt x="70427" y="128335"/>
                  <a:pt x="104972" y="128335"/>
                </a:cubicBezTo>
                <a:cubicBezTo>
                  <a:pt x="139516" y="128335"/>
                  <a:pt x="178432" y="104555"/>
                  <a:pt x="208377" y="64693"/>
                </a:cubicBezTo>
                <a:cubicBezTo>
                  <a:pt x="209975" y="62573"/>
                  <a:pt x="209583" y="58235"/>
                  <a:pt x="207528" y="56441"/>
                </a:cubicBezTo>
                <a:lnTo>
                  <a:pt x="151390" y="7543"/>
                </a:lnTo>
                <a:cubicBezTo>
                  <a:pt x="144954" y="2595"/>
                  <a:pt x="137242" y="1"/>
                  <a:pt x="12925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3" name="Google Shape;1753;p40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619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timeline</a:t>
            </a:r>
            <a:endParaRPr dirty="0"/>
          </a:p>
        </p:txBody>
      </p:sp>
      <p:sp>
        <p:nvSpPr>
          <p:cNvPr id="1754" name="Google Shape;1754;p40"/>
          <p:cNvSpPr/>
          <p:nvPr/>
        </p:nvSpPr>
        <p:spPr>
          <a:xfrm flipH="1">
            <a:off x="-742015" y="-130626"/>
            <a:ext cx="1619215" cy="2180626"/>
          </a:xfrm>
          <a:custGeom>
            <a:avLst/>
            <a:gdLst/>
            <a:ahLst/>
            <a:cxnLst/>
            <a:rect l="l" t="t" r="r" b="b"/>
            <a:pathLst>
              <a:path w="63029" h="95631" extrusionOk="0">
                <a:moveTo>
                  <a:pt x="19976" y="0"/>
                </a:moveTo>
                <a:cubicBezTo>
                  <a:pt x="4316" y="5220"/>
                  <a:pt x="-5930" y="33658"/>
                  <a:pt x="3974" y="46863"/>
                </a:cubicBezTo>
                <a:cubicBezTo>
                  <a:pt x="12768" y="58589"/>
                  <a:pt x="29726" y="60882"/>
                  <a:pt x="42836" y="67437"/>
                </a:cubicBezTo>
                <a:cubicBezTo>
                  <a:pt x="49996" y="71017"/>
                  <a:pt x="56624" y="76575"/>
                  <a:pt x="60743" y="83439"/>
                </a:cubicBezTo>
                <a:cubicBezTo>
                  <a:pt x="62870" y="86985"/>
                  <a:pt x="61721" y="91708"/>
                  <a:pt x="63029" y="95631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s-ES"/>
          </a:p>
        </p:txBody>
      </p:sp>
      <p:grpSp>
        <p:nvGrpSpPr>
          <p:cNvPr id="1756" name="Google Shape;1756;p40"/>
          <p:cNvGrpSpPr/>
          <p:nvPr/>
        </p:nvGrpSpPr>
        <p:grpSpPr>
          <a:xfrm rot="-676300">
            <a:off x="325380" y="2054682"/>
            <a:ext cx="941854" cy="822302"/>
            <a:chOff x="4924988" y="2972675"/>
            <a:chExt cx="1034827" cy="903474"/>
          </a:xfrm>
        </p:grpSpPr>
        <p:sp>
          <p:nvSpPr>
            <p:cNvPr id="1757" name="Google Shape;1757;p40"/>
            <p:cNvSpPr/>
            <p:nvPr/>
          </p:nvSpPr>
          <p:spPr>
            <a:xfrm>
              <a:off x="4936301" y="2983811"/>
              <a:ext cx="1012201" cy="881202"/>
            </a:xfrm>
            <a:custGeom>
              <a:avLst/>
              <a:gdLst/>
              <a:ahLst/>
              <a:cxnLst/>
              <a:rect l="l" t="t" r="r" b="b"/>
              <a:pathLst>
                <a:path w="27971" h="24351" extrusionOk="0">
                  <a:moveTo>
                    <a:pt x="10430" y="1"/>
                  </a:moveTo>
                  <a:cubicBezTo>
                    <a:pt x="10345" y="1"/>
                    <a:pt x="10261" y="7"/>
                    <a:pt x="10176" y="22"/>
                  </a:cubicBezTo>
                  <a:cubicBezTo>
                    <a:pt x="10093" y="10"/>
                    <a:pt x="10011" y="5"/>
                    <a:pt x="9931" y="5"/>
                  </a:cubicBezTo>
                  <a:cubicBezTo>
                    <a:pt x="9621" y="5"/>
                    <a:pt x="9322" y="82"/>
                    <a:pt x="9024" y="171"/>
                  </a:cubicBezTo>
                  <a:cubicBezTo>
                    <a:pt x="8910" y="203"/>
                    <a:pt x="8792" y="226"/>
                    <a:pt x="8683" y="269"/>
                  </a:cubicBezTo>
                  <a:cubicBezTo>
                    <a:pt x="8169" y="468"/>
                    <a:pt x="7666" y="697"/>
                    <a:pt x="7231" y="1036"/>
                  </a:cubicBezTo>
                  <a:cubicBezTo>
                    <a:pt x="6769" y="1395"/>
                    <a:pt x="6339" y="1793"/>
                    <a:pt x="5895" y="2174"/>
                  </a:cubicBezTo>
                  <a:cubicBezTo>
                    <a:pt x="5835" y="2272"/>
                    <a:pt x="5695" y="2304"/>
                    <a:pt x="5680" y="2439"/>
                  </a:cubicBezTo>
                  <a:cubicBezTo>
                    <a:pt x="5425" y="2830"/>
                    <a:pt x="5110" y="3180"/>
                    <a:pt x="4891" y="3595"/>
                  </a:cubicBezTo>
                  <a:cubicBezTo>
                    <a:pt x="4751" y="3792"/>
                    <a:pt x="4588" y="3975"/>
                    <a:pt x="4505" y="4207"/>
                  </a:cubicBezTo>
                  <a:cubicBezTo>
                    <a:pt x="4349" y="4404"/>
                    <a:pt x="4341" y="4666"/>
                    <a:pt x="4215" y="4877"/>
                  </a:cubicBezTo>
                  <a:cubicBezTo>
                    <a:pt x="4154" y="5195"/>
                    <a:pt x="3905" y="5437"/>
                    <a:pt x="3861" y="5761"/>
                  </a:cubicBezTo>
                  <a:lnTo>
                    <a:pt x="3269" y="7023"/>
                  </a:lnTo>
                  <a:cubicBezTo>
                    <a:pt x="3217" y="7121"/>
                    <a:pt x="3165" y="7219"/>
                    <a:pt x="3113" y="7317"/>
                  </a:cubicBezTo>
                  <a:cubicBezTo>
                    <a:pt x="2983" y="7522"/>
                    <a:pt x="2855" y="7727"/>
                    <a:pt x="2726" y="7931"/>
                  </a:cubicBezTo>
                  <a:cubicBezTo>
                    <a:pt x="2712" y="7946"/>
                    <a:pt x="2701" y="7959"/>
                    <a:pt x="2690" y="7975"/>
                  </a:cubicBezTo>
                  <a:lnTo>
                    <a:pt x="2228" y="8487"/>
                  </a:lnTo>
                  <a:cubicBezTo>
                    <a:pt x="2069" y="8676"/>
                    <a:pt x="1906" y="8861"/>
                    <a:pt x="1753" y="9056"/>
                  </a:cubicBezTo>
                  <a:cubicBezTo>
                    <a:pt x="1302" y="9632"/>
                    <a:pt x="797" y="10148"/>
                    <a:pt x="177" y="10545"/>
                  </a:cubicBezTo>
                  <a:cubicBezTo>
                    <a:pt x="127" y="10577"/>
                    <a:pt x="1" y="10613"/>
                    <a:pt x="87" y="10699"/>
                  </a:cubicBezTo>
                  <a:cubicBezTo>
                    <a:pt x="282" y="10896"/>
                    <a:pt x="378" y="11167"/>
                    <a:pt x="594" y="11345"/>
                  </a:cubicBezTo>
                  <a:cubicBezTo>
                    <a:pt x="790" y="11760"/>
                    <a:pt x="967" y="12186"/>
                    <a:pt x="1286" y="12530"/>
                  </a:cubicBezTo>
                  <a:cubicBezTo>
                    <a:pt x="1432" y="12841"/>
                    <a:pt x="1630" y="13118"/>
                    <a:pt x="1840" y="13389"/>
                  </a:cubicBezTo>
                  <a:cubicBezTo>
                    <a:pt x="1936" y="13636"/>
                    <a:pt x="2048" y="13879"/>
                    <a:pt x="2124" y="14131"/>
                  </a:cubicBezTo>
                  <a:cubicBezTo>
                    <a:pt x="2218" y="14447"/>
                    <a:pt x="2453" y="14682"/>
                    <a:pt x="2566" y="14986"/>
                  </a:cubicBezTo>
                  <a:cubicBezTo>
                    <a:pt x="2748" y="15477"/>
                    <a:pt x="3020" y="15923"/>
                    <a:pt x="3293" y="16366"/>
                  </a:cubicBezTo>
                  <a:cubicBezTo>
                    <a:pt x="3645" y="17222"/>
                    <a:pt x="4119" y="18006"/>
                    <a:pt x="4682" y="18737"/>
                  </a:cubicBezTo>
                  <a:cubicBezTo>
                    <a:pt x="4833" y="19090"/>
                    <a:pt x="5086" y="19370"/>
                    <a:pt x="5334" y="19652"/>
                  </a:cubicBezTo>
                  <a:cubicBezTo>
                    <a:pt x="5336" y="19720"/>
                    <a:pt x="5368" y="19766"/>
                    <a:pt x="5411" y="19818"/>
                  </a:cubicBezTo>
                  <a:cubicBezTo>
                    <a:pt x="5675" y="20138"/>
                    <a:pt x="5930" y="20463"/>
                    <a:pt x="6188" y="20788"/>
                  </a:cubicBezTo>
                  <a:cubicBezTo>
                    <a:pt x="6451" y="21040"/>
                    <a:pt x="6674" y="21334"/>
                    <a:pt x="6995" y="21523"/>
                  </a:cubicBezTo>
                  <a:cubicBezTo>
                    <a:pt x="7012" y="21532"/>
                    <a:pt x="7029" y="21541"/>
                    <a:pt x="7046" y="21550"/>
                  </a:cubicBezTo>
                  <a:cubicBezTo>
                    <a:pt x="7174" y="21663"/>
                    <a:pt x="7276" y="21807"/>
                    <a:pt x="7436" y="21883"/>
                  </a:cubicBezTo>
                  <a:cubicBezTo>
                    <a:pt x="7887" y="22316"/>
                    <a:pt x="8372" y="22700"/>
                    <a:pt x="8956" y="22940"/>
                  </a:cubicBezTo>
                  <a:cubicBezTo>
                    <a:pt x="9052" y="22994"/>
                    <a:pt x="9143" y="23063"/>
                    <a:pt x="9245" y="23099"/>
                  </a:cubicBezTo>
                  <a:cubicBezTo>
                    <a:pt x="9691" y="23258"/>
                    <a:pt x="10134" y="23422"/>
                    <a:pt x="10575" y="23595"/>
                  </a:cubicBezTo>
                  <a:cubicBezTo>
                    <a:pt x="10976" y="23752"/>
                    <a:pt x="11376" y="23934"/>
                    <a:pt x="11818" y="23965"/>
                  </a:cubicBezTo>
                  <a:cubicBezTo>
                    <a:pt x="11999" y="24027"/>
                    <a:pt x="12184" y="24073"/>
                    <a:pt x="12375" y="24073"/>
                  </a:cubicBezTo>
                  <a:cubicBezTo>
                    <a:pt x="12421" y="24073"/>
                    <a:pt x="12468" y="24070"/>
                    <a:pt x="12515" y="24064"/>
                  </a:cubicBezTo>
                  <a:cubicBezTo>
                    <a:pt x="13108" y="24187"/>
                    <a:pt x="13695" y="24350"/>
                    <a:pt x="14305" y="24350"/>
                  </a:cubicBezTo>
                  <a:cubicBezTo>
                    <a:pt x="14319" y="24350"/>
                    <a:pt x="14333" y="24350"/>
                    <a:pt x="14347" y="24350"/>
                  </a:cubicBezTo>
                  <a:cubicBezTo>
                    <a:pt x="14563" y="24347"/>
                    <a:pt x="14783" y="24293"/>
                    <a:pt x="14995" y="24293"/>
                  </a:cubicBezTo>
                  <a:cubicBezTo>
                    <a:pt x="15003" y="24293"/>
                    <a:pt x="15011" y="24293"/>
                    <a:pt x="15019" y="24293"/>
                  </a:cubicBezTo>
                  <a:cubicBezTo>
                    <a:pt x="15045" y="24294"/>
                    <a:pt x="15070" y="24294"/>
                    <a:pt x="15095" y="24294"/>
                  </a:cubicBezTo>
                  <a:cubicBezTo>
                    <a:pt x="15933" y="24294"/>
                    <a:pt x="16710" y="24014"/>
                    <a:pt x="17507" y="23821"/>
                  </a:cubicBezTo>
                  <a:cubicBezTo>
                    <a:pt x="17583" y="23798"/>
                    <a:pt x="17658" y="23776"/>
                    <a:pt x="17733" y="23752"/>
                  </a:cubicBezTo>
                  <a:cubicBezTo>
                    <a:pt x="18328" y="23512"/>
                    <a:pt x="18895" y="23217"/>
                    <a:pt x="19457" y="22911"/>
                  </a:cubicBezTo>
                  <a:cubicBezTo>
                    <a:pt x="19876" y="22684"/>
                    <a:pt x="20287" y="22443"/>
                    <a:pt x="20657" y="22145"/>
                  </a:cubicBezTo>
                  <a:cubicBezTo>
                    <a:pt x="21360" y="21580"/>
                    <a:pt x="22036" y="20990"/>
                    <a:pt x="22621" y="20293"/>
                  </a:cubicBezTo>
                  <a:cubicBezTo>
                    <a:pt x="23134" y="19682"/>
                    <a:pt x="23595" y="19047"/>
                    <a:pt x="23987" y="18354"/>
                  </a:cubicBezTo>
                  <a:cubicBezTo>
                    <a:pt x="24496" y="17455"/>
                    <a:pt x="24813" y="16479"/>
                    <a:pt x="25163" y="15515"/>
                  </a:cubicBezTo>
                  <a:cubicBezTo>
                    <a:pt x="25301" y="15076"/>
                    <a:pt x="25520" y="14670"/>
                    <a:pt x="25697" y="14248"/>
                  </a:cubicBezTo>
                  <a:cubicBezTo>
                    <a:pt x="25909" y="13742"/>
                    <a:pt x="26167" y="13279"/>
                    <a:pt x="26499" y="12843"/>
                  </a:cubicBezTo>
                  <a:cubicBezTo>
                    <a:pt x="26699" y="12578"/>
                    <a:pt x="27028" y="12469"/>
                    <a:pt x="27194" y="12182"/>
                  </a:cubicBezTo>
                  <a:cubicBezTo>
                    <a:pt x="27385" y="12074"/>
                    <a:pt x="27573" y="11962"/>
                    <a:pt x="27768" y="11860"/>
                  </a:cubicBezTo>
                  <a:cubicBezTo>
                    <a:pt x="27956" y="11760"/>
                    <a:pt x="27971" y="11635"/>
                    <a:pt x="27777" y="11517"/>
                  </a:cubicBezTo>
                  <a:lnTo>
                    <a:pt x="27777" y="11517"/>
                  </a:lnTo>
                  <a:lnTo>
                    <a:pt x="27777" y="11518"/>
                  </a:lnTo>
                  <a:cubicBezTo>
                    <a:pt x="27220" y="11179"/>
                    <a:pt x="26770" y="10735"/>
                    <a:pt x="26407" y="10198"/>
                  </a:cubicBezTo>
                  <a:cubicBezTo>
                    <a:pt x="26387" y="10162"/>
                    <a:pt x="26366" y="10126"/>
                    <a:pt x="26345" y="10090"/>
                  </a:cubicBezTo>
                  <a:cubicBezTo>
                    <a:pt x="26168" y="9794"/>
                    <a:pt x="26114" y="9434"/>
                    <a:pt x="25884" y="9163"/>
                  </a:cubicBezTo>
                  <a:cubicBezTo>
                    <a:pt x="25863" y="9128"/>
                    <a:pt x="25842" y="9092"/>
                    <a:pt x="25821" y="9057"/>
                  </a:cubicBezTo>
                  <a:cubicBezTo>
                    <a:pt x="25818" y="9054"/>
                    <a:pt x="25816" y="9050"/>
                    <a:pt x="25814" y="9047"/>
                  </a:cubicBezTo>
                  <a:cubicBezTo>
                    <a:pt x="25694" y="8869"/>
                    <a:pt x="25657" y="8642"/>
                    <a:pt x="25483" y="8498"/>
                  </a:cubicBezTo>
                  <a:cubicBezTo>
                    <a:pt x="25289" y="7893"/>
                    <a:pt x="24955" y="7350"/>
                    <a:pt x="24707" y="6769"/>
                  </a:cubicBezTo>
                  <a:cubicBezTo>
                    <a:pt x="24282" y="5772"/>
                    <a:pt x="23713" y="4845"/>
                    <a:pt x="23211" y="3885"/>
                  </a:cubicBezTo>
                  <a:cubicBezTo>
                    <a:pt x="23048" y="3575"/>
                    <a:pt x="22830" y="3303"/>
                    <a:pt x="22624" y="3021"/>
                  </a:cubicBezTo>
                  <a:cubicBezTo>
                    <a:pt x="22257" y="2518"/>
                    <a:pt x="21883" y="2021"/>
                    <a:pt x="21427" y="1592"/>
                  </a:cubicBezTo>
                  <a:cubicBezTo>
                    <a:pt x="20835" y="1037"/>
                    <a:pt x="20157" y="606"/>
                    <a:pt x="19380" y="367"/>
                  </a:cubicBezTo>
                  <a:cubicBezTo>
                    <a:pt x="19033" y="261"/>
                    <a:pt x="18677" y="219"/>
                    <a:pt x="18317" y="219"/>
                  </a:cubicBezTo>
                  <a:cubicBezTo>
                    <a:pt x="18088" y="219"/>
                    <a:pt x="17858" y="236"/>
                    <a:pt x="17629" y="264"/>
                  </a:cubicBezTo>
                  <a:cubicBezTo>
                    <a:pt x="17045" y="337"/>
                    <a:pt x="16523" y="604"/>
                    <a:pt x="15989" y="828"/>
                  </a:cubicBezTo>
                  <a:cubicBezTo>
                    <a:pt x="15597" y="972"/>
                    <a:pt x="15261" y="1202"/>
                    <a:pt x="14958" y="1485"/>
                  </a:cubicBezTo>
                  <a:cubicBezTo>
                    <a:pt x="14946" y="1498"/>
                    <a:pt x="14935" y="1512"/>
                    <a:pt x="14925" y="1526"/>
                  </a:cubicBezTo>
                  <a:cubicBezTo>
                    <a:pt x="14720" y="1596"/>
                    <a:pt x="14607" y="1773"/>
                    <a:pt x="14465" y="1917"/>
                  </a:cubicBezTo>
                  <a:cubicBezTo>
                    <a:pt x="13974" y="1322"/>
                    <a:pt x="13446" y="772"/>
                    <a:pt x="12732" y="441"/>
                  </a:cubicBezTo>
                  <a:cubicBezTo>
                    <a:pt x="12197" y="263"/>
                    <a:pt x="11656" y="117"/>
                    <a:pt x="11094" y="68"/>
                  </a:cubicBezTo>
                  <a:cubicBezTo>
                    <a:pt x="10873" y="43"/>
                    <a:pt x="10652" y="1"/>
                    <a:pt x="10430" y="1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58" name="Google Shape;1758;p40"/>
            <p:cNvPicPr preferRelativeResize="0"/>
            <p:nvPr/>
          </p:nvPicPr>
          <p:blipFill rotWithShape="1">
            <a:blip r:embed="rId3">
              <a:alphaModFix/>
            </a:blip>
            <a:srcRect l="30352" t="23481" r="33882" b="21005"/>
            <a:stretch/>
          </p:blipFill>
          <p:spPr>
            <a:xfrm>
              <a:off x="4924988" y="2972675"/>
              <a:ext cx="1034827" cy="90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59" name="Google Shape;1759;p40"/>
          <p:cNvGrpSpPr/>
          <p:nvPr/>
        </p:nvGrpSpPr>
        <p:grpSpPr>
          <a:xfrm rot="684173">
            <a:off x="7871460" y="2833673"/>
            <a:ext cx="863112" cy="753555"/>
            <a:chOff x="4924988" y="2972675"/>
            <a:chExt cx="1034827" cy="903474"/>
          </a:xfrm>
        </p:grpSpPr>
        <p:sp>
          <p:nvSpPr>
            <p:cNvPr id="1760" name="Google Shape;1760;p40"/>
            <p:cNvSpPr/>
            <p:nvPr/>
          </p:nvSpPr>
          <p:spPr>
            <a:xfrm>
              <a:off x="4936301" y="2983811"/>
              <a:ext cx="1012201" cy="881202"/>
            </a:xfrm>
            <a:custGeom>
              <a:avLst/>
              <a:gdLst/>
              <a:ahLst/>
              <a:cxnLst/>
              <a:rect l="l" t="t" r="r" b="b"/>
              <a:pathLst>
                <a:path w="27971" h="24351" extrusionOk="0">
                  <a:moveTo>
                    <a:pt x="10430" y="1"/>
                  </a:moveTo>
                  <a:cubicBezTo>
                    <a:pt x="10345" y="1"/>
                    <a:pt x="10261" y="7"/>
                    <a:pt x="10176" y="22"/>
                  </a:cubicBezTo>
                  <a:cubicBezTo>
                    <a:pt x="10093" y="10"/>
                    <a:pt x="10011" y="5"/>
                    <a:pt x="9931" y="5"/>
                  </a:cubicBezTo>
                  <a:cubicBezTo>
                    <a:pt x="9621" y="5"/>
                    <a:pt x="9322" y="82"/>
                    <a:pt x="9024" y="171"/>
                  </a:cubicBezTo>
                  <a:cubicBezTo>
                    <a:pt x="8910" y="203"/>
                    <a:pt x="8792" y="226"/>
                    <a:pt x="8683" y="269"/>
                  </a:cubicBezTo>
                  <a:cubicBezTo>
                    <a:pt x="8169" y="468"/>
                    <a:pt x="7666" y="697"/>
                    <a:pt x="7231" y="1036"/>
                  </a:cubicBezTo>
                  <a:cubicBezTo>
                    <a:pt x="6769" y="1395"/>
                    <a:pt x="6339" y="1793"/>
                    <a:pt x="5895" y="2174"/>
                  </a:cubicBezTo>
                  <a:cubicBezTo>
                    <a:pt x="5835" y="2272"/>
                    <a:pt x="5695" y="2304"/>
                    <a:pt x="5680" y="2439"/>
                  </a:cubicBezTo>
                  <a:cubicBezTo>
                    <a:pt x="5425" y="2830"/>
                    <a:pt x="5110" y="3180"/>
                    <a:pt x="4891" y="3595"/>
                  </a:cubicBezTo>
                  <a:cubicBezTo>
                    <a:pt x="4751" y="3792"/>
                    <a:pt x="4588" y="3975"/>
                    <a:pt x="4505" y="4207"/>
                  </a:cubicBezTo>
                  <a:cubicBezTo>
                    <a:pt x="4349" y="4404"/>
                    <a:pt x="4341" y="4666"/>
                    <a:pt x="4215" y="4877"/>
                  </a:cubicBezTo>
                  <a:cubicBezTo>
                    <a:pt x="4154" y="5195"/>
                    <a:pt x="3905" y="5437"/>
                    <a:pt x="3861" y="5761"/>
                  </a:cubicBezTo>
                  <a:lnTo>
                    <a:pt x="3269" y="7023"/>
                  </a:lnTo>
                  <a:cubicBezTo>
                    <a:pt x="3217" y="7121"/>
                    <a:pt x="3165" y="7219"/>
                    <a:pt x="3113" y="7317"/>
                  </a:cubicBezTo>
                  <a:cubicBezTo>
                    <a:pt x="2983" y="7522"/>
                    <a:pt x="2855" y="7727"/>
                    <a:pt x="2726" y="7931"/>
                  </a:cubicBezTo>
                  <a:cubicBezTo>
                    <a:pt x="2712" y="7946"/>
                    <a:pt x="2701" y="7959"/>
                    <a:pt x="2690" y="7975"/>
                  </a:cubicBezTo>
                  <a:lnTo>
                    <a:pt x="2228" y="8487"/>
                  </a:lnTo>
                  <a:cubicBezTo>
                    <a:pt x="2069" y="8676"/>
                    <a:pt x="1906" y="8861"/>
                    <a:pt x="1753" y="9056"/>
                  </a:cubicBezTo>
                  <a:cubicBezTo>
                    <a:pt x="1302" y="9632"/>
                    <a:pt x="797" y="10148"/>
                    <a:pt x="177" y="10545"/>
                  </a:cubicBezTo>
                  <a:cubicBezTo>
                    <a:pt x="127" y="10577"/>
                    <a:pt x="1" y="10613"/>
                    <a:pt x="87" y="10699"/>
                  </a:cubicBezTo>
                  <a:cubicBezTo>
                    <a:pt x="282" y="10896"/>
                    <a:pt x="378" y="11167"/>
                    <a:pt x="594" y="11345"/>
                  </a:cubicBezTo>
                  <a:cubicBezTo>
                    <a:pt x="790" y="11760"/>
                    <a:pt x="967" y="12186"/>
                    <a:pt x="1286" y="12530"/>
                  </a:cubicBezTo>
                  <a:cubicBezTo>
                    <a:pt x="1432" y="12841"/>
                    <a:pt x="1630" y="13118"/>
                    <a:pt x="1840" y="13389"/>
                  </a:cubicBezTo>
                  <a:cubicBezTo>
                    <a:pt x="1936" y="13636"/>
                    <a:pt x="2048" y="13879"/>
                    <a:pt x="2124" y="14131"/>
                  </a:cubicBezTo>
                  <a:cubicBezTo>
                    <a:pt x="2218" y="14447"/>
                    <a:pt x="2453" y="14682"/>
                    <a:pt x="2566" y="14986"/>
                  </a:cubicBezTo>
                  <a:cubicBezTo>
                    <a:pt x="2748" y="15477"/>
                    <a:pt x="3020" y="15923"/>
                    <a:pt x="3293" y="16366"/>
                  </a:cubicBezTo>
                  <a:cubicBezTo>
                    <a:pt x="3645" y="17222"/>
                    <a:pt x="4119" y="18006"/>
                    <a:pt x="4682" y="18737"/>
                  </a:cubicBezTo>
                  <a:cubicBezTo>
                    <a:pt x="4833" y="19090"/>
                    <a:pt x="5086" y="19370"/>
                    <a:pt x="5334" y="19652"/>
                  </a:cubicBezTo>
                  <a:cubicBezTo>
                    <a:pt x="5336" y="19720"/>
                    <a:pt x="5368" y="19766"/>
                    <a:pt x="5411" y="19818"/>
                  </a:cubicBezTo>
                  <a:cubicBezTo>
                    <a:pt x="5675" y="20138"/>
                    <a:pt x="5930" y="20463"/>
                    <a:pt x="6188" y="20788"/>
                  </a:cubicBezTo>
                  <a:cubicBezTo>
                    <a:pt x="6451" y="21040"/>
                    <a:pt x="6674" y="21334"/>
                    <a:pt x="6995" y="21523"/>
                  </a:cubicBezTo>
                  <a:cubicBezTo>
                    <a:pt x="7012" y="21532"/>
                    <a:pt x="7029" y="21541"/>
                    <a:pt x="7046" y="21550"/>
                  </a:cubicBezTo>
                  <a:cubicBezTo>
                    <a:pt x="7174" y="21663"/>
                    <a:pt x="7276" y="21807"/>
                    <a:pt x="7436" y="21883"/>
                  </a:cubicBezTo>
                  <a:cubicBezTo>
                    <a:pt x="7887" y="22316"/>
                    <a:pt x="8372" y="22700"/>
                    <a:pt x="8956" y="22940"/>
                  </a:cubicBezTo>
                  <a:cubicBezTo>
                    <a:pt x="9052" y="22994"/>
                    <a:pt x="9143" y="23063"/>
                    <a:pt x="9245" y="23099"/>
                  </a:cubicBezTo>
                  <a:cubicBezTo>
                    <a:pt x="9691" y="23258"/>
                    <a:pt x="10134" y="23422"/>
                    <a:pt x="10575" y="23595"/>
                  </a:cubicBezTo>
                  <a:cubicBezTo>
                    <a:pt x="10976" y="23752"/>
                    <a:pt x="11376" y="23934"/>
                    <a:pt x="11818" y="23965"/>
                  </a:cubicBezTo>
                  <a:cubicBezTo>
                    <a:pt x="11999" y="24027"/>
                    <a:pt x="12184" y="24073"/>
                    <a:pt x="12375" y="24073"/>
                  </a:cubicBezTo>
                  <a:cubicBezTo>
                    <a:pt x="12421" y="24073"/>
                    <a:pt x="12468" y="24070"/>
                    <a:pt x="12515" y="24064"/>
                  </a:cubicBezTo>
                  <a:cubicBezTo>
                    <a:pt x="13108" y="24187"/>
                    <a:pt x="13695" y="24350"/>
                    <a:pt x="14305" y="24350"/>
                  </a:cubicBezTo>
                  <a:cubicBezTo>
                    <a:pt x="14319" y="24350"/>
                    <a:pt x="14333" y="24350"/>
                    <a:pt x="14347" y="24350"/>
                  </a:cubicBezTo>
                  <a:cubicBezTo>
                    <a:pt x="14563" y="24347"/>
                    <a:pt x="14783" y="24293"/>
                    <a:pt x="14995" y="24293"/>
                  </a:cubicBezTo>
                  <a:cubicBezTo>
                    <a:pt x="15003" y="24293"/>
                    <a:pt x="15011" y="24293"/>
                    <a:pt x="15019" y="24293"/>
                  </a:cubicBezTo>
                  <a:cubicBezTo>
                    <a:pt x="15045" y="24294"/>
                    <a:pt x="15070" y="24294"/>
                    <a:pt x="15095" y="24294"/>
                  </a:cubicBezTo>
                  <a:cubicBezTo>
                    <a:pt x="15933" y="24294"/>
                    <a:pt x="16710" y="24014"/>
                    <a:pt x="17507" y="23821"/>
                  </a:cubicBezTo>
                  <a:cubicBezTo>
                    <a:pt x="17583" y="23798"/>
                    <a:pt x="17658" y="23776"/>
                    <a:pt x="17733" y="23752"/>
                  </a:cubicBezTo>
                  <a:cubicBezTo>
                    <a:pt x="18328" y="23512"/>
                    <a:pt x="18895" y="23217"/>
                    <a:pt x="19457" y="22911"/>
                  </a:cubicBezTo>
                  <a:cubicBezTo>
                    <a:pt x="19876" y="22684"/>
                    <a:pt x="20287" y="22443"/>
                    <a:pt x="20657" y="22145"/>
                  </a:cubicBezTo>
                  <a:cubicBezTo>
                    <a:pt x="21360" y="21580"/>
                    <a:pt x="22036" y="20990"/>
                    <a:pt x="22621" y="20293"/>
                  </a:cubicBezTo>
                  <a:cubicBezTo>
                    <a:pt x="23134" y="19682"/>
                    <a:pt x="23595" y="19047"/>
                    <a:pt x="23987" y="18354"/>
                  </a:cubicBezTo>
                  <a:cubicBezTo>
                    <a:pt x="24496" y="17455"/>
                    <a:pt x="24813" y="16479"/>
                    <a:pt x="25163" y="15515"/>
                  </a:cubicBezTo>
                  <a:cubicBezTo>
                    <a:pt x="25301" y="15076"/>
                    <a:pt x="25520" y="14670"/>
                    <a:pt x="25697" y="14248"/>
                  </a:cubicBezTo>
                  <a:cubicBezTo>
                    <a:pt x="25909" y="13742"/>
                    <a:pt x="26167" y="13279"/>
                    <a:pt x="26499" y="12843"/>
                  </a:cubicBezTo>
                  <a:cubicBezTo>
                    <a:pt x="26699" y="12578"/>
                    <a:pt x="27028" y="12469"/>
                    <a:pt x="27194" y="12182"/>
                  </a:cubicBezTo>
                  <a:cubicBezTo>
                    <a:pt x="27385" y="12074"/>
                    <a:pt x="27573" y="11962"/>
                    <a:pt x="27768" y="11860"/>
                  </a:cubicBezTo>
                  <a:cubicBezTo>
                    <a:pt x="27956" y="11760"/>
                    <a:pt x="27971" y="11635"/>
                    <a:pt x="27777" y="11517"/>
                  </a:cubicBezTo>
                  <a:lnTo>
                    <a:pt x="27777" y="11517"/>
                  </a:lnTo>
                  <a:lnTo>
                    <a:pt x="27777" y="11518"/>
                  </a:lnTo>
                  <a:cubicBezTo>
                    <a:pt x="27220" y="11179"/>
                    <a:pt x="26770" y="10735"/>
                    <a:pt x="26407" y="10198"/>
                  </a:cubicBezTo>
                  <a:cubicBezTo>
                    <a:pt x="26387" y="10162"/>
                    <a:pt x="26366" y="10126"/>
                    <a:pt x="26345" y="10090"/>
                  </a:cubicBezTo>
                  <a:cubicBezTo>
                    <a:pt x="26168" y="9794"/>
                    <a:pt x="26114" y="9434"/>
                    <a:pt x="25884" y="9163"/>
                  </a:cubicBezTo>
                  <a:cubicBezTo>
                    <a:pt x="25863" y="9128"/>
                    <a:pt x="25842" y="9092"/>
                    <a:pt x="25821" y="9057"/>
                  </a:cubicBezTo>
                  <a:cubicBezTo>
                    <a:pt x="25818" y="9054"/>
                    <a:pt x="25816" y="9050"/>
                    <a:pt x="25814" y="9047"/>
                  </a:cubicBezTo>
                  <a:cubicBezTo>
                    <a:pt x="25694" y="8869"/>
                    <a:pt x="25657" y="8642"/>
                    <a:pt x="25483" y="8498"/>
                  </a:cubicBezTo>
                  <a:cubicBezTo>
                    <a:pt x="25289" y="7893"/>
                    <a:pt x="24955" y="7350"/>
                    <a:pt x="24707" y="6769"/>
                  </a:cubicBezTo>
                  <a:cubicBezTo>
                    <a:pt x="24282" y="5772"/>
                    <a:pt x="23713" y="4845"/>
                    <a:pt x="23211" y="3885"/>
                  </a:cubicBezTo>
                  <a:cubicBezTo>
                    <a:pt x="23048" y="3575"/>
                    <a:pt x="22830" y="3303"/>
                    <a:pt x="22624" y="3021"/>
                  </a:cubicBezTo>
                  <a:cubicBezTo>
                    <a:pt x="22257" y="2518"/>
                    <a:pt x="21883" y="2021"/>
                    <a:pt x="21427" y="1592"/>
                  </a:cubicBezTo>
                  <a:cubicBezTo>
                    <a:pt x="20835" y="1037"/>
                    <a:pt x="20157" y="606"/>
                    <a:pt x="19380" y="367"/>
                  </a:cubicBezTo>
                  <a:cubicBezTo>
                    <a:pt x="19033" y="261"/>
                    <a:pt x="18677" y="219"/>
                    <a:pt x="18317" y="219"/>
                  </a:cubicBezTo>
                  <a:cubicBezTo>
                    <a:pt x="18088" y="219"/>
                    <a:pt x="17858" y="236"/>
                    <a:pt x="17629" y="264"/>
                  </a:cubicBezTo>
                  <a:cubicBezTo>
                    <a:pt x="17045" y="337"/>
                    <a:pt x="16523" y="604"/>
                    <a:pt x="15989" y="828"/>
                  </a:cubicBezTo>
                  <a:cubicBezTo>
                    <a:pt x="15597" y="972"/>
                    <a:pt x="15261" y="1202"/>
                    <a:pt x="14958" y="1485"/>
                  </a:cubicBezTo>
                  <a:cubicBezTo>
                    <a:pt x="14946" y="1498"/>
                    <a:pt x="14935" y="1512"/>
                    <a:pt x="14925" y="1526"/>
                  </a:cubicBezTo>
                  <a:cubicBezTo>
                    <a:pt x="14720" y="1596"/>
                    <a:pt x="14607" y="1773"/>
                    <a:pt x="14465" y="1917"/>
                  </a:cubicBezTo>
                  <a:cubicBezTo>
                    <a:pt x="13974" y="1322"/>
                    <a:pt x="13446" y="772"/>
                    <a:pt x="12732" y="441"/>
                  </a:cubicBezTo>
                  <a:cubicBezTo>
                    <a:pt x="12197" y="263"/>
                    <a:pt x="11656" y="117"/>
                    <a:pt x="11094" y="68"/>
                  </a:cubicBezTo>
                  <a:cubicBezTo>
                    <a:pt x="10873" y="43"/>
                    <a:pt x="10652" y="1"/>
                    <a:pt x="10430" y="1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61" name="Google Shape;1761;p40"/>
            <p:cNvPicPr preferRelativeResize="0"/>
            <p:nvPr/>
          </p:nvPicPr>
          <p:blipFill rotWithShape="1">
            <a:blip r:embed="rId3">
              <a:alphaModFix/>
            </a:blip>
            <a:srcRect l="30352" t="23481" r="33882" b="21005"/>
            <a:stretch/>
          </p:blipFill>
          <p:spPr>
            <a:xfrm>
              <a:off x="4924988" y="2972675"/>
              <a:ext cx="1034827" cy="9034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62" name="Google Shape;1762;p40"/>
          <p:cNvPicPr preferRelativeResize="0"/>
          <p:nvPr/>
        </p:nvPicPr>
        <p:blipFill rotWithShape="1">
          <a:blip r:embed="rId4">
            <a:alphaModFix/>
          </a:blip>
          <a:srcRect l="44081" t="39624" r="42963" b="30651"/>
          <a:stretch/>
        </p:blipFill>
        <p:spPr>
          <a:xfrm rot="-786428">
            <a:off x="913624" y="1386392"/>
            <a:ext cx="273176" cy="35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3" name="Google Shape;1763;p40"/>
          <p:cNvPicPr preferRelativeResize="0"/>
          <p:nvPr/>
        </p:nvPicPr>
        <p:blipFill rotWithShape="1">
          <a:blip r:embed="rId4">
            <a:alphaModFix/>
          </a:blip>
          <a:srcRect l="44081" t="39624" r="42963" b="30651"/>
          <a:stretch/>
        </p:blipFill>
        <p:spPr>
          <a:xfrm rot="668911">
            <a:off x="8128085" y="2083793"/>
            <a:ext cx="349860" cy="45156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F8B6732-5FD3-4E9B-F962-910D37AD62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8260935"/>
              </p:ext>
            </p:extLst>
          </p:nvPr>
        </p:nvGraphicFramePr>
        <p:xfrm>
          <a:off x="2389571" y="1523334"/>
          <a:ext cx="4364856" cy="1884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8" name="Google Shape;1768;p41"/>
          <p:cNvGrpSpPr/>
          <p:nvPr/>
        </p:nvGrpSpPr>
        <p:grpSpPr>
          <a:xfrm>
            <a:off x="967215" y="1705303"/>
            <a:ext cx="4504667" cy="2399801"/>
            <a:chOff x="715098" y="1654990"/>
            <a:chExt cx="4409424" cy="2349061"/>
          </a:xfrm>
        </p:grpSpPr>
        <p:grpSp>
          <p:nvGrpSpPr>
            <p:cNvPr id="1769" name="Google Shape;1769;p41"/>
            <p:cNvGrpSpPr/>
            <p:nvPr/>
          </p:nvGrpSpPr>
          <p:grpSpPr>
            <a:xfrm>
              <a:off x="715098" y="1654990"/>
              <a:ext cx="4409424" cy="2349061"/>
              <a:chOff x="233350" y="949250"/>
              <a:chExt cx="7137300" cy="3802300"/>
            </a:xfrm>
          </p:grpSpPr>
          <p:sp>
            <p:nvSpPr>
              <p:cNvPr id="1770" name="Google Shape;1770;p41"/>
              <p:cNvSpPr/>
              <p:nvPr/>
            </p:nvSpPr>
            <p:spPr>
              <a:xfrm>
                <a:off x="4428450" y="2808675"/>
                <a:ext cx="1478900" cy="330100"/>
              </a:xfrm>
              <a:custGeom>
                <a:avLst/>
                <a:gdLst/>
                <a:ahLst/>
                <a:cxnLst/>
                <a:rect l="l" t="t" r="r" b="b"/>
                <a:pathLst>
                  <a:path w="59156" h="13204" extrusionOk="0">
                    <a:moveTo>
                      <a:pt x="1" y="0"/>
                    </a:moveTo>
                    <a:lnTo>
                      <a:pt x="1" y="0"/>
                    </a:lnTo>
                    <a:close/>
                    <a:moveTo>
                      <a:pt x="59155" y="13203"/>
                    </a:move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41"/>
              <p:cNvSpPr/>
              <p:nvPr/>
            </p:nvSpPr>
            <p:spPr>
              <a:xfrm>
                <a:off x="2909400" y="1076125"/>
                <a:ext cx="4118650" cy="3109225"/>
              </a:xfrm>
              <a:custGeom>
                <a:avLst/>
                <a:gdLst/>
                <a:ahLst/>
                <a:cxnLst/>
                <a:rect l="l" t="t" r="r" b="b"/>
                <a:pathLst>
                  <a:path w="164746" h="124369" extrusionOk="0">
                    <a:moveTo>
                      <a:pt x="49520" y="11070"/>
                    </a:moveTo>
                    <a:cubicBezTo>
                      <a:pt x="49737" y="11070"/>
                      <a:pt x="49861" y="11136"/>
                      <a:pt x="49875" y="11358"/>
                    </a:cubicBezTo>
                    <a:cubicBezTo>
                      <a:pt x="49875" y="11575"/>
                      <a:pt x="49818" y="11698"/>
                      <a:pt x="49684" y="11698"/>
                    </a:cubicBezTo>
                    <a:cubicBezTo>
                      <a:pt x="49636" y="11698"/>
                      <a:pt x="49580" y="11683"/>
                      <a:pt x="49512" y="11651"/>
                    </a:cubicBezTo>
                    <a:cubicBezTo>
                      <a:pt x="49305" y="11565"/>
                      <a:pt x="49115" y="11444"/>
                      <a:pt x="48925" y="11323"/>
                    </a:cubicBezTo>
                    <a:lnTo>
                      <a:pt x="49339" y="11081"/>
                    </a:lnTo>
                    <a:cubicBezTo>
                      <a:pt x="49405" y="11074"/>
                      <a:pt x="49465" y="11070"/>
                      <a:pt x="49520" y="11070"/>
                    </a:cubicBezTo>
                    <a:close/>
                    <a:moveTo>
                      <a:pt x="46983" y="11081"/>
                    </a:moveTo>
                    <a:cubicBezTo>
                      <a:pt x="47014" y="11081"/>
                      <a:pt x="47051" y="11087"/>
                      <a:pt x="47093" y="11098"/>
                    </a:cubicBezTo>
                    <a:cubicBezTo>
                      <a:pt x="47369" y="11185"/>
                      <a:pt x="47870" y="11168"/>
                      <a:pt x="47767" y="11686"/>
                    </a:cubicBezTo>
                    <a:cubicBezTo>
                      <a:pt x="47732" y="11893"/>
                      <a:pt x="47888" y="12274"/>
                      <a:pt x="47490" y="12343"/>
                    </a:cubicBezTo>
                    <a:cubicBezTo>
                      <a:pt x="47110" y="12222"/>
                      <a:pt x="46834" y="11893"/>
                      <a:pt x="46799" y="11496"/>
                    </a:cubicBezTo>
                    <a:cubicBezTo>
                      <a:pt x="46784" y="11302"/>
                      <a:pt x="46782" y="11081"/>
                      <a:pt x="46983" y="11081"/>
                    </a:cubicBezTo>
                    <a:close/>
                    <a:moveTo>
                      <a:pt x="38158" y="11530"/>
                    </a:moveTo>
                    <a:cubicBezTo>
                      <a:pt x="38279" y="11530"/>
                      <a:pt x="38417" y="11703"/>
                      <a:pt x="38642" y="11876"/>
                    </a:cubicBezTo>
                    <a:cubicBezTo>
                      <a:pt x="38366" y="12118"/>
                      <a:pt x="38089" y="12360"/>
                      <a:pt x="37778" y="12585"/>
                    </a:cubicBezTo>
                    <a:cubicBezTo>
                      <a:pt x="35549" y="13967"/>
                      <a:pt x="35514" y="15903"/>
                      <a:pt x="37692" y="17268"/>
                    </a:cubicBezTo>
                    <a:cubicBezTo>
                      <a:pt x="38003" y="17458"/>
                      <a:pt x="38227" y="17631"/>
                      <a:pt x="38158" y="18080"/>
                    </a:cubicBezTo>
                    <a:cubicBezTo>
                      <a:pt x="38106" y="18529"/>
                      <a:pt x="37951" y="18599"/>
                      <a:pt x="37553" y="18737"/>
                    </a:cubicBezTo>
                    <a:cubicBezTo>
                      <a:pt x="36568" y="19117"/>
                      <a:pt x="36309" y="19981"/>
                      <a:pt x="36378" y="20949"/>
                    </a:cubicBezTo>
                    <a:cubicBezTo>
                      <a:pt x="36427" y="21679"/>
                      <a:pt x="36279" y="22143"/>
                      <a:pt x="35819" y="22143"/>
                    </a:cubicBezTo>
                    <a:cubicBezTo>
                      <a:pt x="35625" y="22143"/>
                      <a:pt x="35377" y="22061"/>
                      <a:pt x="35065" y="21882"/>
                    </a:cubicBezTo>
                    <a:cubicBezTo>
                      <a:pt x="34913" y="21798"/>
                      <a:pt x="34745" y="21754"/>
                      <a:pt x="34578" y="21754"/>
                    </a:cubicBezTo>
                    <a:cubicBezTo>
                      <a:pt x="34403" y="21754"/>
                      <a:pt x="34230" y="21802"/>
                      <a:pt x="34080" y="21899"/>
                    </a:cubicBezTo>
                    <a:cubicBezTo>
                      <a:pt x="33134" y="22372"/>
                      <a:pt x="32094" y="22613"/>
                      <a:pt x="31041" y="22613"/>
                    </a:cubicBezTo>
                    <a:cubicBezTo>
                      <a:pt x="30747" y="22613"/>
                      <a:pt x="30451" y="22594"/>
                      <a:pt x="30157" y="22556"/>
                    </a:cubicBezTo>
                    <a:cubicBezTo>
                      <a:pt x="29915" y="22521"/>
                      <a:pt x="29759" y="22608"/>
                      <a:pt x="29829" y="22262"/>
                    </a:cubicBezTo>
                    <a:lnTo>
                      <a:pt x="29829" y="22262"/>
                    </a:lnTo>
                    <a:lnTo>
                      <a:pt x="29829" y="22279"/>
                    </a:lnTo>
                    <a:cubicBezTo>
                      <a:pt x="29898" y="21986"/>
                      <a:pt x="29984" y="21882"/>
                      <a:pt x="30364" y="21830"/>
                    </a:cubicBezTo>
                    <a:cubicBezTo>
                      <a:pt x="31505" y="21675"/>
                      <a:pt x="32836" y="21467"/>
                      <a:pt x="33354" y="20361"/>
                    </a:cubicBezTo>
                    <a:cubicBezTo>
                      <a:pt x="33821" y="19342"/>
                      <a:pt x="33872" y="18184"/>
                      <a:pt x="34927" y="17458"/>
                    </a:cubicBezTo>
                    <a:cubicBezTo>
                      <a:pt x="35238" y="17216"/>
                      <a:pt x="34978" y="16836"/>
                      <a:pt x="34667" y="16594"/>
                    </a:cubicBezTo>
                    <a:cubicBezTo>
                      <a:pt x="33216" y="15436"/>
                      <a:pt x="33907" y="14572"/>
                      <a:pt x="35099" y="13846"/>
                    </a:cubicBezTo>
                    <a:cubicBezTo>
                      <a:pt x="35860" y="13380"/>
                      <a:pt x="36724" y="13086"/>
                      <a:pt x="37018" y="12066"/>
                    </a:cubicBezTo>
                    <a:cubicBezTo>
                      <a:pt x="37156" y="11582"/>
                      <a:pt x="37709" y="11548"/>
                      <a:pt x="38158" y="11530"/>
                    </a:cubicBezTo>
                    <a:close/>
                    <a:moveTo>
                      <a:pt x="46802" y="32066"/>
                    </a:moveTo>
                    <a:cubicBezTo>
                      <a:pt x="47245" y="32066"/>
                      <a:pt x="47720" y="32469"/>
                      <a:pt x="47888" y="33080"/>
                    </a:cubicBezTo>
                    <a:cubicBezTo>
                      <a:pt x="48059" y="33754"/>
                      <a:pt x="48393" y="34225"/>
                      <a:pt x="48918" y="34225"/>
                    </a:cubicBezTo>
                    <a:cubicBezTo>
                      <a:pt x="49080" y="34225"/>
                      <a:pt x="49261" y="34181"/>
                      <a:pt x="49460" y="34083"/>
                    </a:cubicBezTo>
                    <a:cubicBezTo>
                      <a:pt x="50103" y="33764"/>
                      <a:pt x="50701" y="33627"/>
                      <a:pt x="51269" y="33627"/>
                    </a:cubicBezTo>
                    <a:cubicBezTo>
                      <a:pt x="52489" y="33627"/>
                      <a:pt x="53566" y="34260"/>
                      <a:pt x="54628" y="35085"/>
                    </a:cubicBezTo>
                    <a:cubicBezTo>
                      <a:pt x="54818" y="35223"/>
                      <a:pt x="55008" y="35396"/>
                      <a:pt x="55163" y="35586"/>
                    </a:cubicBezTo>
                    <a:cubicBezTo>
                      <a:pt x="55543" y="36053"/>
                      <a:pt x="56684" y="36070"/>
                      <a:pt x="56321" y="36917"/>
                    </a:cubicBezTo>
                    <a:lnTo>
                      <a:pt x="56321" y="36934"/>
                    </a:lnTo>
                    <a:cubicBezTo>
                      <a:pt x="56149" y="37350"/>
                      <a:pt x="55751" y="37415"/>
                      <a:pt x="55318" y="37415"/>
                    </a:cubicBezTo>
                    <a:cubicBezTo>
                      <a:pt x="55122" y="37415"/>
                      <a:pt x="54919" y="37401"/>
                      <a:pt x="54727" y="37401"/>
                    </a:cubicBezTo>
                    <a:cubicBezTo>
                      <a:pt x="54620" y="37401"/>
                      <a:pt x="54517" y="37405"/>
                      <a:pt x="54420" y="37418"/>
                    </a:cubicBezTo>
                    <a:cubicBezTo>
                      <a:pt x="54278" y="37432"/>
                      <a:pt x="54136" y="37440"/>
                      <a:pt x="53995" y="37440"/>
                    </a:cubicBezTo>
                    <a:cubicBezTo>
                      <a:pt x="53292" y="37440"/>
                      <a:pt x="52602" y="37262"/>
                      <a:pt x="51983" y="36917"/>
                    </a:cubicBezTo>
                    <a:cubicBezTo>
                      <a:pt x="51332" y="36539"/>
                      <a:pt x="50680" y="36418"/>
                      <a:pt x="50028" y="36418"/>
                    </a:cubicBezTo>
                    <a:cubicBezTo>
                      <a:pt x="48867" y="36418"/>
                      <a:pt x="47706" y="36802"/>
                      <a:pt x="46545" y="36802"/>
                    </a:cubicBezTo>
                    <a:cubicBezTo>
                      <a:pt x="46302" y="36802"/>
                      <a:pt x="46058" y="36785"/>
                      <a:pt x="45814" y="36744"/>
                    </a:cubicBezTo>
                    <a:cubicBezTo>
                      <a:pt x="44881" y="36588"/>
                      <a:pt x="44552" y="36105"/>
                      <a:pt x="44673" y="35241"/>
                    </a:cubicBezTo>
                    <a:cubicBezTo>
                      <a:pt x="44846" y="34083"/>
                      <a:pt x="45537" y="33115"/>
                      <a:pt x="46263" y="32320"/>
                    </a:cubicBezTo>
                    <a:cubicBezTo>
                      <a:pt x="46417" y="32145"/>
                      <a:pt x="46607" y="32066"/>
                      <a:pt x="46802" y="32066"/>
                    </a:cubicBezTo>
                    <a:close/>
                    <a:moveTo>
                      <a:pt x="64554" y="31370"/>
                    </a:moveTo>
                    <a:cubicBezTo>
                      <a:pt x="64860" y="31370"/>
                      <a:pt x="65185" y="31437"/>
                      <a:pt x="65532" y="31594"/>
                    </a:cubicBezTo>
                    <a:cubicBezTo>
                      <a:pt x="65878" y="31767"/>
                      <a:pt x="65930" y="32251"/>
                      <a:pt x="65636" y="32493"/>
                    </a:cubicBezTo>
                    <a:cubicBezTo>
                      <a:pt x="64063" y="34065"/>
                      <a:pt x="64184" y="35085"/>
                      <a:pt x="65895" y="36588"/>
                    </a:cubicBezTo>
                    <a:cubicBezTo>
                      <a:pt x="67243" y="37815"/>
                      <a:pt x="67762" y="39544"/>
                      <a:pt x="68211" y="41237"/>
                    </a:cubicBezTo>
                    <a:cubicBezTo>
                      <a:pt x="68364" y="41802"/>
                      <a:pt x="68057" y="41990"/>
                      <a:pt x="67435" y="41990"/>
                    </a:cubicBezTo>
                    <a:cubicBezTo>
                      <a:pt x="67353" y="41990"/>
                      <a:pt x="67266" y="41986"/>
                      <a:pt x="67174" y="41980"/>
                    </a:cubicBezTo>
                    <a:cubicBezTo>
                      <a:pt x="66517" y="41064"/>
                      <a:pt x="64271" y="41825"/>
                      <a:pt x="64547" y="39146"/>
                    </a:cubicBezTo>
                    <a:lnTo>
                      <a:pt x="64547" y="39146"/>
                    </a:lnTo>
                    <a:lnTo>
                      <a:pt x="64547" y="39181"/>
                    </a:lnTo>
                    <a:cubicBezTo>
                      <a:pt x="64685" y="37885"/>
                      <a:pt x="63113" y="36295"/>
                      <a:pt x="62076" y="35050"/>
                    </a:cubicBezTo>
                    <a:cubicBezTo>
                      <a:pt x="61281" y="34100"/>
                      <a:pt x="61385" y="33288"/>
                      <a:pt x="62076" y="32683"/>
                    </a:cubicBezTo>
                    <a:cubicBezTo>
                      <a:pt x="62786" y="32052"/>
                      <a:pt x="63577" y="31370"/>
                      <a:pt x="64554" y="31370"/>
                    </a:cubicBezTo>
                    <a:close/>
                    <a:moveTo>
                      <a:pt x="30705" y="33465"/>
                    </a:moveTo>
                    <a:cubicBezTo>
                      <a:pt x="30874" y="33465"/>
                      <a:pt x="31043" y="33637"/>
                      <a:pt x="31090" y="33720"/>
                    </a:cubicBezTo>
                    <a:cubicBezTo>
                      <a:pt x="31920" y="35120"/>
                      <a:pt x="33579" y="35258"/>
                      <a:pt x="34719" y="36226"/>
                    </a:cubicBezTo>
                    <a:cubicBezTo>
                      <a:pt x="36205" y="37487"/>
                      <a:pt x="36275" y="39354"/>
                      <a:pt x="37191" y="40822"/>
                    </a:cubicBezTo>
                    <a:cubicBezTo>
                      <a:pt x="37484" y="41289"/>
                      <a:pt x="37571" y="41980"/>
                      <a:pt x="37968" y="42274"/>
                    </a:cubicBezTo>
                    <a:cubicBezTo>
                      <a:pt x="38403" y="42594"/>
                      <a:pt x="39075" y="43217"/>
                      <a:pt x="39556" y="43217"/>
                    </a:cubicBezTo>
                    <a:cubicBezTo>
                      <a:pt x="39725" y="43217"/>
                      <a:pt x="39870" y="43141"/>
                      <a:pt x="39973" y="42948"/>
                    </a:cubicBezTo>
                    <a:cubicBezTo>
                      <a:pt x="40336" y="42274"/>
                      <a:pt x="41234" y="41289"/>
                      <a:pt x="40543" y="40183"/>
                    </a:cubicBezTo>
                    <a:cubicBezTo>
                      <a:pt x="40301" y="39803"/>
                      <a:pt x="39610" y="39215"/>
                      <a:pt x="40284" y="38904"/>
                    </a:cubicBezTo>
                    <a:cubicBezTo>
                      <a:pt x="40592" y="38765"/>
                      <a:pt x="41024" y="38302"/>
                      <a:pt x="41439" y="38302"/>
                    </a:cubicBezTo>
                    <a:cubicBezTo>
                      <a:pt x="41746" y="38302"/>
                      <a:pt x="42043" y="38557"/>
                      <a:pt x="42271" y="39388"/>
                    </a:cubicBezTo>
                    <a:cubicBezTo>
                      <a:pt x="42782" y="41200"/>
                      <a:pt x="43748" y="43327"/>
                      <a:pt x="46038" y="43327"/>
                    </a:cubicBezTo>
                    <a:cubicBezTo>
                      <a:pt x="46150" y="43327"/>
                      <a:pt x="46266" y="43321"/>
                      <a:pt x="46384" y="43311"/>
                    </a:cubicBezTo>
                    <a:cubicBezTo>
                      <a:pt x="46463" y="43304"/>
                      <a:pt x="46542" y="43300"/>
                      <a:pt x="46620" y="43300"/>
                    </a:cubicBezTo>
                    <a:cubicBezTo>
                      <a:pt x="47585" y="43300"/>
                      <a:pt x="48526" y="43802"/>
                      <a:pt x="49487" y="43802"/>
                    </a:cubicBezTo>
                    <a:cubicBezTo>
                      <a:pt x="49955" y="43802"/>
                      <a:pt x="50429" y="43683"/>
                      <a:pt x="50912" y="43328"/>
                    </a:cubicBezTo>
                    <a:cubicBezTo>
                      <a:pt x="51106" y="43191"/>
                      <a:pt x="51242" y="43135"/>
                      <a:pt x="51336" y="43135"/>
                    </a:cubicBezTo>
                    <a:cubicBezTo>
                      <a:pt x="51643" y="43135"/>
                      <a:pt x="51508" y="43736"/>
                      <a:pt x="51534" y="44054"/>
                    </a:cubicBezTo>
                    <a:cubicBezTo>
                      <a:pt x="51845" y="45488"/>
                      <a:pt x="50843" y="46629"/>
                      <a:pt x="50618" y="47942"/>
                    </a:cubicBezTo>
                    <a:cubicBezTo>
                      <a:pt x="50585" y="48144"/>
                      <a:pt x="50240" y="48444"/>
                      <a:pt x="50046" y="48444"/>
                    </a:cubicBezTo>
                    <a:cubicBezTo>
                      <a:pt x="50041" y="48444"/>
                      <a:pt x="50036" y="48444"/>
                      <a:pt x="50031" y="48444"/>
                    </a:cubicBezTo>
                    <a:cubicBezTo>
                      <a:pt x="49523" y="48389"/>
                      <a:pt x="49010" y="48372"/>
                      <a:pt x="48494" y="48372"/>
                    </a:cubicBezTo>
                    <a:cubicBezTo>
                      <a:pt x="47534" y="48372"/>
                      <a:pt x="46564" y="48433"/>
                      <a:pt x="45600" y="48433"/>
                    </a:cubicBezTo>
                    <a:cubicBezTo>
                      <a:pt x="43779" y="48433"/>
                      <a:pt x="41984" y="48215"/>
                      <a:pt x="40336" y="46957"/>
                    </a:cubicBezTo>
                    <a:cubicBezTo>
                      <a:pt x="40033" y="46726"/>
                      <a:pt x="39675" y="46623"/>
                      <a:pt x="39308" y="46623"/>
                    </a:cubicBezTo>
                    <a:cubicBezTo>
                      <a:pt x="38250" y="46623"/>
                      <a:pt x="37116" y="47478"/>
                      <a:pt x="37000" y="48582"/>
                    </a:cubicBezTo>
                    <a:cubicBezTo>
                      <a:pt x="36972" y="48947"/>
                      <a:pt x="36796" y="49426"/>
                      <a:pt x="36527" y="49426"/>
                    </a:cubicBezTo>
                    <a:cubicBezTo>
                      <a:pt x="36465" y="49426"/>
                      <a:pt x="36398" y="49400"/>
                      <a:pt x="36326" y="49342"/>
                    </a:cubicBezTo>
                    <a:cubicBezTo>
                      <a:pt x="35376" y="48582"/>
                      <a:pt x="34045" y="48772"/>
                      <a:pt x="33147" y="47752"/>
                    </a:cubicBezTo>
                    <a:cubicBezTo>
                      <a:pt x="32334" y="46819"/>
                      <a:pt x="30900" y="46785"/>
                      <a:pt x="29673" y="46525"/>
                    </a:cubicBezTo>
                    <a:cubicBezTo>
                      <a:pt x="28913" y="46370"/>
                      <a:pt x="27807" y="46422"/>
                      <a:pt x="28567" y="44953"/>
                    </a:cubicBezTo>
                    <a:cubicBezTo>
                      <a:pt x="28982" y="44158"/>
                      <a:pt x="29034" y="43000"/>
                      <a:pt x="28515" y="42257"/>
                    </a:cubicBezTo>
                    <a:cubicBezTo>
                      <a:pt x="28230" y="41853"/>
                      <a:pt x="27848" y="41722"/>
                      <a:pt x="27412" y="41722"/>
                    </a:cubicBezTo>
                    <a:cubicBezTo>
                      <a:pt x="27028" y="41722"/>
                      <a:pt x="26602" y="41823"/>
                      <a:pt x="26165" y="41928"/>
                    </a:cubicBezTo>
                    <a:cubicBezTo>
                      <a:pt x="25497" y="42091"/>
                      <a:pt x="24818" y="42128"/>
                      <a:pt x="24133" y="42128"/>
                    </a:cubicBezTo>
                    <a:cubicBezTo>
                      <a:pt x="23569" y="42128"/>
                      <a:pt x="23001" y="42103"/>
                      <a:pt x="22432" y="42103"/>
                    </a:cubicBezTo>
                    <a:cubicBezTo>
                      <a:pt x="21707" y="42103"/>
                      <a:pt x="20980" y="42143"/>
                      <a:pt x="20255" y="42326"/>
                    </a:cubicBezTo>
                    <a:cubicBezTo>
                      <a:pt x="19287" y="42585"/>
                      <a:pt x="18319" y="42862"/>
                      <a:pt x="17559" y="43380"/>
                    </a:cubicBezTo>
                    <a:cubicBezTo>
                      <a:pt x="17082" y="43705"/>
                      <a:pt x="16613" y="43798"/>
                      <a:pt x="16149" y="43798"/>
                    </a:cubicBezTo>
                    <a:cubicBezTo>
                      <a:pt x="15538" y="43798"/>
                      <a:pt x="14935" y="43638"/>
                      <a:pt x="14326" y="43638"/>
                    </a:cubicBezTo>
                    <a:cubicBezTo>
                      <a:pt x="14292" y="43638"/>
                      <a:pt x="14258" y="43638"/>
                      <a:pt x="14223" y="43639"/>
                    </a:cubicBezTo>
                    <a:cubicBezTo>
                      <a:pt x="14120" y="43622"/>
                      <a:pt x="14016" y="43570"/>
                      <a:pt x="13930" y="43466"/>
                    </a:cubicBezTo>
                    <a:cubicBezTo>
                      <a:pt x="14043" y="43169"/>
                      <a:pt x="14308" y="43115"/>
                      <a:pt x="14562" y="43115"/>
                    </a:cubicBezTo>
                    <a:cubicBezTo>
                      <a:pt x="14617" y="43115"/>
                      <a:pt x="14672" y="43118"/>
                      <a:pt x="14725" y="43121"/>
                    </a:cubicBezTo>
                    <a:cubicBezTo>
                      <a:pt x="14838" y="43129"/>
                      <a:pt x="14949" y="43134"/>
                      <a:pt x="15058" y="43134"/>
                    </a:cubicBezTo>
                    <a:cubicBezTo>
                      <a:pt x="16723" y="43134"/>
                      <a:pt x="17967" y="42165"/>
                      <a:pt x="18388" y="40771"/>
                    </a:cubicBezTo>
                    <a:cubicBezTo>
                      <a:pt x="18976" y="38921"/>
                      <a:pt x="20808" y="38282"/>
                      <a:pt x="21482" y="37090"/>
                    </a:cubicBezTo>
                    <a:cubicBezTo>
                      <a:pt x="22174" y="35865"/>
                      <a:pt x="22770" y="35535"/>
                      <a:pt x="23579" y="35535"/>
                    </a:cubicBezTo>
                    <a:cubicBezTo>
                      <a:pt x="23899" y="35535"/>
                      <a:pt x="24254" y="35587"/>
                      <a:pt x="24661" y="35655"/>
                    </a:cubicBezTo>
                    <a:cubicBezTo>
                      <a:pt x="24682" y="35658"/>
                      <a:pt x="24703" y="35660"/>
                      <a:pt x="24725" y="35660"/>
                    </a:cubicBezTo>
                    <a:cubicBezTo>
                      <a:pt x="25065" y="35660"/>
                      <a:pt x="25513" y="35293"/>
                      <a:pt x="25854" y="35033"/>
                    </a:cubicBezTo>
                    <a:cubicBezTo>
                      <a:pt x="26267" y="34730"/>
                      <a:pt x="26584" y="34570"/>
                      <a:pt x="26849" y="34570"/>
                    </a:cubicBezTo>
                    <a:cubicBezTo>
                      <a:pt x="27249" y="34570"/>
                      <a:pt x="27529" y="34935"/>
                      <a:pt x="27841" y="35724"/>
                    </a:cubicBezTo>
                    <a:cubicBezTo>
                      <a:pt x="28325" y="36969"/>
                      <a:pt x="29742" y="37574"/>
                      <a:pt x="30952" y="38161"/>
                    </a:cubicBezTo>
                    <a:cubicBezTo>
                      <a:pt x="31712" y="38524"/>
                      <a:pt x="32732" y="38852"/>
                      <a:pt x="32680" y="39716"/>
                    </a:cubicBezTo>
                    <a:cubicBezTo>
                      <a:pt x="32594" y="40753"/>
                      <a:pt x="31488" y="40546"/>
                      <a:pt x="30710" y="40615"/>
                    </a:cubicBezTo>
                    <a:cubicBezTo>
                      <a:pt x="30312" y="40650"/>
                      <a:pt x="29794" y="40598"/>
                      <a:pt x="29673" y="41134"/>
                    </a:cubicBezTo>
                    <a:cubicBezTo>
                      <a:pt x="29552" y="41669"/>
                      <a:pt x="30036" y="41825"/>
                      <a:pt x="30382" y="42032"/>
                    </a:cubicBezTo>
                    <a:cubicBezTo>
                      <a:pt x="30898" y="42336"/>
                      <a:pt x="31474" y="42934"/>
                      <a:pt x="32011" y="42934"/>
                    </a:cubicBezTo>
                    <a:cubicBezTo>
                      <a:pt x="32175" y="42934"/>
                      <a:pt x="32336" y="42878"/>
                      <a:pt x="32490" y="42741"/>
                    </a:cubicBezTo>
                    <a:cubicBezTo>
                      <a:pt x="33354" y="41963"/>
                      <a:pt x="33890" y="40788"/>
                      <a:pt x="34512" y="39751"/>
                    </a:cubicBezTo>
                    <a:cubicBezTo>
                      <a:pt x="34586" y="39617"/>
                      <a:pt x="34289" y="39329"/>
                      <a:pt x="34602" y="39329"/>
                    </a:cubicBezTo>
                    <a:cubicBezTo>
                      <a:pt x="34653" y="39329"/>
                      <a:pt x="34719" y="39337"/>
                      <a:pt x="34806" y="39354"/>
                    </a:cubicBezTo>
                    <a:cubicBezTo>
                      <a:pt x="34890" y="39373"/>
                      <a:pt x="34965" y="39381"/>
                      <a:pt x="35031" y="39381"/>
                    </a:cubicBezTo>
                    <a:cubicBezTo>
                      <a:pt x="35567" y="39381"/>
                      <a:pt x="35557" y="38814"/>
                      <a:pt x="35341" y="38507"/>
                    </a:cubicBezTo>
                    <a:cubicBezTo>
                      <a:pt x="34806" y="37781"/>
                      <a:pt x="34546" y="36658"/>
                      <a:pt x="33561" y="36468"/>
                    </a:cubicBezTo>
                    <a:cubicBezTo>
                      <a:pt x="32248" y="36208"/>
                      <a:pt x="31591" y="35206"/>
                      <a:pt x="30727" y="34411"/>
                    </a:cubicBezTo>
                    <a:cubicBezTo>
                      <a:pt x="30468" y="34169"/>
                      <a:pt x="30278" y="33910"/>
                      <a:pt x="30485" y="33599"/>
                    </a:cubicBezTo>
                    <a:cubicBezTo>
                      <a:pt x="30551" y="33501"/>
                      <a:pt x="30628" y="33465"/>
                      <a:pt x="30705" y="33465"/>
                    </a:cubicBezTo>
                    <a:close/>
                    <a:moveTo>
                      <a:pt x="65829" y="50622"/>
                    </a:moveTo>
                    <a:cubicBezTo>
                      <a:pt x="66138" y="50622"/>
                      <a:pt x="66376" y="50877"/>
                      <a:pt x="66569" y="51209"/>
                    </a:cubicBezTo>
                    <a:cubicBezTo>
                      <a:pt x="67601" y="52923"/>
                      <a:pt x="68767" y="54401"/>
                      <a:pt x="70703" y="54401"/>
                    </a:cubicBezTo>
                    <a:cubicBezTo>
                      <a:pt x="71167" y="54401"/>
                      <a:pt x="71676" y="54316"/>
                      <a:pt x="72237" y="54129"/>
                    </a:cubicBezTo>
                    <a:cubicBezTo>
                      <a:pt x="72263" y="54119"/>
                      <a:pt x="72291" y="54114"/>
                      <a:pt x="72320" y="54114"/>
                    </a:cubicBezTo>
                    <a:cubicBezTo>
                      <a:pt x="72487" y="54114"/>
                      <a:pt x="72701" y="54260"/>
                      <a:pt x="72877" y="54319"/>
                    </a:cubicBezTo>
                    <a:cubicBezTo>
                      <a:pt x="72687" y="54406"/>
                      <a:pt x="72514" y="54527"/>
                      <a:pt x="72358" y="54665"/>
                    </a:cubicBezTo>
                    <a:lnTo>
                      <a:pt x="72358" y="54682"/>
                    </a:lnTo>
                    <a:cubicBezTo>
                      <a:pt x="71675" y="55659"/>
                      <a:pt x="71022" y="56681"/>
                      <a:pt x="69648" y="56681"/>
                    </a:cubicBezTo>
                    <a:cubicBezTo>
                      <a:pt x="69564" y="56681"/>
                      <a:pt x="69476" y="56678"/>
                      <a:pt x="69386" y="56669"/>
                    </a:cubicBezTo>
                    <a:cubicBezTo>
                      <a:pt x="69196" y="56600"/>
                      <a:pt x="68850" y="56549"/>
                      <a:pt x="68850" y="56445"/>
                    </a:cubicBezTo>
                    <a:cubicBezTo>
                      <a:pt x="68660" y="54216"/>
                      <a:pt x="66258" y="53559"/>
                      <a:pt x="65532" y="51727"/>
                    </a:cubicBezTo>
                    <a:cubicBezTo>
                      <a:pt x="65394" y="51381"/>
                      <a:pt x="64945" y="50932"/>
                      <a:pt x="65584" y="50673"/>
                    </a:cubicBezTo>
                    <a:cubicBezTo>
                      <a:pt x="65670" y="50638"/>
                      <a:pt x="65752" y="50622"/>
                      <a:pt x="65829" y="50622"/>
                    </a:cubicBezTo>
                    <a:close/>
                    <a:moveTo>
                      <a:pt x="50497" y="52695"/>
                    </a:moveTo>
                    <a:lnTo>
                      <a:pt x="50497" y="52695"/>
                    </a:lnTo>
                    <a:cubicBezTo>
                      <a:pt x="51016" y="52885"/>
                      <a:pt x="51863" y="52937"/>
                      <a:pt x="52001" y="53265"/>
                    </a:cubicBezTo>
                    <a:cubicBezTo>
                      <a:pt x="53055" y="55840"/>
                      <a:pt x="55734" y="57464"/>
                      <a:pt x="56114" y="60420"/>
                    </a:cubicBezTo>
                    <a:cubicBezTo>
                      <a:pt x="56252" y="61439"/>
                      <a:pt x="57323" y="61802"/>
                      <a:pt x="57859" y="62580"/>
                    </a:cubicBezTo>
                    <a:cubicBezTo>
                      <a:pt x="59294" y="64654"/>
                      <a:pt x="60106" y="66952"/>
                      <a:pt x="60763" y="69337"/>
                    </a:cubicBezTo>
                    <a:cubicBezTo>
                      <a:pt x="58533" y="67643"/>
                      <a:pt x="56615" y="65656"/>
                      <a:pt x="55336" y="63133"/>
                    </a:cubicBezTo>
                    <a:cubicBezTo>
                      <a:pt x="55198" y="62874"/>
                      <a:pt x="55008" y="62614"/>
                      <a:pt x="55008" y="62355"/>
                    </a:cubicBezTo>
                    <a:cubicBezTo>
                      <a:pt x="54990" y="58916"/>
                      <a:pt x="52139" y="56739"/>
                      <a:pt x="51189" y="53697"/>
                    </a:cubicBezTo>
                    <a:cubicBezTo>
                      <a:pt x="51085" y="53334"/>
                      <a:pt x="50739" y="53040"/>
                      <a:pt x="50497" y="52695"/>
                    </a:cubicBezTo>
                    <a:close/>
                    <a:moveTo>
                      <a:pt x="87976" y="1"/>
                    </a:moveTo>
                    <a:cubicBezTo>
                      <a:pt x="87018" y="1"/>
                      <a:pt x="85745" y="1010"/>
                      <a:pt x="84455" y="1127"/>
                    </a:cubicBezTo>
                    <a:cubicBezTo>
                      <a:pt x="83776" y="1176"/>
                      <a:pt x="83111" y="1512"/>
                      <a:pt x="82448" y="1512"/>
                    </a:cubicBezTo>
                    <a:cubicBezTo>
                      <a:pt x="82403" y="1512"/>
                      <a:pt x="82358" y="1511"/>
                      <a:pt x="82313" y="1507"/>
                    </a:cubicBezTo>
                    <a:cubicBezTo>
                      <a:pt x="82281" y="1506"/>
                      <a:pt x="82250" y="1506"/>
                      <a:pt x="82218" y="1506"/>
                    </a:cubicBezTo>
                    <a:cubicBezTo>
                      <a:pt x="80376" y="1506"/>
                      <a:pt x="79245" y="3375"/>
                      <a:pt x="77443" y="3375"/>
                    </a:cubicBezTo>
                    <a:cubicBezTo>
                      <a:pt x="77340" y="3375"/>
                      <a:pt x="77235" y="3369"/>
                      <a:pt x="77128" y="3356"/>
                    </a:cubicBezTo>
                    <a:cubicBezTo>
                      <a:pt x="77026" y="3344"/>
                      <a:pt x="76928" y="3335"/>
                      <a:pt x="76837" y="3335"/>
                    </a:cubicBezTo>
                    <a:cubicBezTo>
                      <a:pt x="76434" y="3335"/>
                      <a:pt x="76136" y="3491"/>
                      <a:pt x="75953" y="4082"/>
                    </a:cubicBezTo>
                    <a:cubicBezTo>
                      <a:pt x="75843" y="4459"/>
                      <a:pt x="75132" y="4980"/>
                      <a:pt x="74758" y="4980"/>
                    </a:cubicBezTo>
                    <a:cubicBezTo>
                      <a:pt x="74720" y="4980"/>
                      <a:pt x="74687" y="4974"/>
                      <a:pt x="74657" y="4964"/>
                    </a:cubicBezTo>
                    <a:cubicBezTo>
                      <a:pt x="73910" y="4715"/>
                      <a:pt x="73366" y="4590"/>
                      <a:pt x="73013" y="4590"/>
                    </a:cubicBezTo>
                    <a:cubicBezTo>
                      <a:pt x="72190" y="4590"/>
                      <a:pt x="72409" y="5268"/>
                      <a:pt x="73534" y="6623"/>
                    </a:cubicBezTo>
                    <a:cubicBezTo>
                      <a:pt x="73585" y="6692"/>
                      <a:pt x="73499" y="6882"/>
                      <a:pt x="73482" y="7003"/>
                    </a:cubicBezTo>
                    <a:cubicBezTo>
                      <a:pt x="73413" y="6968"/>
                      <a:pt x="73292" y="6951"/>
                      <a:pt x="73240" y="6882"/>
                    </a:cubicBezTo>
                    <a:cubicBezTo>
                      <a:pt x="72877" y="6381"/>
                      <a:pt x="72324" y="5914"/>
                      <a:pt x="72220" y="5344"/>
                    </a:cubicBezTo>
                    <a:cubicBezTo>
                      <a:pt x="72065" y="4531"/>
                      <a:pt x="71961" y="3840"/>
                      <a:pt x="71010" y="3650"/>
                    </a:cubicBezTo>
                    <a:cubicBezTo>
                      <a:pt x="70839" y="3615"/>
                      <a:pt x="70680" y="3599"/>
                      <a:pt x="70533" y="3599"/>
                    </a:cubicBezTo>
                    <a:cubicBezTo>
                      <a:pt x="69359" y="3599"/>
                      <a:pt x="68898" y="4626"/>
                      <a:pt x="68315" y="5517"/>
                    </a:cubicBezTo>
                    <a:cubicBezTo>
                      <a:pt x="67865" y="6208"/>
                      <a:pt x="68349" y="6536"/>
                      <a:pt x="68729" y="6934"/>
                    </a:cubicBezTo>
                    <a:cubicBezTo>
                      <a:pt x="68798" y="7003"/>
                      <a:pt x="68850" y="7089"/>
                      <a:pt x="68902" y="7176"/>
                    </a:cubicBezTo>
                    <a:cubicBezTo>
                      <a:pt x="68817" y="7188"/>
                      <a:pt x="68731" y="7200"/>
                      <a:pt x="68645" y="7200"/>
                    </a:cubicBezTo>
                    <a:cubicBezTo>
                      <a:pt x="68610" y="7200"/>
                      <a:pt x="68575" y="7198"/>
                      <a:pt x="68539" y="7193"/>
                    </a:cubicBezTo>
                    <a:cubicBezTo>
                      <a:pt x="67376" y="7024"/>
                      <a:pt x="66212" y="6691"/>
                      <a:pt x="65033" y="6691"/>
                    </a:cubicBezTo>
                    <a:cubicBezTo>
                      <a:pt x="65003" y="6691"/>
                      <a:pt x="64974" y="6691"/>
                      <a:pt x="64945" y="6692"/>
                    </a:cubicBezTo>
                    <a:cubicBezTo>
                      <a:pt x="64584" y="6692"/>
                      <a:pt x="63909" y="6196"/>
                      <a:pt x="63437" y="6196"/>
                    </a:cubicBezTo>
                    <a:cubicBezTo>
                      <a:pt x="63072" y="6196"/>
                      <a:pt x="62827" y="6492"/>
                      <a:pt x="62940" y="7538"/>
                    </a:cubicBezTo>
                    <a:cubicBezTo>
                      <a:pt x="62940" y="7608"/>
                      <a:pt x="62525" y="7711"/>
                      <a:pt x="62283" y="7798"/>
                    </a:cubicBezTo>
                    <a:cubicBezTo>
                      <a:pt x="61879" y="7955"/>
                      <a:pt x="61464" y="8005"/>
                      <a:pt x="61043" y="8005"/>
                    </a:cubicBezTo>
                    <a:cubicBezTo>
                      <a:pt x="60325" y="8005"/>
                      <a:pt x="59591" y="7860"/>
                      <a:pt x="58870" y="7860"/>
                    </a:cubicBezTo>
                    <a:cubicBezTo>
                      <a:pt x="58295" y="7860"/>
                      <a:pt x="57729" y="7952"/>
                      <a:pt x="57185" y="8282"/>
                    </a:cubicBezTo>
                    <a:cubicBezTo>
                      <a:pt x="56736" y="8610"/>
                      <a:pt x="56304" y="8938"/>
                      <a:pt x="55837" y="9267"/>
                    </a:cubicBezTo>
                    <a:cubicBezTo>
                      <a:pt x="55671" y="9381"/>
                      <a:pt x="55417" y="9527"/>
                      <a:pt x="55226" y="9527"/>
                    </a:cubicBezTo>
                    <a:cubicBezTo>
                      <a:pt x="55100" y="9527"/>
                      <a:pt x="55001" y="9463"/>
                      <a:pt x="54973" y="9284"/>
                    </a:cubicBezTo>
                    <a:cubicBezTo>
                      <a:pt x="54819" y="8258"/>
                      <a:pt x="54209" y="8003"/>
                      <a:pt x="53545" y="8003"/>
                    </a:cubicBezTo>
                    <a:cubicBezTo>
                      <a:pt x="53313" y="8003"/>
                      <a:pt x="53075" y="8034"/>
                      <a:pt x="52848" y="8074"/>
                    </a:cubicBezTo>
                    <a:cubicBezTo>
                      <a:pt x="51897" y="8264"/>
                      <a:pt x="52416" y="9232"/>
                      <a:pt x="52295" y="9854"/>
                    </a:cubicBezTo>
                    <a:cubicBezTo>
                      <a:pt x="52156" y="10615"/>
                      <a:pt x="51344" y="10096"/>
                      <a:pt x="50998" y="10545"/>
                    </a:cubicBezTo>
                    <a:cubicBezTo>
                      <a:pt x="50949" y="10609"/>
                      <a:pt x="50910" y="10635"/>
                      <a:pt x="50880" y="10635"/>
                    </a:cubicBezTo>
                    <a:cubicBezTo>
                      <a:pt x="50805" y="10635"/>
                      <a:pt x="50789" y="10469"/>
                      <a:pt x="50826" y="10321"/>
                    </a:cubicBezTo>
                    <a:cubicBezTo>
                      <a:pt x="51033" y="8990"/>
                      <a:pt x="50221" y="8541"/>
                      <a:pt x="49115" y="8161"/>
                    </a:cubicBezTo>
                    <a:cubicBezTo>
                      <a:pt x="46903" y="7400"/>
                      <a:pt x="44535" y="7176"/>
                      <a:pt x="42392" y="6070"/>
                    </a:cubicBezTo>
                    <a:cubicBezTo>
                      <a:pt x="41667" y="5697"/>
                      <a:pt x="40852" y="5536"/>
                      <a:pt x="40032" y="5536"/>
                    </a:cubicBezTo>
                    <a:cubicBezTo>
                      <a:pt x="39367" y="5536"/>
                      <a:pt x="38699" y="5642"/>
                      <a:pt x="38072" y="5828"/>
                    </a:cubicBezTo>
                    <a:cubicBezTo>
                      <a:pt x="36033" y="6432"/>
                      <a:pt x="33838" y="6502"/>
                      <a:pt x="31989" y="7642"/>
                    </a:cubicBezTo>
                    <a:cubicBezTo>
                      <a:pt x="31263" y="8074"/>
                      <a:pt x="29206" y="7296"/>
                      <a:pt x="30226" y="9457"/>
                    </a:cubicBezTo>
                    <a:cubicBezTo>
                      <a:pt x="30278" y="9578"/>
                      <a:pt x="29984" y="9854"/>
                      <a:pt x="29863" y="10079"/>
                    </a:cubicBezTo>
                    <a:cubicBezTo>
                      <a:pt x="28653" y="12412"/>
                      <a:pt x="26234" y="13224"/>
                      <a:pt x="24229" y="14555"/>
                    </a:cubicBezTo>
                    <a:cubicBezTo>
                      <a:pt x="22536" y="15661"/>
                      <a:pt x="23486" y="17112"/>
                      <a:pt x="24022" y="18236"/>
                    </a:cubicBezTo>
                    <a:cubicBezTo>
                      <a:pt x="24328" y="18880"/>
                      <a:pt x="24972" y="19241"/>
                      <a:pt x="25627" y="19241"/>
                    </a:cubicBezTo>
                    <a:cubicBezTo>
                      <a:pt x="26008" y="19241"/>
                      <a:pt x="26393" y="19119"/>
                      <a:pt x="26718" y="18858"/>
                    </a:cubicBezTo>
                    <a:cubicBezTo>
                      <a:pt x="27228" y="18470"/>
                      <a:pt x="27609" y="18306"/>
                      <a:pt x="27903" y="18306"/>
                    </a:cubicBezTo>
                    <a:cubicBezTo>
                      <a:pt x="28524" y="18306"/>
                      <a:pt x="28748" y="19042"/>
                      <a:pt x="28947" y="19946"/>
                    </a:cubicBezTo>
                    <a:cubicBezTo>
                      <a:pt x="28982" y="20223"/>
                      <a:pt x="28999" y="20499"/>
                      <a:pt x="28982" y="20776"/>
                    </a:cubicBezTo>
                    <a:cubicBezTo>
                      <a:pt x="28774" y="20551"/>
                      <a:pt x="28446" y="20396"/>
                      <a:pt x="28342" y="20119"/>
                    </a:cubicBezTo>
                    <a:cubicBezTo>
                      <a:pt x="28124" y="19474"/>
                      <a:pt x="27849" y="19234"/>
                      <a:pt x="27528" y="19234"/>
                    </a:cubicBezTo>
                    <a:cubicBezTo>
                      <a:pt x="27212" y="19234"/>
                      <a:pt x="26853" y="19465"/>
                      <a:pt x="26459" y="19774"/>
                    </a:cubicBezTo>
                    <a:cubicBezTo>
                      <a:pt x="25646" y="20379"/>
                      <a:pt x="25958" y="21260"/>
                      <a:pt x="26130" y="21899"/>
                    </a:cubicBezTo>
                    <a:cubicBezTo>
                      <a:pt x="26459" y="23092"/>
                      <a:pt x="25802" y="23420"/>
                      <a:pt x="24938" y="23627"/>
                    </a:cubicBezTo>
                    <a:cubicBezTo>
                      <a:pt x="23901" y="23852"/>
                      <a:pt x="23072" y="24267"/>
                      <a:pt x="22553" y="25269"/>
                    </a:cubicBezTo>
                    <a:cubicBezTo>
                      <a:pt x="22273" y="25790"/>
                      <a:pt x="21682" y="26043"/>
                      <a:pt x="21157" y="26043"/>
                    </a:cubicBezTo>
                    <a:cubicBezTo>
                      <a:pt x="21003" y="26043"/>
                      <a:pt x="20855" y="26021"/>
                      <a:pt x="20721" y="25978"/>
                    </a:cubicBezTo>
                    <a:cubicBezTo>
                      <a:pt x="20116" y="25788"/>
                      <a:pt x="20963" y="25390"/>
                      <a:pt x="20946" y="24993"/>
                    </a:cubicBezTo>
                    <a:cubicBezTo>
                      <a:pt x="20929" y="24543"/>
                      <a:pt x="20738" y="24129"/>
                      <a:pt x="20410" y="23835"/>
                    </a:cubicBezTo>
                    <a:cubicBezTo>
                      <a:pt x="19477" y="22798"/>
                      <a:pt x="18354" y="21709"/>
                      <a:pt x="18215" y="20327"/>
                    </a:cubicBezTo>
                    <a:cubicBezTo>
                      <a:pt x="18098" y="19205"/>
                      <a:pt x="17332" y="17921"/>
                      <a:pt x="16200" y="17921"/>
                    </a:cubicBezTo>
                    <a:cubicBezTo>
                      <a:pt x="16163" y="17921"/>
                      <a:pt x="16127" y="17922"/>
                      <a:pt x="16090" y="17925"/>
                    </a:cubicBezTo>
                    <a:cubicBezTo>
                      <a:pt x="15105" y="17976"/>
                      <a:pt x="14068" y="18391"/>
                      <a:pt x="13930" y="19221"/>
                    </a:cubicBezTo>
                    <a:cubicBezTo>
                      <a:pt x="13670" y="20430"/>
                      <a:pt x="14137" y="21709"/>
                      <a:pt x="15122" y="22470"/>
                    </a:cubicBezTo>
                    <a:cubicBezTo>
                      <a:pt x="15952" y="23109"/>
                      <a:pt x="15952" y="23161"/>
                      <a:pt x="15589" y="23489"/>
                    </a:cubicBezTo>
                    <a:cubicBezTo>
                      <a:pt x="14448" y="24526"/>
                      <a:pt x="14915" y="26116"/>
                      <a:pt x="14292" y="27377"/>
                    </a:cubicBezTo>
                    <a:cubicBezTo>
                      <a:pt x="14143" y="27687"/>
                      <a:pt x="14420" y="27822"/>
                      <a:pt x="14760" y="27822"/>
                    </a:cubicBezTo>
                    <a:cubicBezTo>
                      <a:pt x="14932" y="27822"/>
                      <a:pt x="15121" y="27787"/>
                      <a:pt x="15278" y="27723"/>
                    </a:cubicBezTo>
                    <a:cubicBezTo>
                      <a:pt x="16510" y="27249"/>
                      <a:pt x="17772" y="26919"/>
                      <a:pt x="19089" y="26919"/>
                    </a:cubicBezTo>
                    <a:cubicBezTo>
                      <a:pt x="19212" y="26919"/>
                      <a:pt x="19336" y="26922"/>
                      <a:pt x="19460" y="26928"/>
                    </a:cubicBezTo>
                    <a:lnTo>
                      <a:pt x="19874" y="26928"/>
                    </a:lnTo>
                    <a:cubicBezTo>
                      <a:pt x="19840" y="26997"/>
                      <a:pt x="19823" y="27136"/>
                      <a:pt x="19753" y="27153"/>
                    </a:cubicBezTo>
                    <a:cubicBezTo>
                      <a:pt x="18630" y="27585"/>
                      <a:pt x="17507" y="28138"/>
                      <a:pt x="16349" y="28414"/>
                    </a:cubicBezTo>
                    <a:cubicBezTo>
                      <a:pt x="15692" y="28570"/>
                      <a:pt x="14915" y="28432"/>
                      <a:pt x="14707" y="29209"/>
                    </a:cubicBezTo>
                    <a:cubicBezTo>
                      <a:pt x="14500" y="30004"/>
                      <a:pt x="15260" y="30194"/>
                      <a:pt x="15813" y="30505"/>
                    </a:cubicBezTo>
                    <a:cubicBezTo>
                      <a:pt x="17161" y="31318"/>
                      <a:pt x="17369" y="32493"/>
                      <a:pt x="16867" y="33910"/>
                    </a:cubicBezTo>
                    <a:cubicBezTo>
                      <a:pt x="16664" y="34503"/>
                      <a:pt x="16349" y="34660"/>
                      <a:pt x="15995" y="34660"/>
                    </a:cubicBezTo>
                    <a:cubicBezTo>
                      <a:pt x="15626" y="34660"/>
                      <a:pt x="15216" y="34489"/>
                      <a:pt x="14846" y="34463"/>
                    </a:cubicBezTo>
                    <a:cubicBezTo>
                      <a:pt x="13916" y="34396"/>
                      <a:pt x="12987" y="34203"/>
                      <a:pt x="12042" y="34203"/>
                    </a:cubicBezTo>
                    <a:cubicBezTo>
                      <a:pt x="12003" y="34203"/>
                      <a:pt x="11964" y="34203"/>
                      <a:pt x="11925" y="34204"/>
                    </a:cubicBezTo>
                    <a:cubicBezTo>
                      <a:pt x="10957" y="34221"/>
                      <a:pt x="9834" y="34446"/>
                      <a:pt x="9989" y="35759"/>
                    </a:cubicBezTo>
                    <a:cubicBezTo>
                      <a:pt x="10128" y="37072"/>
                      <a:pt x="9834" y="38196"/>
                      <a:pt x="9592" y="39440"/>
                    </a:cubicBezTo>
                    <a:cubicBezTo>
                      <a:pt x="9385" y="40425"/>
                      <a:pt x="8693" y="42136"/>
                      <a:pt x="10542" y="42464"/>
                    </a:cubicBezTo>
                    <a:cubicBezTo>
                      <a:pt x="12305" y="42758"/>
                      <a:pt x="12668" y="43173"/>
                      <a:pt x="11735" y="44693"/>
                    </a:cubicBezTo>
                    <a:cubicBezTo>
                      <a:pt x="11389" y="45298"/>
                      <a:pt x="10888" y="45817"/>
                      <a:pt x="10300" y="46180"/>
                    </a:cubicBezTo>
                    <a:cubicBezTo>
                      <a:pt x="9108" y="46871"/>
                      <a:pt x="8175" y="47752"/>
                      <a:pt x="8313" y="49342"/>
                    </a:cubicBezTo>
                    <a:cubicBezTo>
                      <a:pt x="8365" y="49964"/>
                      <a:pt x="8140" y="50707"/>
                      <a:pt x="7535" y="50967"/>
                    </a:cubicBezTo>
                    <a:cubicBezTo>
                      <a:pt x="5168" y="52021"/>
                      <a:pt x="3768" y="53991"/>
                      <a:pt x="2662" y="56168"/>
                    </a:cubicBezTo>
                    <a:cubicBezTo>
                      <a:pt x="1781" y="57931"/>
                      <a:pt x="122" y="59469"/>
                      <a:pt x="1279" y="61888"/>
                    </a:cubicBezTo>
                    <a:cubicBezTo>
                      <a:pt x="1936" y="63236"/>
                      <a:pt x="1573" y="64792"/>
                      <a:pt x="830" y="66209"/>
                    </a:cubicBezTo>
                    <a:cubicBezTo>
                      <a:pt x="1" y="67781"/>
                      <a:pt x="744" y="70477"/>
                      <a:pt x="2126" y="71687"/>
                    </a:cubicBezTo>
                    <a:cubicBezTo>
                      <a:pt x="2420" y="71946"/>
                      <a:pt x="2662" y="72240"/>
                      <a:pt x="2818" y="72586"/>
                    </a:cubicBezTo>
                    <a:cubicBezTo>
                      <a:pt x="4027" y="75040"/>
                      <a:pt x="5462" y="77303"/>
                      <a:pt x="7881" y="78755"/>
                    </a:cubicBezTo>
                    <a:cubicBezTo>
                      <a:pt x="8455" y="79100"/>
                      <a:pt x="9053" y="79742"/>
                      <a:pt x="9645" y="79742"/>
                    </a:cubicBezTo>
                    <a:cubicBezTo>
                      <a:pt x="9766" y="79742"/>
                      <a:pt x="9887" y="79715"/>
                      <a:pt x="10007" y="79654"/>
                    </a:cubicBezTo>
                    <a:cubicBezTo>
                      <a:pt x="12824" y="78254"/>
                      <a:pt x="16142" y="79844"/>
                      <a:pt x="18889" y="77874"/>
                    </a:cubicBezTo>
                    <a:cubicBezTo>
                      <a:pt x="19326" y="77562"/>
                      <a:pt x="19938" y="77352"/>
                      <a:pt x="20558" y="77352"/>
                    </a:cubicBezTo>
                    <a:cubicBezTo>
                      <a:pt x="21313" y="77352"/>
                      <a:pt x="22079" y="77663"/>
                      <a:pt x="22553" y="78479"/>
                    </a:cubicBezTo>
                    <a:cubicBezTo>
                      <a:pt x="23034" y="79313"/>
                      <a:pt x="23538" y="79650"/>
                      <a:pt x="24283" y="79650"/>
                    </a:cubicBezTo>
                    <a:cubicBezTo>
                      <a:pt x="24448" y="79650"/>
                      <a:pt x="24626" y="79633"/>
                      <a:pt x="24817" y="79602"/>
                    </a:cubicBezTo>
                    <a:cubicBezTo>
                      <a:pt x="24994" y="79574"/>
                      <a:pt x="25161" y="79561"/>
                      <a:pt x="25317" y="79561"/>
                    </a:cubicBezTo>
                    <a:cubicBezTo>
                      <a:pt x="26715" y="79561"/>
                      <a:pt x="27271" y="80640"/>
                      <a:pt x="26960" y="82194"/>
                    </a:cubicBezTo>
                    <a:cubicBezTo>
                      <a:pt x="26683" y="83611"/>
                      <a:pt x="25750" y="85218"/>
                      <a:pt x="26545" y="86480"/>
                    </a:cubicBezTo>
                    <a:cubicBezTo>
                      <a:pt x="27461" y="87966"/>
                      <a:pt x="28515" y="89400"/>
                      <a:pt x="29206" y="90973"/>
                    </a:cubicBezTo>
                    <a:cubicBezTo>
                      <a:pt x="30416" y="93721"/>
                      <a:pt x="31298" y="96641"/>
                      <a:pt x="29777" y="99631"/>
                    </a:cubicBezTo>
                    <a:cubicBezTo>
                      <a:pt x="28809" y="101515"/>
                      <a:pt x="28619" y="103502"/>
                      <a:pt x="29535" y="105369"/>
                    </a:cubicBezTo>
                    <a:cubicBezTo>
                      <a:pt x="30503" y="107321"/>
                      <a:pt x="31228" y="109274"/>
                      <a:pt x="31488" y="111469"/>
                    </a:cubicBezTo>
                    <a:cubicBezTo>
                      <a:pt x="31712" y="113456"/>
                      <a:pt x="31695" y="115599"/>
                      <a:pt x="33371" y="117172"/>
                    </a:cubicBezTo>
                    <a:cubicBezTo>
                      <a:pt x="34322" y="118088"/>
                      <a:pt x="34581" y="119436"/>
                      <a:pt x="35013" y="120645"/>
                    </a:cubicBezTo>
                    <a:cubicBezTo>
                      <a:pt x="35393" y="121717"/>
                      <a:pt x="34546" y="123065"/>
                      <a:pt x="35843" y="123998"/>
                    </a:cubicBezTo>
                    <a:cubicBezTo>
                      <a:pt x="36206" y="124270"/>
                      <a:pt x="36549" y="124368"/>
                      <a:pt x="36881" y="124368"/>
                    </a:cubicBezTo>
                    <a:cubicBezTo>
                      <a:pt x="37735" y="124368"/>
                      <a:pt x="38515" y="123721"/>
                      <a:pt x="39372" y="123721"/>
                    </a:cubicBezTo>
                    <a:cubicBezTo>
                      <a:pt x="39388" y="123721"/>
                      <a:pt x="39404" y="123721"/>
                      <a:pt x="39420" y="123721"/>
                    </a:cubicBezTo>
                    <a:cubicBezTo>
                      <a:pt x="39526" y="123724"/>
                      <a:pt x="39630" y="123725"/>
                      <a:pt x="39734" y="123725"/>
                    </a:cubicBezTo>
                    <a:cubicBezTo>
                      <a:pt x="44937" y="123725"/>
                      <a:pt x="47636" y="120353"/>
                      <a:pt x="49754" y="116100"/>
                    </a:cubicBezTo>
                    <a:cubicBezTo>
                      <a:pt x="50186" y="115236"/>
                      <a:pt x="49720" y="113957"/>
                      <a:pt x="50826" y="113508"/>
                    </a:cubicBezTo>
                    <a:cubicBezTo>
                      <a:pt x="52761" y="112713"/>
                      <a:pt x="53193" y="111175"/>
                      <a:pt x="52692" y="109499"/>
                    </a:cubicBezTo>
                    <a:cubicBezTo>
                      <a:pt x="51949" y="107028"/>
                      <a:pt x="53297" y="106112"/>
                      <a:pt x="55181" y="105282"/>
                    </a:cubicBezTo>
                    <a:cubicBezTo>
                      <a:pt x="57773" y="104107"/>
                      <a:pt x="59449" y="98370"/>
                      <a:pt x="57963" y="96071"/>
                    </a:cubicBezTo>
                    <a:cubicBezTo>
                      <a:pt x="56770" y="94239"/>
                      <a:pt x="57099" y="92217"/>
                      <a:pt x="57444" y="90316"/>
                    </a:cubicBezTo>
                    <a:cubicBezTo>
                      <a:pt x="57911" y="87621"/>
                      <a:pt x="59933" y="85823"/>
                      <a:pt x="61851" y="84164"/>
                    </a:cubicBezTo>
                    <a:cubicBezTo>
                      <a:pt x="65601" y="80915"/>
                      <a:pt x="68055" y="76992"/>
                      <a:pt x="69109" y="72171"/>
                    </a:cubicBezTo>
                    <a:cubicBezTo>
                      <a:pt x="69271" y="71459"/>
                      <a:pt x="69266" y="70656"/>
                      <a:pt x="68371" y="70656"/>
                    </a:cubicBezTo>
                    <a:cubicBezTo>
                      <a:pt x="68311" y="70656"/>
                      <a:pt x="68246" y="70660"/>
                      <a:pt x="68176" y="70667"/>
                    </a:cubicBezTo>
                    <a:cubicBezTo>
                      <a:pt x="67157" y="70788"/>
                      <a:pt x="66154" y="71151"/>
                      <a:pt x="65152" y="71462"/>
                    </a:cubicBezTo>
                    <a:cubicBezTo>
                      <a:pt x="63960" y="71826"/>
                      <a:pt x="63201" y="72060"/>
                      <a:pt x="62664" y="72060"/>
                    </a:cubicBezTo>
                    <a:cubicBezTo>
                      <a:pt x="61727" y="72060"/>
                      <a:pt x="61469" y="71346"/>
                      <a:pt x="60772" y="69363"/>
                    </a:cubicBezTo>
                    <a:lnTo>
                      <a:pt x="60772" y="69363"/>
                    </a:lnTo>
                    <a:cubicBezTo>
                      <a:pt x="61180" y="69747"/>
                      <a:pt x="61467" y="70422"/>
                      <a:pt x="62074" y="70422"/>
                    </a:cubicBezTo>
                    <a:cubicBezTo>
                      <a:pt x="62180" y="70422"/>
                      <a:pt x="62295" y="70402"/>
                      <a:pt x="62422" y="70356"/>
                    </a:cubicBezTo>
                    <a:cubicBezTo>
                      <a:pt x="63925" y="69769"/>
                      <a:pt x="65359" y="68957"/>
                      <a:pt x="66897" y="68455"/>
                    </a:cubicBezTo>
                    <a:cubicBezTo>
                      <a:pt x="68660" y="67868"/>
                      <a:pt x="69732" y="66209"/>
                      <a:pt x="71391" y="65639"/>
                    </a:cubicBezTo>
                    <a:cubicBezTo>
                      <a:pt x="73706" y="64844"/>
                      <a:pt x="76713" y="61716"/>
                      <a:pt x="76852" y="59383"/>
                    </a:cubicBezTo>
                    <a:cubicBezTo>
                      <a:pt x="76834" y="59072"/>
                      <a:pt x="76713" y="58778"/>
                      <a:pt x="76506" y="58553"/>
                    </a:cubicBezTo>
                    <a:cubicBezTo>
                      <a:pt x="75918" y="57810"/>
                      <a:pt x="75279" y="57153"/>
                      <a:pt x="74294" y="56894"/>
                    </a:cubicBezTo>
                    <a:cubicBezTo>
                      <a:pt x="73724" y="56739"/>
                      <a:pt x="73378" y="56151"/>
                      <a:pt x="73516" y="55581"/>
                    </a:cubicBezTo>
                    <a:cubicBezTo>
                      <a:pt x="73547" y="55481"/>
                      <a:pt x="73596" y="55443"/>
                      <a:pt x="73658" y="55443"/>
                    </a:cubicBezTo>
                    <a:cubicBezTo>
                      <a:pt x="73842" y="55443"/>
                      <a:pt x="74139" y="55775"/>
                      <a:pt x="74398" y="55788"/>
                    </a:cubicBezTo>
                    <a:cubicBezTo>
                      <a:pt x="75366" y="55855"/>
                      <a:pt x="76333" y="56083"/>
                      <a:pt x="77301" y="56083"/>
                    </a:cubicBezTo>
                    <a:cubicBezTo>
                      <a:pt x="77336" y="56083"/>
                      <a:pt x="77370" y="56083"/>
                      <a:pt x="77405" y="56082"/>
                    </a:cubicBezTo>
                    <a:cubicBezTo>
                      <a:pt x="77727" y="56077"/>
                      <a:pt x="78047" y="56073"/>
                      <a:pt x="78365" y="56073"/>
                    </a:cubicBezTo>
                    <a:cubicBezTo>
                      <a:pt x="81373" y="56073"/>
                      <a:pt x="84145" y="56432"/>
                      <a:pt x="85786" y="59746"/>
                    </a:cubicBezTo>
                    <a:cubicBezTo>
                      <a:pt x="86136" y="60461"/>
                      <a:pt x="86996" y="61297"/>
                      <a:pt x="88011" y="61297"/>
                    </a:cubicBezTo>
                    <a:cubicBezTo>
                      <a:pt x="88148" y="61297"/>
                      <a:pt x="88288" y="61282"/>
                      <a:pt x="88430" y="61249"/>
                    </a:cubicBezTo>
                    <a:cubicBezTo>
                      <a:pt x="88585" y="61214"/>
                      <a:pt x="88707" y="61197"/>
                      <a:pt x="88805" y="61197"/>
                    </a:cubicBezTo>
                    <a:cubicBezTo>
                      <a:pt x="89186" y="61197"/>
                      <a:pt x="89184" y="61451"/>
                      <a:pt x="89225" y="61837"/>
                    </a:cubicBezTo>
                    <a:cubicBezTo>
                      <a:pt x="89830" y="66554"/>
                      <a:pt x="91990" y="70685"/>
                      <a:pt x="94133" y="74832"/>
                    </a:cubicBezTo>
                    <a:cubicBezTo>
                      <a:pt x="94475" y="75487"/>
                      <a:pt x="94875" y="75911"/>
                      <a:pt x="95290" y="75911"/>
                    </a:cubicBezTo>
                    <a:cubicBezTo>
                      <a:pt x="95652" y="75911"/>
                      <a:pt x="96025" y="75588"/>
                      <a:pt x="96380" y="74815"/>
                    </a:cubicBezTo>
                    <a:cubicBezTo>
                      <a:pt x="96622" y="74297"/>
                      <a:pt x="97036" y="73847"/>
                      <a:pt x="97382" y="73381"/>
                    </a:cubicBezTo>
                    <a:lnTo>
                      <a:pt x="97538" y="73225"/>
                    </a:lnTo>
                    <a:cubicBezTo>
                      <a:pt x="98212" y="71618"/>
                      <a:pt x="98056" y="69993"/>
                      <a:pt x="97831" y="68317"/>
                    </a:cubicBezTo>
                    <a:cubicBezTo>
                      <a:pt x="97762" y="67833"/>
                      <a:pt x="97589" y="67211"/>
                      <a:pt x="98194" y="67073"/>
                    </a:cubicBezTo>
                    <a:cubicBezTo>
                      <a:pt x="99784" y="66693"/>
                      <a:pt x="100268" y="65258"/>
                      <a:pt x="101149" y="64187"/>
                    </a:cubicBezTo>
                    <a:cubicBezTo>
                      <a:pt x="102117" y="63029"/>
                      <a:pt x="103137" y="61629"/>
                      <a:pt x="104243" y="60903"/>
                    </a:cubicBezTo>
                    <a:cubicBezTo>
                      <a:pt x="104825" y="60515"/>
                      <a:pt x="105739" y="59942"/>
                      <a:pt x="106690" y="59942"/>
                    </a:cubicBezTo>
                    <a:cubicBezTo>
                      <a:pt x="107432" y="59942"/>
                      <a:pt x="108196" y="60292"/>
                      <a:pt x="108840" y="61353"/>
                    </a:cubicBezTo>
                    <a:cubicBezTo>
                      <a:pt x="109600" y="62632"/>
                      <a:pt x="110965" y="63565"/>
                      <a:pt x="111017" y="65258"/>
                    </a:cubicBezTo>
                    <a:cubicBezTo>
                      <a:pt x="111034" y="65777"/>
                      <a:pt x="110793" y="66433"/>
                      <a:pt x="111536" y="66693"/>
                    </a:cubicBezTo>
                    <a:cubicBezTo>
                      <a:pt x="111822" y="66788"/>
                      <a:pt x="112112" y="66862"/>
                      <a:pt x="112391" y="66862"/>
                    </a:cubicBezTo>
                    <a:cubicBezTo>
                      <a:pt x="112769" y="66862"/>
                      <a:pt x="113129" y="66727"/>
                      <a:pt x="113437" y="66330"/>
                    </a:cubicBezTo>
                    <a:cubicBezTo>
                      <a:pt x="113540" y="66205"/>
                      <a:pt x="113700" y="66031"/>
                      <a:pt x="113856" y="66031"/>
                    </a:cubicBezTo>
                    <a:cubicBezTo>
                      <a:pt x="113960" y="66031"/>
                      <a:pt x="114062" y="66109"/>
                      <a:pt x="114145" y="66330"/>
                    </a:cubicBezTo>
                    <a:cubicBezTo>
                      <a:pt x="114543" y="67470"/>
                      <a:pt x="114802" y="68663"/>
                      <a:pt x="115286" y="69769"/>
                    </a:cubicBezTo>
                    <a:cubicBezTo>
                      <a:pt x="116271" y="72033"/>
                      <a:pt x="114940" y="74677"/>
                      <a:pt x="116858" y="76871"/>
                    </a:cubicBezTo>
                    <a:cubicBezTo>
                      <a:pt x="118241" y="78461"/>
                      <a:pt x="118362" y="80915"/>
                      <a:pt x="119900" y="82540"/>
                    </a:cubicBezTo>
                    <a:cubicBezTo>
                      <a:pt x="120401" y="82799"/>
                      <a:pt x="120885" y="83058"/>
                      <a:pt x="121386" y="83300"/>
                    </a:cubicBezTo>
                    <a:cubicBezTo>
                      <a:pt x="121538" y="83368"/>
                      <a:pt x="121699" y="83403"/>
                      <a:pt x="121846" y="83403"/>
                    </a:cubicBezTo>
                    <a:cubicBezTo>
                      <a:pt x="122184" y="83403"/>
                      <a:pt x="122445" y="83219"/>
                      <a:pt x="122337" y="82834"/>
                    </a:cubicBezTo>
                    <a:cubicBezTo>
                      <a:pt x="121818" y="80915"/>
                      <a:pt x="121991" y="78790"/>
                      <a:pt x="119969" y="77355"/>
                    </a:cubicBezTo>
                    <a:cubicBezTo>
                      <a:pt x="118414" y="76249"/>
                      <a:pt x="117239" y="74521"/>
                      <a:pt x="117463" y="72378"/>
                    </a:cubicBezTo>
                    <a:cubicBezTo>
                      <a:pt x="117528" y="71821"/>
                      <a:pt x="116912" y="70437"/>
                      <a:pt x="117695" y="70437"/>
                    </a:cubicBezTo>
                    <a:cubicBezTo>
                      <a:pt x="117955" y="70437"/>
                      <a:pt x="118371" y="70590"/>
                      <a:pt x="119019" y="70979"/>
                    </a:cubicBezTo>
                    <a:cubicBezTo>
                      <a:pt x="120194" y="71704"/>
                      <a:pt x="121386" y="72655"/>
                      <a:pt x="121749" y="73605"/>
                    </a:cubicBezTo>
                    <a:cubicBezTo>
                      <a:pt x="122096" y="74553"/>
                      <a:pt x="122434" y="74868"/>
                      <a:pt x="122776" y="74868"/>
                    </a:cubicBezTo>
                    <a:cubicBezTo>
                      <a:pt x="123251" y="74868"/>
                      <a:pt x="123732" y="74261"/>
                      <a:pt x="124255" y="73899"/>
                    </a:cubicBezTo>
                    <a:cubicBezTo>
                      <a:pt x="124531" y="73709"/>
                      <a:pt x="124721" y="73363"/>
                      <a:pt x="125015" y="73208"/>
                    </a:cubicBezTo>
                    <a:cubicBezTo>
                      <a:pt x="126743" y="72292"/>
                      <a:pt x="127210" y="70961"/>
                      <a:pt x="126743" y="69043"/>
                    </a:cubicBezTo>
                    <a:cubicBezTo>
                      <a:pt x="126294" y="67159"/>
                      <a:pt x="125292" y="65725"/>
                      <a:pt x="123892" y="64533"/>
                    </a:cubicBezTo>
                    <a:cubicBezTo>
                      <a:pt x="122596" y="63409"/>
                      <a:pt x="122285" y="62459"/>
                      <a:pt x="123546" y="61059"/>
                    </a:cubicBezTo>
                    <a:cubicBezTo>
                      <a:pt x="123952" y="60621"/>
                      <a:pt x="124332" y="60388"/>
                      <a:pt x="124705" y="60388"/>
                    </a:cubicBezTo>
                    <a:cubicBezTo>
                      <a:pt x="124936" y="60388"/>
                      <a:pt x="125164" y="60477"/>
                      <a:pt x="125395" y="60661"/>
                    </a:cubicBezTo>
                    <a:cubicBezTo>
                      <a:pt x="126000" y="61145"/>
                      <a:pt x="125810" y="61750"/>
                      <a:pt x="125119" y="62234"/>
                    </a:cubicBezTo>
                    <a:cubicBezTo>
                      <a:pt x="124618" y="62580"/>
                      <a:pt x="124445" y="63219"/>
                      <a:pt x="125050" y="63651"/>
                    </a:cubicBezTo>
                    <a:cubicBezTo>
                      <a:pt x="125442" y="63952"/>
                      <a:pt x="125858" y="64171"/>
                      <a:pt x="126268" y="64171"/>
                    </a:cubicBezTo>
                    <a:cubicBezTo>
                      <a:pt x="126635" y="64171"/>
                      <a:pt x="126996" y="63996"/>
                      <a:pt x="127331" y="63547"/>
                    </a:cubicBezTo>
                    <a:cubicBezTo>
                      <a:pt x="127694" y="63046"/>
                      <a:pt x="128247" y="62407"/>
                      <a:pt x="127469" y="61940"/>
                    </a:cubicBezTo>
                    <a:cubicBezTo>
                      <a:pt x="126398" y="61318"/>
                      <a:pt x="127037" y="61042"/>
                      <a:pt x="127590" y="60696"/>
                    </a:cubicBezTo>
                    <a:cubicBezTo>
                      <a:pt x="130061" y="59210"/>
                      <a:pt x="133449" y="59106"/>
                      <a:pt x="134693" y="55788"/>
                    </a:cubicBezTo>
                    <a:cubicBezTo>
                      <a:pt x="135298" y="54146"/>
                      <a:pt x="136093" y="52591"/>
                      <a:pt x="135851" y="50725"/>
                    </a:cubicBezTo>
                    <a:cubicBezTo>
                      <a:pt x="135522" y="48288"/>
                      <a:pt x="133932" y="46629"/>
                      <a:pt x="132498" y="44918"/>
                    </a:cubicBezTo>
                    <a:cubicBezTo>
                      <a:pt x="131772" y="44054"/>
                      <a:pt x="131859" y="43622"/>
                      <a:pt x="132775" y="43173"/>
                    </a:cubicBezTo>
                    <a:cubicBezTo>
                      <a:pt x="133120" y="43017"/>
                      <a:pt x="133397" y="42793"/>
                      <a:pt x="133362" y="42378"/>
                    </a:cubicBezTo>
                    <a:cubicBezTo>
                      <a:pt x="133345" y="41980"/>
                      <a:pt x="133051" y="41635"/>
                      <a:pt x="132671" y="41548"/>
                    </a:cubicBezTo>
                    <a:cubicBezTo>
                      <a:pt x="132227" y="41462"/>
                      <a:pt x="131713" y="41297"/>
                      <a:pt x="131292" y="41297"/>
                    </a:cubicBezTo>
                    <a:cubicBezTo>
                      <a:pt x="131122" y="41297"/>
                      <a:pt x="130968" y="41323"/>
                      <a:pt x="130839" y="41393"/>
                    </a:cubicBezTo>
                    <a:cubicBezTo>
                      <a:pt x="130667" y="41486"/>
                      <a:pt x="130517" y="41524"/>
                      <a:pt x="130385" y="41524"/>
                    </a:cubicBezTo>
                    <a:cubicBezTo>
                      <a:pt x="129751" y="41524"/>
                      <a:pt x="129496" y="40648"/>
                      <a:pt x="128935" y="40648"/>
                    </a:cubicBezTo>
                    <a:cubicBezTo>
                      <a:pt x="128871" y="40648"/>
                      <a:pt x="128804" y="40659"/>
                      <a:pt x="128731" y="40684"/>
                    </a:cubicBezTo>
                    <a:cubicBezTo>
                      <a:pt x="129025" y="40425"/>
                      <a:pt x="129336" y="40166"/>
                      <a:pt x="129612" y="39889"/>
                    </a:cubicBezTo>
                    <a:cubicBezTo>
                      <a:pt x="129699" y="39786"/>
                      <a:pt x="129768" y="39647"/>
                      <a:pt x="129802" y="39509"/>
                    </a:cubicBezTo>
                    <a:cubicBezTo>
                      <a:pt x="129896" y="39229"/>
                      <a:pt x="130059" y="38963"/>
                      <a:pt x="130355" y="38963"/>
                    </a:cubicBezTo>
                    <a:cubicBezTo>
                      <a:pt x="130388" y="38963"/>
                      <a:pt x="130423" y="38966"/>
                      <a:pt x="130459" y="38973"/>
                    </a:cubicBezTo>
                    <a:cubicBezTo>
                      <a:pt x="130822" y="39025"/>
                      <a:pt x="130718" y="39405"/>
                      <a:pt x="130753" y="39665"/>
                    </a:cubicBezTo>
                    <a:cubicBezTo>
                      <a:pt x="130885" y="40368"/>
                      <a:pt x="131150" y="40680"/>
                      <a:pt x="131522" y="40680"/>
                    </a:cubicBezTo>
                    <a:cubicBezTo>
                      <a:pt x="131781" y="40680"/>
                      <a:pt x="132092" y="40529"/>
                      <a:pt x="132446" y="40252"/>
                    </a:cubicBezTo>
                    <a:cubicBezTo>
                      <a:pt x="132816" y="39963"/>
                      <a:pt x="133198" y="39825"/>
                      <a:pt x="133552" y="39825"/>
                    </a:cubicBezTo>
                    <a:cubicBezTo>
                      <a:pt x="134190" y="39825"/>
                      <a:pt x="134735" y="40276"/>
                      <a:pt x="134935" y="41099"/>
                    </a:cubicBezTo>
                    <a:cubicBezTo>
                      <a:pt x="135004" y="41410"/>
                      <a:pt x="135246" y="41911"/>
                      <a:pt x="135436" y="41928"/>
                    </a:cubicBezTo>
                    <a:cubicBezTo>
                      <a:pt x="136836" y="42067"/>
                      <a:pt x="137130" y="43259"/>
                      <a:pt x="137441" y="44192"/>
                    </a:cubicBezTo>
                    <a:cubicBezTo>
                      <a:pt x="137757" y="45176"/>
                      <a:pt x="138205" y="45491"/>
                      <a:pt x="138710" y="45491"/>
                    </a:cubicBezTo>
                    <a:cubicBezTo>
                      <a:pt x="139226" y="45491"/>
                      <a:pt x="139803" y="45163"/>
                      <a:pt x="140361" y="44884"/>
                    </a:cubicBezTo>
                    <a:cubicBezTo>
                      <a:pt x="141813" y="44175"/>
                      <a:pt x="140586" y="43363"/>
                      <a:pt x="140327" y="42654"/>
                    </a:cubicBezTo>
                    <a:cubicBezTo>
                      <a:pt x="140188" y="42188"/>
                      <a:pt x="139739" y="41773"/>
                      <a:pt x="139324" y="41479"/>
                    </a:cubicBezTo>
                    <a:cubicBezTo>
                      <a:pt x="137717" y="40356"/>
                      <a:pt x="137648" y="38921"/>
                      <a:pt x="138305" y="37245"/>
                    </a:cubicBezTo>
                    <a:cubicBezTo>
                      <a:pt x="138533" y="36644"/>
                      <a:pt x="138753" y="36160"/>
                      <a:pt x="139216" y="36160"/>
                    </a:cubicBezTo>
                    <a:cubicBezTo>
                      <a:pt x="139418" y="36160"/>
                      <a:pt x="139666" y="36252"/>
                      <a:pt x="139981" y="36468"/>
                    </a:cubicBezTo>
                    <a:cubicBezTo>
                      <a:pt x="140121" y="36569"/>
                      <a:pt x="140268" y="36617"/>
                      <a:pt x="140413" y="36617"/>
                    </a:cubicBezTo>
                    <a:cubicBezTo>
                      <a:pt x="140661" y="36617"/>
                      <a:pt x="140902" y="36477"/>
                      <a:pt x="141087" y="36226"/>
                    </a:cubicBezTo>
                    <a:cubicBezTo>
                      <a:pt x="142573" y="34255"/>
                      <a:pt x="142850" y="29797"/>
                      <a:pt x="141640" y="27706"/>
                    </a:cubicBezTo>
                    <a:cubicBezTo>
                      <a:pt x="141485" y="27447"/>
                      <a:pt x="141104" y="27187"/>
                      <a:pt x="141398" y="26807"/>
                    </a:cubicBezTo>
                    <a:lnTo>
                      <a:pt x="141398" y="26807"/>
                    </a:lnTo>
                    <a:cubicBezTo>
                      <a:pt x="141623" y="26997"/>
                      <a:pt x="141917" y="27153"/>
                      <a:pt x="142072" y="27395"/>
                    </a:cubicBezTo>
                    <a:cubicBezTo>
                      <a:pt x="142988" y="28812"/>
                      <a:pt x="143869" y="30229"/>
                      <a:pt x="144733" y="31663"/>
                    </a:cubicBezTo>
                    <a:cubicBezTo>
                      <a:pt x="144984" y="32062"/>
                      <a:pt x="145261" y="32460"/>
                      <a:pt x="145713" y="32460"/>
                    </a:cubicBezTo>
                    <a:cubicBezTo>
                      <a:pt x="145790" y="32460"/>
                      <a:pt x="145872" y="32449"/>
                      <a:pt x="145960" y="32424"/>
                    </a:cubicBezTo>
                    <a:cubicBezTo>
                      <a:pt x="146323" y="32320"/>
                      <a:pt x="146825" y="32043"/>
                      <a:pt x="146928" y="31750"/>
                    </a:cubicBezTo>
                    <a:cubicBezTo>
                      <a:pt x="147118" y="31197"/>
                      <a:pt x="146496" y="30972"/>
                      <a:pt x="146151" y="30644"/>
                    </a:cubicBezTo>
                    <a:cubicBezTo>
                      <a:pt x="145805" y="30298"/>
                      <a:pt x="144889" y="29935"/>
                      <a:pt x="145511" y="29348"/>
                    </a:cubicBezTo>
                    <a:cubicBezTo>
                      <a:pt x="146220" y="28674"/>
                      <a:pt x="145701" y="28363"/>
                      <a:pt x="145373" y="27982"/>
                    </a:cubicBezTo>
                    <a:cubicBezTo>
                      <a:pt x="144924" y="27464"/>
                      <a:pt x="144353" y="27049"/>
                      <a:pt x="143904" y="26513"/>
                    </a:cubicBezTo>
                    <a:cubicBezTo>
                      <a:pt x="142452" y="24803"/>
                      <a:pt x="140309" y="24008"/>
                      <a:pt x="138927" y="23455"/>
                    </a:cubicBezTo>
                    <a:cubicBezTo>
                      <a:pt x="137233" y="22781"/>
                      <a:pt x="135350" y="23368"/>
                      <a:pt x="133794" y="22349"/>
                    </a:cubicBezTo>
                    <a:cubicBezTo>
                      <a:pt x="133621" y="22228"/>
                      <a:pt x="133120" y="22141"/>
                      <a:pt x="133379" y="21934"/>
                    </a:cubicBezTo>
                    <a:cubicBezTo>
                      <a:pt x="134416" y="21156"/>
                      <a:pt x="134192" y="19843"/>
                      <a:pt x="134814" y="18910"/>
                    </a:cubicBezTo>
                    <a:cubicBezTo>
                      <a:pt x="135183" y="18357"/>
                      <a:pt x="137525" y="17996"/>
                      <a:pt x="139389" y="17996"/>
                    </a:cubicBezTo>
                    <a:cubicBezTo>
                      <a:pt x="140321" y="17996"/>
                      <a:pt x="141133" y="18086"/>
                      <a:pt x="141519" y="18287"/>
                    </a:cubicBezTo>
                    <a:cubicBezTo>
                      <a:pt x="141913" y="18491"/>
                      <a:pt x="142318" y="18567"/>
                      <a:pt x="142722" y="18567"/>
                    </a:cubicBezTo>
                    <a:cubicBezTo>
                      <a:pt x="143310" y="18567"/>
                      <a:pt x="143896" y="18407"/>
                      <a:pt x="144440" y="18253"/>
                    </a:cubicBezTo>
                    <a:cubicBezTo>
                      <a:pt x="145183" y="18028"/>
                      <a:pt x="144301" y="17320"/>
                      <a:pt x="144440" y="16905"/>
                    </a:cubicBezTo>
                    <a:cubicBezTo>
                      <a:pt x="144595" y="16473"/>
                      <a:pt x="144232" y="15764"/>
                      <a:pt x="144803" y="15626"/>
                    </a:cubicBezTo>
                    <a:cubicBezTo>
                      <a:pt x="144894" y="15602"/>
                      <a:pt x="144986" y="15590"/>
                      <a:pt x="145078" y="15590"/>
                    </a:cubicBezTo>
                    <a:cubicBezTo>
                      <a:pt x="145503" y="15590"/>
                      <a:pt x="145922" y="15838"/>
                      <a:pt x="146306" y="16179"/>
                    </a:cubicBezTo>
                    <a:cubicBezTo>
                      <a:pt x="146709" y="16532"/>
                      <a:pt x="147171" y="16997"/>
                      <a:pt x="147617" y="16997"/>
                    </a:cubicBezTo>
                    <a:cubicBezTo>
                      <a:pt x="147935" y="16997"/>
                      <a:pt x="148244" y="16760"/>
                      <a:pt x="148518" y="16075"/>
                    </a:cubicBezTo>
                    <a:cubicBezTo>
                      <a:pt x="148584" y="15900"/>
                      <a:pt x="148692" y="15801"/>
                      <a:pt x="148828" y="15801"/>
                    </a:cubicBezTo>
                    <a:cubicBezTo>
                      <a:pt x="148906" y="15801"/>
                      <a:pt x="148994" y="15833"/>
                      <a:pt x="149088" y="15903"/>
                    </a:cubicBezTo>
                    <a:cubicBezTo>
                      <a:pt x="149348" y="16110"/>
                      <a:pt x="149348" y="16335"/>
                      <a:pt x="149192" y="16646"/>
                    </a:cubicBezTo>
                    <a:cubicBezTo>
                      <a:pt x="148743" y="17596"/>
                      <a:pt x="147965" y="18547"/>
                      <a:pt x="147965" y="19497"/>
                    </a:cubicBezTo>
                    <a:cubicBezTo>
                      <a:pt x="147931" y="21122"/>
                      <a:pt x="148708" y="22677"/>
                      <a:pt x="150022" y="23627"/>
                    </a:cubicBezTo>
                    <a:cubicBezTo>
                      <a:pt x="151231" y="24561"/>
                      <a:pt x="152631" y="25269"/>
                      <a:pt x="153582" y="26513"/>
                    </a:cubicBezTo>
                    <a:cubicBezTo>
                      <a:pt x="153835" y="26852"/>
                      <a:pt x="154112" y="27339"/>
                      <a:pt x="154580" y="27339"/>
                    </a:cubicBezTo>
                    <a:cubicBezTo>
                      <a:pt x="154686" y="27339"/>
                      <a:pt x="154802" y="27314"/>
                      <a:pt x="154930" y="27257"/>
                    </a:cubicBezTo>
                    <a:cubicBezTo>
                      <a:pt x="155621" y="26928"/>
                      <a:pt x="155673" y="26271"/>
                      <a:pt x="155604" y="25615"/>
                    </a:cubicBezTo>
                    <a:cubicBezTo>
                      <a:pt x="155448" y="24025"/>
                      <a:pt x="155863" y="22435"/>
                      <a:pt x="154739" y="20845"/>
                    </a:cubicBezTo>
                    <a:cubicBezTo>
                      <a:pt x="154065" y="19877"/>
                      <a:pt x="153772" y="18823"/>
                      <a:pt x="152406" y="18737"/>
                    </a:cubicBezTo>
                    <a:cubicBezTo>
                      <a:pt x="152044" y="18720"/>
                      <a:pt x="151940" y="18478"/>
                      <a:pt x="151888" y="18201"/>
                    </a:cubicBezTo>
                    <a:cubicBezTo>
                      <a:pt x="151820" y="17931"/>
                      <a:pt x="151918" y="17578"/>
                      <a:pt x="152229" y="17578"/>
                    </a:cubicBezTo>
                    <a:cubicBezTo>
                      <a:pt x="152236" y="17578"/>
                      <a:pt x="152243" y="17579"/>
                      <a:pt x="152251" y="17579"/>
                    </a:cubicBezTo>
                    <a:cubicBezTo>
                      <a:pt x="152284" y="17581"/>
                      <a:pt x="152317" y="17582"/>
                      <a:pt x="152350" y="17582"/>
                    </a:cubicBezTo>
                    <a:cubicBezTo>
                      <a:pt x="153000" y="17582"/>
                      <a:pt x="153628" y="17254"/>
                      <a:pt x="154277" y="17254"/>
                    </a:cubicBezTo>
                    <a:cubicBezTo>
                      <a:pt x="154558" y="17254"/>
                      <a:pt x="154844" y="17316"/>
                      <a:pt x="155137" y="17493"/>
                    </a:cubicBezTo>
                    <a:cubicBezTo>
                      <a:pt x="155393" y="17649"/>
                      <a:pt x="155627" y="17726"/>
                      <a:pt x="155836" y="17726"/>
                    </a:cubicBezTo>
                    <a:cubicBezTo>
                      <a:pt x="156249" y="17726"/>
                      <a:pt x="156566" y="17427"/>
                      <a:pt x="156761" y="16853"/>
                    </a:cubicBezTo>
                    <a:cubicBezTo>
                      <a:pt x="157072" y="15920"/>
                      <a:pt x="157954" y="15505"/>
                      <a:pt x="158662" y="15039"/>
                    </a:cubicBezTo>
                    <a:cubicBezTo>
                      <a:pt x="158771" y="14969"/>
                      <a:pt x="158912" y="14953"/>
                      <a:pt x="159064" y="14953"/>
                    </a:cubicBezTo>
                    <a:cubicBezTo>
                      <a:pt x="159192" y="14953"/>
                      <a:pt x="159327" y="14964"/>
                      <a:pt x="159458" y="14964"/>
                    </a:cubicBezTo>
                    <a:cubicBezTo>
                      <a:pt x="159792" y="14964"/>
                      <a:pt x="160100" y="14892"/>
                      <a:pt x="160183" y="14382"/>
                    </a:cubicBezTo>
                    <a:cubicBezTo>
                      <a:pt x="160304" y="13501"/>
                      <a:pt x="159475" y="13310"/>
                      <a:pt x="158887" y="12965"/>
                    </a:cubicBezTo>
                    <a:cubicBezTo>
                      <a:pt x="158662" y="12827"/>
                      <a:pt x="158334" y="12550"/>
                      <a:pt x="158351" y="12395"/>
                    </a:cubicBezTo>
                    <a:cubicBezTo>
                      <a:pt x="158404" y="12154"/>
                      <a:pt x="158582" y="12097"/>
                      <a:pt x="158776" y="12097"/>
                    </a:cubicBezTo>
                    <a:cubicBezTo>
                      <a:pt x="158903" y="12097"/>
                      <a:pt x="159037" y="12122"/>
                      <a:pt x="159146" y="12135"/>
                    </a:cubicBezTo>
                    <a:cubicBezTo>
                      <a:pt x="160460" y="12308"/>
                      <a:pt x="161652" y="12999"/>
                      <a:pt x="163017" y="12999"/>
                    </a:cubicBezTo>
                    <a:cubicBezTo>
                      <a:pt x="163570" y="12999"/>
                      <a:pt x="163795" y="12913"/>
                      <a:pt x="164002" y="12274"/>
                    </a:cubicBezTo>
                    <a:cubicBezTo>
                      <a:pt x="164745" y="10182"/>
                      <a:pt x="163311" y="10010"/>
                      <a:pt x="161998" y="9923"/>
                    </a:cubicBezTo>
                    <a:cubicBezTo>
                      <a:pt x="160218" y="9820"/>
                      <a:pt x="158438" y="9543"/>
                      <a:pt x="156710" y="9076"/>
                    </a:cubicBezTo>
                    <a:cubicBezTo>
                      <a:pt x="153313" y="8169"/>
                      <a:pt x="149984" y="6872"/>
                      <a:pt x="146431" y="6872"/>
                    </a:cubicBezTo>
                    <a:cubicBezTo>
                      <a:pt x="145249" y="6872"/>
                      <a:pt x="144041" y="7016"/>
                      <a:pt x="142798" y="7366"/>
                    </a:cubicBezTo>
                    <a:cubicBezTo>
                      <a:pt x="142441" y="7468"/>
                      <a:pt x="142044" y="7507"/>
                      <a:pt x="141624" y="7507"/>
                    </a:cubicBezTo>
                    <a:cubicBezTo>
                      <a:pt x="140475" y="7507"/>
                      <a:pt x="139148" y="7211"/>
                      <a:pt x="137959" y="7072"/>
                    </a:cubicBezTo>
                    <a:cubicBezTo>
                      <a:pt x="135760" y="6810"/>
                      <a:pt x="133765" y="5577"/>
                      <a:pt x="131513" y="5577"/>
                    </a:cubicBezTo>
                    <a:cubicBezTo>
                      <a:pt x="131235" y="5577"/>
                      <a:pt x="130953" y="5596"/>
                      <a:pt x="130666" y="5637"/>
                    </a:cubicBezTo>
                    <a:cubicBezTo>
                      <a:pt x="130197" y="5701"/>
                      <a:pt x="129713" y="5752"/>
                      <a:pt x="129231" y="5752"/>
                    </a:cubicBezTo>
                    <a:cubicBezTo>
                      <a:pt x="128525" y="5752"/>
                      <a:pt x="127823" y="5641"/>
                      <a:pt x="127175" y="5292"/>
                    </a:cubicBezTo>
                    <a:cubicBezTo>
                      <a:pt x="124583" y="3857"/>
                      <a:pt x="121352" y="4808"/>
                      <a:pt x="118811" y="3097"/>
                    </a:cubicBezTo>
                    <a:cubicBezTo>
                      <a:pt x="118623" y="2965"/>
                      <a:pt x="118385" y="2894"/>
                      <a:pt x="118144" y="2894"/>
                    </a:cubicBezTo>
                    <a:cubicBezTo>
                      <a:pt x="117786" y="2894"/>
                      <a:pt x="117421" y="3050"/>
                      <a:pt x="117204" y="3391"/>
                    </a:cubicBezTo>
                    <a:cubicBezTo>
                      <a:pt x="116737" y="4117"/>
                      <a:pt x="117601" y="4134"/>
                      <a:pt x="117930" y="4462"/>
                    </a:cubicBezTo>
                    <a:cubicBezTo>
                      <a:pt x="118103" y="4670"/>
                      <a:pt x="118154" y="4946"/>
                      <a:pt x="118068" y="5188"/>
                    </a:cubicBezTo>
                    <a:cubicBezTo>
                      <a:pt x="117958" y="5398"/>
                      <a:pt x="116241" y="5510"/>
                      <a:pt x="114740" y="5510"/>
                    </a:cubicBezTo>
                    <a:cubicBezTo>
                      <a:pt x="113645" y="5510"/>
                      <a:pt x="112664" y="5450"/>
                      <a:pt x="112503" y="5326"/>
                    </a:cubicBezTo>
                    <a:cubicBezTo>
                      <a:pt x="111242" y="4410"/>
                      <a:pt x="109825" y="3719"/>
                      <a:pt x="108321" y="3287"/>
                    </a:cubicBezTo>
                    <a:cubicBezTo>
                      <a:pt x="108108" y="3224"/>
                      <a:pt x="107902" y="3198"/>
                      <a:pt x="107703" y="3198"/>
                    </a:cubicBezTo>
                    <a:cubicBezTo>
                      <a:pt x="106742" y="3198"/>
                      <a:pt x="105934" y="3807"/>
                      <a:pt x="105084" y="3807"/>
                    </a:cubicBezTo>
                    <a:cubicBezTo>
                      <a:pt x="105000" y="3807"/>
                      <a:pt x="104915" y="3801"/>
                      <a:pt x="104830" y="3788"/>
                    </a:cubicBezTo>
                    <a:cubicBezTo>
                      <a:pt x="102083" y="3391"/>
                      <a:pt x="99266" y="3909"/>
                      <a:pt x="96760" y="1559"/>
                    </a:cubicBezTo>
                    <a:cubicBezTo>
                      <a:pt x="95295" y="185"/>
                      <a:pt x="93272" y="50"/>
                      <a:pt x="91223" y="50"/>
                    </a:cubicBezTo>
                    <a:cubicBezTo>
                      <a:pt x="90718" y="50"/>
                      <a:pt x="90212" y="58"/>
                      <a:pt x="89713" y="58"/>
                    </a:cubicBezTo>
                    <a:cubicBezTo>
                      <a:pt x="89152" y="58"/>
                      <a:pt x="88600" y="48"/>
                      <a:pt x="88067" y="4"/>
                    </a:cubicBezTo>
                    <a:cubicBezTo>
                      <a:pt x="88037" y="2"/>
                      <a:pt x="88007" y="1"/>
                      <a:pt x="879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41"/>
              <p:cNvSpPr/>
              <p:nvPr/>
            </p:nvSpPr>
            <p:spPr>
              <a:xfrm>
                <a:off x="5913800" y="3523050"/>
                <a:ext cx="1109075" cy="813875"/>
              </a:xfrm>
              <a:custGeom>
                <a:avLst/>
                <a:gdLst/>
                <a:ahLst/>
                <a:cxnLst/>
                <a:rect l="l" t="t" r="r" b="b"/>
                <a:pathLst>
                  <a:path w="44363" h="32555" extrusionOk="0">
                    <a:moveTo>
                      <a:pt x="28245" y="1"/>
                    </a:moveTo>
                    <a:cubicBezTo>
                      <a:pt x="27747" y="1"/>
                      <a:pt x="27602" y="373"/>
                      <a:pt x="27634" y="804"/>
                    </a:cubicBezTo>
                    <a:cubicBezTo>
                      <a:pt x="27737" y="2117"/>
                      <a:pt x="27979" y="3482"/>
                      <a:pt x="27996" y="4778"/>
                    </a:cubicBezTo>
                    <a:cubicBezTo>
                      <a:pt x="28014" y="5660"/>
                      <a:pt x="28567" y="7094"/>
                      <a:pt x="27634" y="7267"/>
                    </a:cubicBezTo>
                    <a:cubicBezTo>
                      <a:pt x="27521" y="7286"/>
                      <a:pt x="27406" y="7295"/>
                      <a:pt x="27290" y="7295"/>
                    </a:cubicBezTo>
                    <a:cubicBezTo>
                      <a:pt x="25431" y="7295"/>
                      <a:pt x="23230" y="4918"/>
                      <a:pt x="23555" y="3275"/>
                    </a:cubicBezTo>
                    <a:cubicBezTo>
                      <a:pt x="23754" y="2264"/>
                      <a:pt x="23333" y="1317"/>
                      <a:pt x="22034" y="1317"/>
                    </a:cubicBezTo>
                    <a:cubicBezTo>
                      <a:pt x="21978" y="1317"/>
                      <a:pt x="21920" y="1318"/>
                      <a:pt x="21862" y="1322"/>
                    </a:cubicBezTo>
                    <a:cubicBezTo>
                      <a:pt x="21814" y="1325"/>
                      <a:pt x="21765" y="1327"/>
                      <a:pt x="21716" y="1327"/>
                    </a:cubicBezTo>
                    <a:cubicBezTo>
                      <a:pt x="20777" y="1327"/>
                      <a:pt x="19668" y="752"/>
                      <a:pt x="18692" y="752"/>
                    </a:cubicBezTo>
                    <a:cubicBezTo>
                      <a:pt x="18107" y="752"/>
                      <a:pt x="17570" y="958"/>
                      <a:pt x="17144" y="1616"/>
                    </a:cubicBezTo>
                    <a:cubicBezTo>
                      <a:pt x="16642" y="2376"/>
                      <a:pt x="15295" y="2826"/>
                      <a:pt x="15191" y="4035"/>
                    </a:cubicBezTo>
                    <a:cubicBezTo>
                      <a:pt x="15162" y="4430"/>
                      <a:pt x="15144" y="4616"/>
                      <a:pt x="15002" y="4616"/>
                    </a:cubicBezTo>
                    <a:cubicBezTo>
                      <a:pt x="14889" y="4616"/>
                      <a:pt x="14698" y="4499"/>
                      <a:pt x="14361" y="4277"/>
                    </a:cubicBezTo>
                    <a:cubicBezTo>
                      <a:pt x="13724" y="3844"/>
                      <a:pt x="13113" y="3612"/>
                      <a:pt x="12606" y="3612"/>
                    </a:cubicBezTo>
                    <a:cubicBezTo>
                      <a:pt x="12042" y="3612"/>
                      <a:pt x="11607" y="3900"/>
                      <a:pt x="11406" y="4519"/>
                    </a:cubicBezTo>
                    <a:cubicBezTo>
                      <a:pt x="10784" y="6334"/>
                      <a:pt x="8710" y="7215"/>
                      <a:pt x="8624" y="9392"/>
                    </a:cubicBezTo>
                    <a:cubicBezTo>
                      <a:pt x="8607" y="10153"/>
                      <a:pt x="7933" y="10619"/>
                      <a:pt x="7086" y="10879"/>
                    </a:cubicBezTo>
                    <a:cubicBezTo>
                      <a:pt x="5669" y="11311"/>
                      <a:pt x="4355" y="11864"/>
                      <a:pt x="3007" y="12382"/>
                    </a:cubicBezTo>
                    <a:cubicBezTo>
                      <a:pt x="1003" y="13160"/>
                      <a:pt x="0" y="16910"/>
                      <a:pt x="1538" y="19018"/>
                    </a:cubicBezTo>
                    <a:cubicBezTo>
                      <a:pt x="2835" y="20798"/>
                      <a:pt x="3128" y="22595"/>
                      <a:pt x="3992" y="24375"/>
                    </a:cubicBezTo>
                    <a:cubicBezTo>
                      <a:pt x="4494" y="25360"/>
                      <a:pt x="4424" y="26276"/>
                      <a:pt x="3750" y="26950"/>
                    </a:cubicBezTo>
                    <a:cubicBezTo>
                      <a:pt x="3353" y="27348"/>
                      <a:pt x="3509" y="27797"/>
                      <a:pt x="4148" y="28298"/>
                    </a:cubicBezTo>
                    <a:cubicBezTo>
                      <a:pt x="5020" y="28962"/>
                      <a:pt x="5824" y="29302"/>
                      <a:pt x="6549" y="29302"/>
                    </a:cubicBezTo>
                    <a:cubicBezTo>
                      <a:pt x="7089" y="29302"/>
                      <a:pt x="7586" y="29114"/>
                      <a:pt x="8036" y="28730"/>
                    </a:cubicBezTo>
                    <a:cubicBezTo>
                      <a:pt x="8740" y="28095"/>
                      <a:pt x="9643" y="27747"/>
                      <a:pt x="10576" y="27747"/>
                    </a:cubicBezTo>
                    <a:cubicBezTo>
                      <a:pt x="10811" y="27747"/>
                      <a:pt x="11049" y="27769"/>
                      <a:pt x="11285" y="27814"/>
                    </a:cubicBezTo>
                    <a:cubicBezTo>
                      <a:pt x="11420" y="27836"/>
                      <a:pt x="11551" y="27846"/>
                      <a:pt x="11676" y="27846"/>
                    </a:cubicBezTo>
                    <a:cubicBezTo>
                      <a:pt x="12065" y="27846"/>
                      <a:pt x="12402" y="27743"/>
                      <a:pt x="12650" y="27521"/>
                    </a:cubicBezTo>
                    <a:cubicBezTo>
                      <a:pt x="14551" y="25793"/>
                      <a:pt x="17368" y="25343"/>
                      <a:pt x="20047" y="24790"/>
                    </a:cubicBezTo>
                    <a:cubicBezTo>
                      <a:pt x="20247" y="24746"/>
                      <a:pt x="20464" y="24721"/>
                      <a:pt x="20691" y="24721"/>
                    </a:cubicBezTo>
                    <a:cubicBezTo>
                      <a:pt x="21623" y="24721"/>
                      <a:pt x="22712" y="25150"/>
                      <a:pt x="23365" y="26484"/>
                    </a:cubicBezTo>
                    <a:cubicBezTo>
                      <a:pt x="23667" y="27105"/>
                      <a:pt x="23855" y="28198"/>
                      <a:pt x="25083" y="28198"/>
                    </a:cubicBezTo>
                    <a:cubicBezTo>
                      <a:pt x="25120" y="28198"/>
                      <a:pt x="25158" y="28197"/>
                      <a:pt x="25197" y="28195"/>
                    </a:cubicBezTo>
                    <a:cubicBezTo>
                      <a:pt x="25345" y="28183"/>
                      <a:pt x="25455" y="28022"/>
                      <a:pt x="25593" y="28022"/>
                    </a:cubicBezTo>
                    <a:cubicBezTo>
                      <a:pt x="25664" y="28022"/>
                      <a:pt x="25742" y="28065"/>
                      <a:pt x="25836" y="28195"/>
                    </a:cubicBezTo>
                    <a:cubicBezTo>
                      <a:pt x="25923" y="28298"/>
                      <a:pt x="25767" y="28592"/>
                      <a:pt x="25612" y="28713"/>
                    </a:cubicBezTo>
                    <a:cubicBezTo>
                      <a:pt x="25318" y="28938"/>
                      <a:pt x="24903" y="29128"/>
                      <a:pt x="25283" y="29646"/>
                    </a:cubicBezTo>
                    <a:cubicBezTo>
                      <a:pt x="25508" y="29871"/>
                      <a:pt x="25802" y="30026"/>
                      <a:pt x="26113" y="30078"/>
                    </a:cubicBezTo>
                    <a:cubicBezTo>
                      <a:pt x="26172" y="30086"/>
                      <a:pt x="26229" y="30090"/>
                      <a:pt x="26283" y="30090"/>
                    </a:cubicBezTo>
                    <a:cubicBezTo>
                      <a:pt x="26710" y="30090"/>
                      <a:pt x="27006" y="29856"/>
                      <a:pt x="27098" y="29473"/>
                    </a:cubicBezTo>
                    <a:cubicBezTo>
                      <a:pt x="27115" y="29335"/>
                      <a:pt x="27098" y="29197"/>
                      <a:pt x="27029" y="29076"/>
                    </a:cubicBezTo>
                    <a:cubicBezTo>
                      <a:pt x="26976" y="28903"/>
                      <a:pt x="26992" y="28848"/>
                      <a:pt x="27041" y="28848"/>
                    </a:cubicBezTo>
                    <a:cubicBezTo>
                      <a:pt x="27105" y="28848"/>
                      <a:pt x="27225" y="28941"/>
                      <a:pt x="27322" y="28990"/>
                    </a:cubicBezTo>
                    <a:cubicBezTo>
                      <a:pt x="27824" y="29266"/>
                      <a:pt x="28463" y="29473"/>
                      <a:pt x="28169" y="30113"/>
                    </a:cubicBezTo>
                    <a:cubicBezTo>
                      <a:pt x="27945" y="30597"/>
                      <a:pt x="28117" y="31029"/>
                      <a:pt x="28809" y="31461"/>
                    </a:cubicBezTo>
                    <a:cubicBezTo>
                      <a:pt x="30199" y="32318"/>
                      <a:pt x="31628" y="32554"/>
                      <a:pt x="32898" y="32554"/>
                    </a:cubicBezTo>
                    <a:cubicBezTo>
                      <a:pt x="33522" y="32554"/>
                      <a:pt x="34108" y="32497"/>
                      <a:pt x="34633" y="32429"/>
                    </a:cubicBezTo>
                    <a:cubicBezTo>
                      <a:pt x="36672" y="32135"/>
                      <a:pt x="39299" y="31824"/>
                      <a:pt x="39299" y="29145"/>
                    </a:cubicBezTo>
                    <a:cubicBezTo>
                      <a:pt x="39299" y="28938"/>
                      <a:pt x="39541" y="28799"/>
                      <a:pt x="39592" y="28575"/>
                    </a:cubicBezTo>
                    <a:cubicBezTo>
                      <a:pt x="40024" y="26968"/>
                      <a:pt x="41804" y="26363"/>
                      <a:pt x="42496" y="24998"/>
                    </a:cubicBezTo>
                    <a:cubicBezTo>
                      <a:pt x="44224" y="21559"/>
                      <a:pt x="44362" y="17722"/>
                      <a:pt x="40232" y="13661"/>
                    </a:cubicBezTo>
                    <a:cubicBezTo>
                      <a:pt x="38953" y="12399"/>
                      <a:pt x="38037" y="10671"/>
                      <a:pt x="36309" y="9859"/>
                    </a:cubicBezTo>
                    <a:cubicBezTo>
                      <a:pt x="34494" y="9012"/>
                      <a:pt x="34080" y="7716"/>
                      <a:pt x="33509" y="6472"/>
                    </a:cubicBezTo>
                    <a:cubicBezTo>
                      <a:pt x="33388" y="5608"/>
                      <a:pt x="33008" y="4761"/>
                      <a:pt x="32213" y="4346"/>
                    </a:cubicBezTo>
                    <a:cubicBezTo>
                      <a:pt x="30658" y="3465"/>
                      <a:pt x="30278" y="2100"/>
                      <a:pt x="29414" y="942"/>
                    </a:cubicBezTo>
                    <a:cubicBezTo>
                      <a:pt x="29120" y="544"/>
                      <a:pt x="28947" y="78"/>
                      <a:pt x="28377" y="9"/>
                    </a:cubicBezTo>
                    <a:cubicBezTo>
                      <a:pt x="28330" y="3"/>
                      <a:pt x="28287" y="1"/>
                      <a:pt x="2824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41"/>
              <p:cNvSpPr/>
              <p:nvPr/>
            </p:nvSpPr>
            <p:spPr>
              <a:xfrm>
                <a:off x="6442175" y="3238700"/>
                <a:ext cx="571625" cy="311800"/>
              </a:xfrm>
              <a:custGeom>
                <a:avLst/>
                <a:gdLst/>
                <a:ahLst/>
                <a:cxnLst/>
                <a:rect l="l" t="t" r="r" b="b"/>
                <a:pathLst>
                  <a:path w="22865" h="12472" extrusionOk="0">
                    <a:moveTo>
                      <a:pt x="3070" y="1"/>
                    </a:moveTo>
                    <a:cubicBezTo>
                      <a:pt x="2939" y="1"/>
                      <a:pt x="2792" y="15"/>
                      <a:pt x="2627" y="46"/>
                    </a:cubicBezTo>
                    <a:cubicBezTo>
                      <a:pt x="1833" y="202"/>
                      <a:pt x="830" y="29"/>
                      <a:pt x="415" y="927"/>
                    </a:cubicBezTo>
                    <a:cubicBezTo>
                      <a:pt x="1" y="1826"/>
                      <a:pt x="934" y="1861"/>
                      <a:pt x="1400" y="2189"/>
                    </a:cubicBezTo>
                    <a:cubicBezTo>
                      <a:pt x="1504" y="2258"/>
                      <a:pt x="1366" y="2569"/>
                      <a:pt x="1435" y="2742"/>
                    </a:cubicBezTo>
                    <a:cubicBezTo>
                      <a:pt x="1757" y="3623"/>
                      <a:pt x="1963" y="4886"/>
                      <a:pt x="3062" y="4886"/>
                    </a:cubicBezTo>
                    <a:cubicBezTo>
                      <a:pt x="3084" y="4886"/>
                      <a:pt x="3106" y="4886"/>
                      <a:pt x="3129" y="4885"/>
                    </a:cubicBezTo>
                    <a:cubicBezTo>
                      <a:pt x="3207" y="4880"/>
                      <a:pt x="3284" y="4878"/>
                      <a:pt x="3360" y="4878"/>
                    </a:cubicBezTo>
                    <a:cubicBezTo>
                      <a:pt x="4698" y="4878"/>
                      <a:pt x="5731" y="5570"/>
                      <a:pt x="6810" y="6077"/>
                    </a:cubicBezTo>
                    <a:cubicBezTo>
                      <a:pt x="7328" y="6319"/>
                      <a:pt x="8019" y="7322"/>
                      <a:pt x="7207" y="8203"/>
                    </a:cubicBezTo>
                    <a:cubicBezTo>
                      <a:pt x="6913" y="8531"/>
                      <a:pt x="6948" y="8911"/>
                      <a:pt x="7121" y="9292"/>
                    </a:cubicBezTo>
                    <a:cubicBezTo>
                      <a:pt x="7274" y="9613"/>
                      <a:pt x="7597" y="9810"/>
                      <a:pt x="7934" y="9810"/>
                    </a:cubicBezTo>
                    <a:cubicBezTo>
                      <a:pt x="8014" y="9810"/>
                      <a:pt x="8095" y="9799"/>
                      <a:pt x="8175" y="9775"/>
                    </a:cubicBezTo>
                    <a:cubicBezTo>
                      <a:pt x="8275" y="9755"/>
                      <a:pt x="8368" y="9745"/>
                      <a:pt x="8457" y="9745"/>
                    </a:cubicBezTo>
                    <a:cubicBezTo>
                      <a:pt x="8811" y="9745"/>
                      <a:pt x="9087" y="9900"/>
                      <a:pt x="9419" y="10121"/>
                    </a:cubicBezTo>
                    <a:cubicBezTo>
                      <a:pt x="10079" y="10569"/>
                      <a:pt x="10930" y="10787"/>
                      <a:pt x="11688" y="10787"/>
                    </a:cubicBezTo>
                    <a:cubicBezTo>
                      <a:pt x="12538" y="10787"/>
                      <a:pt x="13270" y="10513"/>
                      <a:pt x="13480" y="9983"/>
                    </a:cubicBezTo>
                    <a:cubicBezTo>
                      <a:pt x="13648" y="9563"/>
                      <a:pt x="13555" y="9014"/>
                      <a:pt x="14230" y="9014"/>
                    </a:cubicBezTo>
                    <a:cubicBezTo>
                      <a:pt x="14250" y="9014"/>
                      <a:pt x="14271" y="9014"/>
                      <a:pt x="14293" y="9015"/>
                    </a:cubicBezTo>
                    <a:cubicBezTo>
                      <a:pt x="15036" y="9050"/>
                      <a:pt x="15381" y="9516"/>
                      <a:pt x="15450" y="10138"/>
                    </a:cubicBezTo>
                    <a:cubicBezTo>
                      <a:pt x="15640" y="11486"/>
                      <a:pt x="16522" y="11953"/>
                      <a:pt x="17697" y="11988"/>
                    </a:cubicBezTo>
                    <a:cubicBezTo>
                      <a:pt x="18224" y="11988"/>
                      <a:pt x="18870" y="12472"/>
                      <a:pt x="19366" y="12472"/>
                    </a:cubicBezTo>
                    <a:cubicBezTo>
                      <a:pt x="19602" y="12472"/>
                      <a:pt x="19804" y="12362"/>
                      <a:pt x="19944" y="12039"/>
                    </a:cubicBezTo>
                    <a:cubicBezTo>
                      <a:pt x="20289" y="11210"/>
                      <a:pt x="19287" y="10398"/>
                      <a:pt x="18596" y="9758"/>
                    </a:cubicBezTo>
                    <a:cubicBezTo>
                      <a:pt x="18164" y="9361"/>
                      <a:pt x="17420" y="8825"/>
                      <a:pt x="17749" y="8272"/>
                    </a:cubicBezTo>
                    <a:cubicBezTo>
                      <a:pt x="17984" y="7884"/>
                      <a:pt x="18253" y="7197"/>
                      <a:pt x="18937" y="7197"/>
                    </a:cubicBezTo>
                    <a:cubicBezTo>
                      <a:pt x="19107" y="7197"/>
                      <a:pt x="19302" y="7239"/>
                      <a:pt x="19529" y="7339"/>
                    </a:cubicBezTo>
                    <a:cubicBezTo>
                      <a:pt x="19732" y="7429"/>
                      <a:pt x="19935" y="7468"/>
                      <a:pt x="20135" y="7468"/>
                    </a:cubicBezTo>
                    <a:cubicBezTo>
                      <a:pt x="20854" y="7468"/>
                      <a:pt x="21544" y="6970"/>
                      <a:pt x="22138" y="6578"/>
                    </a:cubicBezTo>
                    <a:cubicBezTo>
                      <a:pt x="22795" y="6146"/>
                      <a:pt x="22864" y="5248"/>
                      <a:pt x="22311" y="4643"/>
                    </a:cubicBezTo>
                    <a:cubicBezTo>
                      <a:pt x="22115" y="4425"/>
                      <a:pt x="21948" y="4340"/>
                      <a:pt x="21799" y="4340"/>
                    </a:cubicBezTo>
                    <a:cubicBezTo>
                      <a:pt x="21465" y="4340"/>
                      <a:pt x="21227" y="4774"/>
                      <a:pt x="20963" y="5110"/>
                    </a:cubicBezTo>
                    <a:cubicBezTo>
                      <a:pt x="20756" y="5334"/>
                      <a:pt x="20479" y="5472"/>
                      <a:pt x="20168" y="5507"/>
                    </a:cubicBezTo>
                    <a:cubicBezTo>
                      <a:pt x="20112" y="5512"/>
                      <a:pt x="20051" y="5514"/>
                      <a:pt x="19986" y="5514"/>
                    </a:cubicBezTo>
                    <a:cubicBezTo>
                      <a:pt x="18639" y="5514"/>
                      <a:pt x="15548" y="4518"/>
                      <a:pt x="14344" y="3727"/>
                    </a:cubicBezTo>
                    <a:cubicBezTo>
                      <a:pt x="13999" y="3485"/>
                      <a:pt x="13636" y="3295"/>
                      <a:pt x="13238" y="3139"/>
                    </a:cubicBezTo>
                    <a:cubicBezTo>
                      <a:pt x="11925" y="2690"/>
                      <a:pt x="10473" y="2465"/>
                      <a:pt x="9298" y="1774"/>
                    </a:cubicBezTo>
                    <a:cubicBezTo>
                      <a:pt x="8770" y="1458"/>
                      <a:pt x="8301" y="1322"/>
                      <a:pt x="7877" y="1322"/>
                    </a:cubicBezTo>
                    <a:cubicBezTo>
                      <a:pt x="7093" y="1322"/>
                      <a:pt x="6459" y="1787"/>
                      <a:pt x="5876" y="2448"/>
                    </a:cubicBezTo>
                    <a:cubicBezTo>
                      <a:pt x="5497" y="2886"/>
                      <a:pt x="5240" y="3062"/>
                      <a:pt x="5050" y="3062"/>
                    </a:cubicBezTo>
                    <a:cubicBezTo>
                      <a:pt x="4739" y="3062"/>
                      <a:pt x="4614" y="2586"/>
                      <a:pt x="4442" y="2016"/>
                    </a:cubicBezTo>
                    <a:cubicBezTo>
                      <a:pt x="4193" y="1191"/>
                      <a:pt x="4266" y="1"/>
                      <a:pt x="3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41"/>
              <p:cNvSpPr/>
              <p:nvPr/>
            </p:nvSpPr>
            <p:spPr>
              <a:xfrm>
                <a:off x="5898675" y="3029225"/>
                <a:ext cx="282150" cy="318450"/>
              </a:xfrm>
              <a:custGeom>
                <a:avLst/>
                <a:gdLst/>
                <a:ahLst/>
                <a:cxnLst/>
                <a:rect l="l" t="t" r="r" b="b"/>
                <a:pathLst>
                  <a:path w="11286" h="12738" extrusionOk="0">
                    <a:moveTo>
                      <a:pt x="8163" y="0"/>
                    </a:moveTo>
                    <a:cubicBezTo>
                      <a:pt x="7646" y="0"/>
                      <a:pt x="7307" y="634"/>
                      <a:pt x="7121" y="1115"/>
                    </a:cubicBezTo>
                    <a:cubicBezTo>
                      <a:pt x="6498" y="2618"/>
                      <a:pt x="5081" y="3362"/>
                      <a:pt x="4027" y="4450"/>
                    </a:cubicBezTo>
                    <a:cubicBezTo>
                      <a:pt x="3562" y="4916"/>
                      <a:pt x="2753" y="5709"/>
                      <a:pt x="2170" y="5709"/>
                    </a:cubicBezTo>
                    <a:cubicBezTo>
                      <a:pt x="2125" y="5709"/>
                      <a:pt x="2082" y="5704"/>
                      <a:pt x="2040" y="5695"/>
                    </a:cubicBezTo>
                    <a:cubicBezTo>
                      <a:pt x="1767" y="5631"/>
                      <a:pt x="1536" y="5602"/>
                      <a:pt x="1339" y="5602"/>
                    </a:cubicBezTo>
                    <a:cubicBezTo>
                      <a:pt x="150" y="5602"/>
                      <a:pt x="215" y="6659"/>
                      <a:pt x="52" y="7475"/>
                    </a:cubicBezTo>
                    <a:cubicBezTo>
                      <a:pt x="1" y="9410"/>
                      <a:pt x="1625" y="11518"/>
                      <a:pt x="3267" y="12123"/>
                    </a:cubicBezTo>
                    <a:cubicBezTo>
                      <a:pt x="3638" y="12262"/>
                      <a:pt x="4019" y="12277"/>
                      <a:pt x="4389" y="12277"/>
                    </a:cubicBezTo>
                    <a:cubicBezTo>
                      <a:pt x="4488" y="12277"/>
                      <a:pt x="4586" y="12276"/>
                      <a:pt x="4683" y="12276"/>
                    </a:cubicBezTo>
                    <a:cubicBezTo>
                      <a:pt x="5034" y="12276"/>
                      <a:pt x="5369" y="12290"/>
                      <a:pt x="5669" y="12417"/>
                    </a:cubicBezTo>
                    <a:cubicBezTo>
                      <a:pt x="6156" y="12630"/>
                      <a:pt x="6559" y="12738"/>
                      <a:pt x="6895" y="12738"/>
                    </a:cubicBezTo>
                    <a:cubicBezTo>
                      <a:pt x="7678" y="12738"/>
                      <a:pt x="8093" y="12148"/>
                      <a:pt x="8348" y="10914"/>
                    </a:cubicBezTo>
                    <a:cubicBezTo>
                      <a:pt x="8572" y="9773"/>
                      <a:pt x="9073" y="8235"/>
                      <a:pt x="9937" y="7786"/>
                    </a:cubicBezTo>
                    <a:cubicBezTo>
                      <a:pt x="11268" y="7094"/>
                      <a:pt x="10577" y="6697"/>
                      <a:pt x="10231" y="6023"/>
                    </a:cubicBezTo>
                    <a:cubicBezTo>
                      <a:pt x="9782" y="5124"/>
                      <a:pt x="8797" y="4278"/>
                      <a:pt x="10058" y="3189"/>
                    </a:cubicBezTo>
                    <a:cubicBezTo>
                      <a:pt x="10404" y="2895"/>
                      <a:pt x="11285" y="2618"/>
                      <a:pt x="10853" y="1945"/>
                    </a:cubicBezTo>
                    <a:cubicBezTo>
                      <a:pt x="10266" y="1063"/>
                      <a:pt x="9402" y="286"/>
                      <a:pt x="8348" y="26"/>
                    </a:cubicBezTo>
                    <a:cubicBezTo>
                      <a:pt x="8284" y="9"/>
                      <a:pt x="8222" y="0"/>
                      <a:pt x="816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41"/>
              <p:cNvSpPr/>
              <p:nvPr/>
            </p:nvSpPr>
            <p:spPr>
              <a:xfrm>
                <a:off x="5544400" y="3065225"/>
                <a:ext cx="541800" cy="430700"/>
              </a:xfrm>
              <a:custGeom>
                <a:avLst/>
                <a:gdLst/>
                <a:ahLst/>
                <a:cxnLst/>
                <a:rect l="l" t="t" r="r" b="b"/>
                <a:pathLst>
                  <a:path w="21672" h="17228" extrusionOk="0">
                    <a:moveTo>
                      <a:pt x="7484" y="4583"/>
                    </a:moveTo>
                    <a:lnTo>
                      <a:pt x="7484" y="4583"/>
                    </a:lnTo>
                    <a:cubicBezTo>
                      <a:pt x="7486" y="4586"/>
                      <a:pt x="7488" y="4589"/>
                      <a:pt x="7491" y="4592"/>
                    </a:cubicBezTo>
                    <a:lnTo>
                      <a:pt x="7491" y="4592"/>
                    </a:lnTo>
                    <a:cubicBezTo>
                      <a:pt x="7494" y="4595"/>
                      <a:pt x="7498" y="4597"/>
                      <a:pt x="7501" y="4600"/>
                    </a:cubicBezTo>
                    <a:lnTo>
                      <a:pt x="7484" y="4583"/>
                    </a:lnTo>
                    <a:close/>
                    <a:moveTo>
                      <a:pt x="1210" y="0"/>
                    </a:moveTo>
                    <a:cubicBezTo>
                      <a:pt x="910" y="0"/>
                      <a:pt x="646" y="84"/>
                      <a:pt x="415" y="314"/>
                    </a:cubicBezTo>
                    <a:cubicBezTo>
                      <a:pt x="1" y="712"/>
                      <a:pt x="260" y="1127"/>
                      <a:pt x="571" y="1403"/>
                    </a:cubicBezTo>
                    <a:cubicBezTo>
                      <a:pt x="1833" y="2561"/>
                      <a:pt x="2939" y="3874"/>
                      <a:pt x="3872" y="5309"/>
                    </a:cubicBezTo>
                    <a:cubicBezTo>
                      <a:pt x="5894" y="8264"/>
                      <a:pt x="6948" y="12014"/>
                      <a:pt x="10663" y="13552"/>
                    </a:cubicBezTo>
                    <a:cubicBezTo>
                      <a:pt x="10715" y="13587"/>
                      <a:pt x="10733" y="13656"/>
                      <a:pt x="10733" y="13725"/>
                    </a:cubicBezTo>
                    <a:cubicBezTo>
                      <a:pt x="10007" y="15522"/>
                      <a:pt x="11579" y="15401"/>
                      <a:pt x="12478" y="15660"/>
                    </a:cubicBezTo>
                    <a:cubicBezTo>
                      <a:pt x="14932" y="16334"/>
                      <a:pt x="17420" y="16801"/>
                      <a:pt x="19961" y="17043"/>
                    </a:cubicBezTo>
                    <a:cubicBezTo>
                      <a:pt x="20276" y="17079"/>
                      <a:pt x="20618" y="17227"/>
                      <a:pt x="20904" y="17227"/>
                    </a:cubicBezTo>
                    <a:cubicBezTo>
                      <a:pt x="21167" y="17227"/>
                      <a:pt x="21382" y="17101"/>
                      <a:pt x="21482" y="16645"/>
                    </a:cubicBezTo>
                    <a:cubicBezTo>
                      <a:pt x="21672" y="15816"/>
                      <a:pt x="20842" y="15626"/>
                      <a:pt x="20306" y="15280"/>
                    </a:cubicBezTo>
                    <a:cubicBezTo>
                      <a:pt x="18129" y="13932"/>
                      <a:pt x="15502" y="14347"/>
                      <a:pt x="13204" y="13448"/>
                    </a:cubicBezTo>
                    <a:cubicBezTo>
                      <a:pt x="13103" y="13410"/>
                      <a:pt x="12986" y="13400"/>
                      <a:pt x="12863" y="13400"/>
                    </a:cubicBezTo>
                    <a:cubicBezTo>
                      <a:pt x="12726" y="13400"/>
                      <a:pt x="12582" y="13412"/>
                      <a:pt x="12448" y="13412"/>
                    </a:cubicBezTo>
                    <a:cubicBezTo>
                      <a:pt x="12162" y="13412"/>
                      <a:pt x="11919" y="13355"/>
                      <a:pt x="11873" y="12999"/>
                    </a:cubicBezTo>
                    <a:cubicBezTo>
                      <a:pt x="11769" y="12221"/>
                      <a:pt x="11614" y="11288"/>
                      <a:pt x="12409" y="10666"/>
                    </a:cubicBezTo>
                    <a:cubicBezTo>
                      <a:pt x="12979" y="10199"/>
                      <a:pt x="12806" y="9836"/>
                      <a:pt x="12478" y="9249"/>
                    </a:cubicBezTo>
                    <a:cubicBezTo>
                      <a:pt x="11908" y="8195"/>
                      <a:pt x="10352" y="8558"/>
                      <a:pt x="10076" y="7849"/>
                    </a:cubicBezTo>
                    <a:cubicBezTo>
                      <a:pt x="9542" y="6419"/>
                      <a:pt x="8354" y="5659"/>
                      <a:pt x="7491" y="4592"/>
                    </a:cubicBezTo>
                    <a:lnTo>
                      <a:pt x="7491" y="4592"/>
                    </a:lnTo>
                    <a:cubicBezTo>
                      <a:pt x="6993" y="4179"/>
                      <a:pt x="6512" y="3733"/>
                      <a:pt x="5980" y="3339"/>
                    </a:cubicBezTo>
                    <a:cubicBezTo>
                      <a:pt x="4563" y="2285"/>
                      <a:pt x="3682" y="522"/>
                      <a:pt x="1763" y="72"/>
                    </a:cubicBezTo>
                    <a:cubicBezTo>
                      <a:pt x="1567" y="28"/>
                      <a:pt x="1383" y="0"/>
                      <a:pt x="12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41"/>
              <p:cNvSpPr/>
              <p:nvPr/>
            </p:nvSpPr>
            <p:spPr>
              <a:xfrm>
                <a:off x="4388700" y="3530600"/>
                <a:ext cx="227275" cy="395425"/>
              </a:xfrm>
              <a:custGeom>
                <a:avLst/>
                <a:gdLst/>
                <a:ahLst/>
                <a:cxnLst/>
                <a:rect l="l" t="t" r="r" b="b"/>
                <a:pathLst>
                  <a:path w="9091" h="15817" extrusionOk="0">
                    <a:moveTo>
                      <a:pt x="7622" y="0"/>
                    </a:moveTo>
                    <a:cubicBezTo>
                      <a:pt x="7155" y="0"/>
                      <a:pt x="6965" y="363"/>
                      <a:pt x="6740" y="761"/>
                    </a:cubicBezTo>
                    <a:cubicBezTo>
                      <a:pt x="5963" y="2212"/>
                      <a:pt x="5323" y="3802"/>
                      <a:pt x="3405" y="4200"/>
                    </a:cubicBezTo>
                    <a:cubicBezTo>
                      <a:pt x="2645" y="4338"/>
                      <a:pt x="2247" y="4891"/>
                      <a:pt x="2109" y="5738"/>
                    </a:cubicBezTo>
                    <a:cubicBezTo>
                      <a:pt x="1781" y="7587"/>
                      <a:pt x="1971" y="9471"/>
                      <a:pt x="917" y="11285"/>
                    </a:cubicBezTo>
                    <a:cubicBezTo>
                      <a:pt x="1" y="12910"/>
                      <a:pt x="1660" y="15813"/>
                      <a:pt x="3077" y="15813"/>
                    </a:cubicBezTo>
                    <a:cubicBezTo>
                      <a:pt x="3125" y="15815"/>
                      <a:pt x="3172" y="15816"/>
                      <a:pt x="3219" y="15816"/>
                    </a:cubicBezTo>
                    <a:cubicBezTo>
                      <a:pt x="4640" y="15816"/>
                      <a:pt x="5279" y="14808"/>
                      <a:pt x="5496" y="13670"/>
                    </a:cubicBezTo>
                    <a:cubicBezTo>
                      <a:pt x="6049" y="11095"/>
                      <a:pt x="7034" y="8676"/>
                      <a:pt x="8002" y="6256"/>
                    </a:cubicBezTo>
                    <a:cubicBezTo>
                      <a:pt x="8745" y="4373"/>
                      <a:pt x="9091" y="2645"/>
                      <a:pt x="8192" y="778"/>
                    </a:cubicBezTo>
                    <a:cubicBezTo>
                      <a:pt x="8054" y="467"/>
                      <a:pt x="8106" y="18"/>
                      <a:pt x="76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41"/>
              <p:cNvSpPr/>
              <p:nvPr/>
            </p:nvSpPr>
            <p:spPr>
              <a:xfrm>
                <a:off x="6438300" y="1893850"/>
                <a:ext cx="267450" cy="418275"/>
              </a:xfrm>
              <a:custGeom>
                <a:avLst/>
                <a:gdLst/>
                <a:ahLst/>
                <a:cxnLst/>
                <a:rect l="l" t="t" r="r" b="b"/>
                <a:pathLst>
                  <a:path w="10698" h="16731" extrusionOk="0">
                    <a:moveTo>
                      <a:pt x="4909" y="1"/>
                    </a:moveTo>
                    <a:cubicBezTo>
                      <a:pt x="4667" y="1"/>
                      <a:pt x="4504" y="61"/>
                      <a:pt x="4562" y="216"/>
                    </a:cubicBezTo>
                    <a:cubicBezTo>
                      <a:pt x="5064" y="1633"/>
                      <a:pt x="3992" y="3465"/>
                      <a:pt x="5444" y="4502"/>
                    </a:cubicBezTo>
                    <a:cubicBezTo>
                      <a:pt x="6654" y="5366"/>
                      <a:pt x="6515" y="6627"/>
                      <a:pt x="6913" y="7647"/>
                    </a:cubicBezTo>
                    <a:cubicBezTo>
                      <a:pt x="6804" y="8207"/>
                      <a:pt x="6835" y="9062"/>
                      <a:pt x="6426" y="9062"/>
                    </a:cubicBezTo>
                    <a:cubicBezTo>
                      <a:pt x="6380" y="9062"/>
                      <a:pt x="6330" y="9052"/>
                      <a:pt x="6273" y="9029"/>
                    </a:cubicBezTo>
                    <a:cubicBezTo>
                      <a:pt x="6019" y="8928"/>
                      <a:pt x="5817" y="8884"/>
                      <a:pt x="5657" y="8884"/>
                    </a:cubicBezTo>
                    <a:cubicBezTo>
                      <a:pt x="5131" y="8884"/>
                      <a:pt x="5047" y="9360"/>
                      <a:pt x="4995" y="9876"/>
                    </a:cubicBezTo>
                    <a:cubicBezTo>
                      <a:pt x="4925" y="10533"/>
                      <a:pt x="4614" y="10757"/>
                      <a:pt x="4044" y="10896"/>
                    </a:cubicBezTo>
                    <a:cubicBezTo>
                      <a:pt x="726" y="11673"/>
                      <a:pt x="0" y="13229"/>
                      <a:pt x="1659" y="16028"/>
                    </a:cubicBezTo>
                    <a:cubicBezTo>
                      <a:pt x="1834" y="16314"/>
                      <a:pt x="1935" y="16730"/>
                      <a:pt x="2351" y="16730"/>
                    </a:cubicBezTo>
                    <a:cubicBezTo>
                      <a:pt x="2389" y="16730"/>
                      <a:pt x="2429" y="16727"/>
                      <a:pt x="2471" y="16720"/>
                    </a:cubicBezTo>
                    <a:cubicBezTo>
                      <a:pt x="3007" y="16633"/>
                      <a:pt x="3197" y="16236"/>
                      <a:pt x="3301" y="15752"/>
                    </a:cubicBezTo>
                    <a:cubicBezTo>
                      <a:pt x="3405" y="15251"/>
                      <a:pt x="3301" y="14784"/>
                      <a:pt x="4009" y="14542"/>
                    </a:cubicBezTo>
                    <a:cubicBezTo>
                      <a:pt x="5651" y="13955"/>
                      <a:pt x="7241" y="13194"/>
                      <a:pt x="8866" y="12555"/>
                    </a:cubicBezTo>
                    <a:cubicBezTo>
                      <a:pt x="9298" y="12399"/>
                      <a:pt x="9643" y="12261"/>
                      <a:pt x="9799" y="11829"/>
                    </a:cubicBezTo>
                    <a:cubicBezTo>
                      <a:pt x="10300" y="10308"/>
                      <a:pt x="8866" y="5746"/>
                      <a:pt x="7604" y="4709"/>
                    </a:cubicBezTo>
                    <a:cubicBezTo>
                      <a:pt x="7397" y="4536"/>
                      <a:pt x="6809" y="4571"/>
                      <a:pt x="7016" y="4139"/>
                    </a:cubicBezTo>
                    <a:cubicBezTo>
                      <a:pt x="7082" y="4008"/>
                      <a:pt x="7166" y="3963"/>
                      <a:pt x="7262" y="3963"/>
                    </a:cubicBezTo>
                    <a:cubicBezTo>
                      <a:pt x="7468" y="3963"/>
                      <a:pt x="7725" y="4173"/>
                      <a:pt x="7950" y="4173"/>
                    </a:cubicBezTo>
                    <a:cubicBezTo>
                      <a:pt x="7979" y="4174"/>
                      <a:pt x="8009" y="4175"/>
                      <a:pt x="8039" y="4175"/>
                    </a:cubicBezTo>
                    <a:cubicBezTo>
                      <a:pt x="9008" y="4175"/>
                      <a:pt x="9913" y="3634"/>
                      <a:pt x="10265" y="2946"/>
                    </a:cubicBezTo>
                    <a:cubicBezTo>
                      <a:pt x="10697" y="2117"/>
                      <a:pt x="9695" y="1667"/>
                      <a:pt x="8987" y="1581"/>
                    </a:cubicBezTo>
                    <a:cubicBezTo>
                      <a:pt x="7811" y="1443"/>
                      <a:pt x="6930" y="786"/>
                      <a:pt x="5962" y="250"/>
                    </a:cubicBezTo>
                    <a:cubicBezTo>
                      <a:pt x="5704" y="111"/>
                      <a:pt x="5235" y="1"/>
                      <a:pt x="49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41"/>
              <p:cNvSpPr/>
              <p:nvPr/>
            </p:nvSpPr>
            <p:spPr>
              <a:xfrm>
                <a:off x="6901875" y="4220725"/>
                <a:ext cx="468775" cy="354550"/>
              </a:xfrm>
              <a:custGeom>
                <a:avLst/>
                <a:gdLst/>
                <a:ahLst/>
                <a:cxnLst/>
                <a:rect l="l" t="t" r="r" b="b"/>
                <a:pathLst>
                  <a:path w="18751" h="14182" extrusionOk="0">
                    <a:moveTo>
                      <a:pt x="15666" y="0"/>
                    </a:moveTo>
                    <a:cubicBezTo>
                      <a:pt x="15588" y="0"/>
                      <a:pt x="15504" y="9"/>
                      <a:pt x="15415" y="28"/>
                    </a:cubicBezTo>
                    <a:cubicBezTo>
                      <a:pt x="14690" y="184"/>
                      <a:pt x="14759" y="772"/>
                      <a:pt x="14897" y="1290"/>
                    </a:cubicBezTo>
                    <a:cubicBezTo>
                      <a:pt x="15294" y="2845"/>
                      <a:pt x="14880" y="4038"/>
                      <a:pt x="13463" y="4850"/>
                    </a:cubicBezTo>
                    <a:cubicBezTo>
                      <a:pt x="13013" y="5109"/>
                      <a:pt x="12823" y="5472"/>
                      <a:pt x="13065" y="5991"/>
                    </a:cubicBezTo>
                    <a:cubicBezTo>
                      <a:pt x="13324" y="6578"/>
                      <a:pt x="12823" y="6803"/>
                      <a:pt x="12512" y="7097"/>
                    </a:cubicBezTo>
                    <a:cubicBezTo>
                      <a:pt x="12410" y="7191"/>
                      <a:pt x="12303" y="7233"/>
                      <a:pt x="12200" y="7233"/>
                    </a:cubicBezTo>
                    <a:cubicBezTo>
                      <a:pt x="12041" y="7233"/>
                      <a:pt x="11891" y="7133"/>
                      <a:pt x="11786" y="6976"/>
                    </a:cubicBezTo>
                    <a:cubicBezTo>
                      <a:pt x="11531" y="6610"/>
                      <a:pt x="11284" y="6477"/>
                      <a:pt x="11039" y="6477"/>
                    </a:cubicBezTo>
                    <a:cubicBezTo>
                      <a:pt x="10705" y="6477"/>
                      <a:pt x="10373" y="6726"/>
                      <a:pt x="10024" y="6976"/>
                    </a:cubicBezTo>
                    <a:cubicBezTo>
                      <a:pt x="8797" y="7891"/>
                      <a:pt x="7811" y="9188"/>
                      <a:pt x="6308" y="9637"/>
                    </a:cubicBezTo>
                    <a:cubicBezTo>
                      <a:pt x="4303" y="10242"/>
                      <a:pt x="2696" y="11572"/>
                      <a:pt x="812" y="12385"/>
                    </a:cubicBezTo>
                    <a:cubicBezTo>
                      <a:pt x="242" y="12627"/>
                      <a:pt x="0" y="13214"/>
                      <a:pt x="692" y="13577"/>
                    </a:cubicBezTo>
                    <a:cubicBezTo>
                      <a:pt x="1262" y="13888"/>
                      <a:pt x="1936" y="13992"/>
                      <a:pt x="2610" y="14182"/>
                    </a:cubicBezTo>
                    <a:cubicBezTo>
                      <a:pt x="3819" y="13854"/>
                      <a:pt x="4943" y="13249"/>
                      <a:pt x="5893" y="12436"/>
                    </a:cubicBezTo>
                    <a:cubicBezTo>
                      <a:pt x="7829" y="10743"/>
                      <a:pt x="10144" y="9447"/>
                      <a:pt x="12357" y="8496"/>
                    </a:cubicBezTo>
                    <a:cubicBezTo>
                      <a:pt x="14396" y="7615"/>
                      <a:pt x="15847" y="6042"/>
                      <a:pt x="17817" y="5213"/>
                    </a:cubicBezTo>
                    <a:cubicBezTo>
                      <a:pt x="18301" y="4988"/>
                      <a:pt x="18751" y="4452"/>
                      <a:pt x="18612" y="3848"/>
                    </a:cubicBezTo>
                    <a:cubicBezTo>
                      <a:pt x="18539" y="3538"/>
                      <a:pt x="18402" y="3442"/>
                      <a:pt x="18239" y="3442"/>
                    </a:cubicBezTo>
                    <a:cubicBezTo>
                      <a:pt x="18019" y="3442"/>
                      <a:pt x="17752" y="3615"/>
                      <a:pt x="17524" y="3675"/>
                    </a:cubicBezTo>
                    <a:cubicBezTo>
                      <a:pt x="17487" y="3682"/>
                      <a:pt x="17451" y="3686"/>
                      <a:pt x="17417" y="3686"/>
                    </a:cubicBezTo>
                    <a:cubicBezTo>
                      <a:pt x="17207" y="3686"/>
                      <a:pt x="17050" y="3554"/>
                      <a:pt x="17109" y="3346"/>
                    </a:cubicBezTo>
                    <a:cubicBezTo>
                      <a:pt x="17385" y="2431"/>
                      <a:pt x="16625" y="1791"/>
                      <a:pt x="16556" y="962"/>
                    </a:cubicBezTo>
                    <a:cubicBezTo>
                      <a:pt x="16526" y="461"/>
                      <a:pt x="16229" y="0"/>
                      <a:pt x="156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41"/>
              <p:cNvSpPr/>
              <p:nvPr/>
            </p:nvSpPr>
            <p:spPr>
              <a:xfrm>
                <a:off x="6306100" y="2654825"/>
                <a:ext cx="232875" cy="385425"/>
              </a:xfrm>
              <a:custGeom>
                <a:avLst/>
                <a:gdLst/>
                <a:ahLst/>
                <a:cxnLst/>
                <a:rect l="l" t="t" r="r" b="b"/>
                <a:pathLst>
                  <a:path w="9315" h="15417" extrusionOk="0">
                    <a:moveTo>
                      <a:pt x="6907" y="9941"/>
                    </a:moveTo>
                    <a:cubicBezTo>
                      <a:pt x="6738" y="10523"/>
                      <a:pt x="6645" y="11167"/>
                      <a:pt x="5910" y="11304"/>
                    </a:cubicBezTo>
                    <a:cubicBezTo>
                      <a:pt x="5905" y="11305"/>
                      <a:pt x="5899" y="11305"/>
                      <a:pt x="5892" y="11305"/>
                    </a:cubicBezTo>
                    <a:cubicBezTo>
                      <a:pt x="5767" y="11305"/>
                      <a:pt x="5547" y="11146"/>
                      <a:pt x="5547" y="11097"/>
                    </a:cubicBezTo>
                    <a:cubicBezTo>
                      <a:pt x="5616" y="10270"/>
                      <a:pt x="6304" y="10147"/>
                      <a:pt x="6907" y="9941"/>
                    </a:cubicBezTo>
                    <a:close/>
                    <a:moveTo>
                      <a:pt x="2345" y="1"/>
                    </a:moveTo>
                    <a:cubicBezTo>
                      <a:pt x="2049" y="1"/>
                      <a:pt x="1708" y="93"/>
                      <a:pt x="1419" y="93"/>
                    </a:cubicBezTo>
                    <a:cubicBezTo>
                      <a:pt x="1383" y="93"/>
                      <a:pt x="1348" y="92"/>
                      <a:pt x="1313" y="88"/>
                    </a:cubicBezTo>
                    <a:cubicBezTo>
                      <a:pt x="1306" y="88"/>
                      <a:pt x="1299" y="88"/>
                      <a:pt x="1292" y="88"/>
                    </a:cubicBezTo>
                    <a:cubicBezTo>
                      <a:pt x="885" y="88"/>
                      <a:pt x="504" y="561"/>
                      <a:pt x="639" y="883"/>
                    </a:cubicBezTo>
                    <a:cubicBezTo>
                      <a:pt x="1244" y="2283"/>
                      <a:pt x="0" y="3977"/>
                      <a:pt x="1348" y="5273"/>
                    </a:cubicBezTo>
                    <a:cubicBezTo>
                      <a:pt x="1538" y="5446"/>
                      <a:pt x="1383" y="5964"/>
                      <a:pt x="1538" y="6241"/>
                    </a:cubicBezTo>
                    <a:cubicBezTo>
                      <a:pt x="1851" y="6738"/>
                      <a:pt x="1941" y="7889"/>
                      <a:pt x="2501" y="7889"/>
                    </a:cubicBezTo>
                    <a:cubicBezTo>
                      <a:pt x="2623" y="7889"/>
                      <a:pt x="2766" y="7836"/>
                      <a:pt x="2938" y="7710"/>
                    </a:cubicBezTo>
                    <a:cubicBezTo>
                      <a:pt x="3345" y="7411"/>
                      <a:pt x="3664" y="7306"/>
                      <a:pt x="3951" y="7306"/>
                    </a:cubicBezTo>
                    <a:cubicBezTo>
                      <a:pt x="4345" y="7306"/>
                      <a:pt x="4678" y="7505"/>
                      <a:pt x="5098" y="7675"/>
                    </a:cubicBezTo>
                    <a:cubicBezTo>
                      <a:pt x="5375" y="7796"/>
                      <a:pt x="5651" y="7848"/>
                      <a:pt x="5668" y="8176"/>
                    </a:cubicBezTo>
                    <a:cubicBezTo>
                      <a:pt x="5668" y="8297"/>
                      <a:pt x="5547" y="8401"/>
                      <a:pt x="5478" y="8504"/>
                    </a:cubicBezTo>
                    <a:cubicBezTo>
                      <a:pt x="5288" y="8384"/>
                      <a:pt x="5098" y="8263"/>
                      <a:pt x="4908" y="8107"/>
                    </a:cubicBezTo>
                    <a:cubicBezTo>
                      <a:pt x="4670" y="7869"/>
                      <a:pt x="4349" y="7740"/>
                      <a:pt x="4020" y="7740"/>
                    </a:cubicBezTo>
                    <a:cubicBezTo>
                      <a:pt x="3895" y="7740"/>
                      <a:pt x="3770" y="7758"/>
                      <a:pt x="3646" y="7796"/>
                    </a:cubicBezTo>
                    <a:cubicBezTo>
                      <a:pt x="3059" y="7951"/>
                      <a:pt x="3284" y="8470"/>
                      <a:pt x="3249" y="8850"/>
                    </a:cubicBezTo>
                    <a:cubicBezTo>
                      <a:pt x="3180" y="10008"/>
                      <a:pt x="4701" y="11270"/>
                      <a:pt x="4580" y="11408"/>
                    </a:cubicBezTo>
                    <a:cubicBezTo>
                      <a:pt x="3042" y="13170"/>
                      <a:pt x="4251" y="13205"/>
                      <a:pt x="5599" y="13758"/>
                    </a:cubicBezTo>
                    <a:cubicBezTo>
                      <a:pt x="6014" y="13948"/>
                      <a:pt x="6429" y="15244"/>
                      <a:pt x="7379" y="15400"/>
                    </a:cubicBezTo>
                    <a:cubicBezTo>
                      <a:pt x="7454" y="15411"/>
                      <a:pt x="7523" y="15417"/>
                      <a:pt x="7586" y="15417"/>
                    </a:cubicBezTo>
                    <a:cubicBezTo>
                      <a:pt x="8462" y="15417"/>
                      <a:pt x="8316" y="14362"/>
                      <a:pt x="8606" y="13879"/>
                    </a:cubicBezTo>
                    <a:cubicBezTo>
                      <a:pt x="9315" y="12687"/>
                      <a:pt x="8554" y="11529"/>
                      <a:pt x="8105" y="10423"/>
                    </a:cubicBezTo>
                    <a:cubicBezTo>
                      <a:pt x="7967" y="10058"/>
                      <a:pt x="7709" y="9812"/>
                      <a:pt x="7353" y="9812"/>
                    </a:cubicBezTo>
                    <a:cubicBezTo>
                      <a:pt x="7222" y="9812"/>
                      <a:pt x="7078" y="9845"/>
                      <a:pt x="6922" y="9917"/>
                    </a:cubicBezTo>
                    <a:lnTo>
                      <a:pt x="6922" y="9917"/>
                    </a:lnTo>
                    <a:cubicBezTo>
                      <a:pt x="7290" y="9072"/>
                      <a:pt x="8114" y="7913"/>
                      <a:pt x="7103" y="7433"/>
                    </a:cubicBezTo>
                    <a:cubicBezTo>
                      <a:pt x="5789" y="6828"/>
                      <a:pt x="5530" y="5048"/>
                      <a:pt x="3854" y="4927"/>
                    </a:cubicBezTo>
                    <a:cubicBezTo>
                      <a:pt x="3335" y="4893"/>
                      <a:pt x="2886" y="4167"/>
                      <a:pt x="3318" y="3424"/>
                    </a:cubicBezTo>
                    <a:cubicBezTo>
                      <a:pt x="3975" y="2318"/>
                      <a:pt x="3353" y="1298"/>
                      <a:pt x="2955" y="348"/>
                    </a:cubicBezTo>
                    <a:cubicBezTo>
                      <a:pt x="2833" y="73"/>
                      <a:pt x="2607" y="1"/>
                      <a:pt x="234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41"/>
              <p:cNvSpPr/>
              <p:nvPr/>
            </p:nvSpPr>
            <p:spPr>
              <a:xfrm>
                <a:off x="6139750" y="3178550"/>
                <a:ext cx="185375" cy="227425"/>
              </a:xfrm>
              <a:custGeom>
                <a:avLst/>
                <a:gdLst/>
                <a:ahLst/>
                <a:cxnLst/>
                <a:rect l="l" t="t" r="r" b="b"/>
                <a:pathLst>
                  <a:path w="7415" h="9097" extrusionOk="0">
                    <a:moveTo>
                      <a:pt x="6576" y="0"/>
                    </a:moveTo>
                    <a:cubicBezTo>
                      <a:pt x="6440" y="0"/>
                      <a:pt x="6314" y="46"/>
                      <a:pt x="6222" y="154"/>
                    </a:cubicBezTo>
                    <a:cubicBezTo>
                      <a:pt x="5928" y="483"/>
                      <a:pt x="5611" y="592"/>
                      <a:pt x="5290" y="592"/>
                    </a:cubicBezTo>
                    <a:cubicBezTo>
                      <a:pt x="4988" y="592"/>
                      <a:pt x="4683" y="496"/>
                      <a:pt x="4390" y="396"/>
                    </a:cubicBezTo>
                    <a:cubicBezTo>
                      <a:pt x="3964" y="242"/>
                      <a:pt x="3597" y="173"/>
                      <a:pt x="3279" y="173"/>
                    </a:cubicBezTo>
                    <a:cubicBezTo>
                      <a:pt x="1986" y="173"/>
                      <a:pt x="1492" y="1318"/>
                      <a:pt x="1020" y="2608"/>
                    </a:cubicBezTo>
                    <a:cubicBezTo>
                      <a:pt x="364" y="4353"/>
                      <a:pt x="1" y="6064"/>
                      <a:pt x="796" y="7360"/>
                    </a:cubicBezTo>
                    <a:cubicBezTo>
                      <a:pt x="847" y="8362"/>
                      <a:pt x="761" y="8984"/>
                      <a:pt x="1470" y="9088"/>
                    </a:cubicBezTo>
                    <a:cubicBezTo>
                      <a:pt x="1519" y="9094"/>
                      <a:pt x="1568" y="9097"/>
                      <a:pt x="1614" y="9097"/>
                    </a:cubicBezTo>
                    <a:cubicBezTo>
                      <a:pt x="2117" y="9097"/>
                      <a:pt x="2435" y="8762"/>
                      <a:pt x="2593" y="8224"/>
                    </a:cubicBezTo>
                    <a:cubicBezTo>
                      <a:pt x="2634" y="8075"/>
                      <a:pt x="2578" y="7743"/>
                      <a:pt x="2746" y="7743"/>
                    </a:cubicBezTo>
                    <a:cubicBezTo>
                      <a:pt x="2792" y="7743"/>
                      <a:pt x="2854" y="7768"/>
                      <a:pt x="2938" y="7827"/>
                    </a:cubicBezTo>
                    <a:cubicBezTo>
                      <a:pt x="3173" y="7995"/>
                      <a:pt x="3380" y="8062"/>
                      <a:pt x="3567" y="8062"/>
                    </a:cubicBezTo>
                    <a:cubicBezTo>
                      <a:pt x="4013" y="8062"/>
                      <a:pt x="4340" y="7677"/>
                      <a:pt x="4632" y="7360"/>
                    </a:cubicBezTo>
                    <a:cubicBezTo>
                      <a:pt x="5116" y="6842"/>
                      <a:pt x="4563" y="6358"/>
                      <a:pt x="4373" y="5839"/>
                    </a:cubicBezTo>
                    <a:cubicBezTo>
                      <a:pt x="4183" y="5321"/>
                      <a:pt x="3491" y="4750"/>
                      <a:pt x="4442" y="4249"/>
                    </a:cubicBezTo>
                    <a:cubicBezTo>
                      <a:pt x="4943" y="3990"/>
                      <a:pt x="5790" y="3852"/>
                      <a:pt x="5427" y="3057"/>
                    </a:cubicBezTo>
                    <a:cubicBezTo>
                      <a:pt x="5274" y="2713"/>
                      <a:pt x="5030" y="2616"/>
                      <a:pt x="4752" y="2616"/>
                    </a:cubicBezTo>
                    <a:cubicBezTo>
                      <a:pt x="4400" y="2616"/>
                      <a:pt x="3994" y="2771"/>
                      <a:pt x="3647" y="2780"/>
                    </a:cubicBezTo>
                    <a:cubicBezTo>
                      <a:pt x="3388" y="2815"/>
                      <a:pt x="3129" y="2850"/>
                      <a:pt x="2887" y="2919"/>
                    </a:cubicBezTo>
                    <a:cubicBezTo>
                      <a:pt x="2887" y="2746"/>
                      <a:pt x="2800" y="2487"/>
                      <a:pt x="2887" y="2435"/>
                    </a:cubicBezTo>
                    <a:cubicBezTo>
                      <a:pt x="3111" y="2262"/>
                      <a:pt x="3405" y="2037"/>
                      <a:pt x="3664" y="2037"/>
                    </a:cubicBezTo>
                    <a:cubicBezTo>
                      <a:pt x="4321" y="2055"/>
                      <a:pt x="4995" y="2262"/>
                      <a:pt x="5634" y="2262"/>
                    </a:cubicBezTo>
                    <a:cubicBezTo>
                      <a:pt x="6481" y="2262"/>
                      <a:pt x="6861" y="1553"/>
                      <a:pt x="7242" y="931"/>
                    </a:cubicBezTo>
                    <a:cubicBezTo>
                      <a:pt x="7414" y="689"/>
                      <a:pt x="7328" y="344"/>
                      <a:pt x="7086" y="188"/>
                    </a:cubicBezTo>
                    <a:cubicBezTo>
                      <a:pt x="6932" y="73"/>
                      <a:pt x="6746" y="0"/>
                      <a:pt x="65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41"/>
              <p:cNvSpPr/>
              <p:nvPr/>
            </p:nvSpPr>
            <p:spPr>
              <a:xfrm>
                <a:off x="4320000" y="1079225"/>
                <a:ext cx="260125" cy="163000"/>
              </a:xfrm>
              <a:custGeom>
                <a:avLst/>
                <a:gdLst/>
                <a:ahLst/>
                <a:cxnLst/>
                <a:rect l="l" t="t" r="r" b="b"/>
                <a:pathLst>
                  <a:path w="10405" h="6520" extrusionOk="0">
                    <a:moveTo>
                      <a:pt x="8970" y="1"/>
                    </a:moveTo>
                    <a:cubicBezTo>
                      <a:pt x="6620" y="778"/>
                      <a:pt x="3786" y="294"/>
                      <a:pt x="1764" y="2576"/>
                    </a:cubicBezTo>
                    <a:cubicBezTo>
                      <a:pt x="502" y="3993"/>
                      <a:pt x="1" y="5410"/>
                      <a:pt x="1038" y="5876"/>
                    </a:cubicBezTo>
                    <a:cubicBezTo>
                      <a:pt x="2057" y="6274"/>
                      <a:pt x="3146" y="6499"/>
                      <a:pt x="4252" y="6516"/>
                    </a:cubicBezTo>
                    <a:cubicBezTo>
                      <a:pt x="4303" y="6518"/>
                      <a:pt x="4355" y="6520"/>
                      <a:pt x="4406" y="6520"/>
                    </a:cubicBezTo>
                    <a:cubicBezTo>
                      <a:pt x="4717" y="6520"/>
                      <a:pt x="5012" y="6455"/>
                      <a:pt x="5116" y="6084"/>
                    </a:cubicBezTo>
                    <a:cubicBezTo>
                      <a:pt x="5237" y="5652"/>
                      <a:pt x="4892" y="5479"/>
                      <a:pt x="4563" y="5323"/>
                    </a:cubicBezTo>
                    <a:cubicBezTo>
                      <a:pt x="3094" y="4598"/>
                      <a:pt x="3630" y="3924"/>
                      <a:pt x="4598" y="3198"/>
                    </a:cubicBezTo>
                    <a:cubicBezTo>
                      <a:pt x="5980" y="2144"/>
                      <a:pt x="7726" y="2126"/>
                      <a:pt x="9264" y="1487"/>
                    </a:cubicBezTo>
                    <a:cubicBezTo>
                      <a:pt x="9696" y="1331"/>
                      <a:pt x="10404" y="1556"/>
                      <a:pt x="10352" y="796"/>
                    </a:cubicBezTo>
                    <a:cubicBezTo>
                      <a:pt x="10301" y="35"/>
                      <a:pt x="9627" y="70"/>
                      <a:pt x="89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41"/>
              <p:cNvSpPr/>
              <p:nvPr/>
            </p:nvSpPr>
            <p:spPr>
              <a:xfrm>
                <a:off x="3605850" y="1017225"/>
                <a:ext cx="246275" cy="88775"/>
              </a:xfrm>
              <a:custGeom>
                <a:avLst/>
                <a:gdLst/>
                <a:ahLst/>
                <a:cxnLst/>
                <a:rect l="l" t="t" r="r" b="b"/>
                <a:pathLst>
                  <a:path w="9851" h="3551" extrusionOk="0">
                    <a:moveTo>
                      <a:pt x="3896" y="1"/>
                    </a:moveTo>
                    <a:cubicBezTo>
                      <a:pt x="2951" y="1"/>
                      <a:pt x="1998" y="113"/>
                      <a:pt x="1055" y="130"/>
                    </a:cubicBezTo>
                    <a:cubicBezTo>
                      <a:pt x="674" y="130"/>
                      <a:pt x="260" y="217"/>
                      <a:pt x="121" y="649"/>
                    </a:cubicBezTo>
                    <a:cubicBezTo>
                      <a:pt x="0" y="1046"/>
                      <a:pt x="173" y="1461"/>
                      <a:pt x="536" y="1651"/>
                    </a:cubicBezTo>
                    <a:cubicBezTo>
                      <a:pt x="1487" y="2256"/>
                      <a:pt x="2489" y="2792"/>
                      <a:pt x="3474" y="3345"/>
                    </a:cubicBezTo>
                    <a:cubicBezTo>
                      <a:pt x="3715" y="3472"/>
                      <a:pt x="3939" y="3551"/>
                      <a:pt x="4149" y="3551"/>
                    </a:cubicBezTo>
                    <a:cubicBezTo>
                      <a:pt x="4450" y="3551"/>
                      <a:pt x="4723" y="3389"/>
                      <a:pt x="4978" y="2982"/>
                    </a:cubicBezTo>
                    <a:cubicBezTo>
                      <a:pt x="5203" y="2650"/>
                      <a:pt x="5511" y="2104"/>
                      <a:pt x="5931" y="2104"/>
                    </a:cubicBezTo>
                    <a:cubicBezTo>
                      <a:pt x="6058" y="2104"/>
                      <a:pt x="6195" y="2153"/>
                      <a:pt x="6343" y="2273"/>
                    </a:cubicBezTo>
                    <a:cubicBezTo>
                      <a:pt x="6982" y="2809"/>
                      <a:pt x="7673" y="2826"/>
                      <a:pt x="8365" y="2895"/>
                    </a:cubicBezTo>
                    <a:cubicBezTo>
                      <a:pt x="8588" y="2920"/>
                      <a:pt x="8869" y="3004"/>
                      <a:pt x="9118" y="3004"/>
                    </a:cubicBezTo>
                    <a:cubicBezTo>
                      <a:pt x="9390" y="3004"/>
                      <a:pt x="9623" y="2904"/>
                      <a:pt x="9695" y="2515"/>
                    </a:cubicBezTo>
                    <a:cubicBezTo>
                      <a:pt x="9851" y="1789"/>
                      <a:pt x="9142" y="1668"/>
                      <a:pt x="8641" y="1478"/>
                    </a:cubicBezTo>
                    <a:lnTo>
                      <a:pt x="6585" y="493"/>
                    </a:lnTo>
                    <a:cubicBezTo>
                      <a:pt x="5704" y="104"/>
                      <a:pt x="4803" y="1"/>
                      <a:pt x="38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41"/>
              <p:cNvSpPr/>
              <p:nvPr/>
            </p:nvSpPr>
            <p:spPr>
              <a:xfrm>
                <a:off x="3161275" y="1612775"/>
                <a:ext cx="115825" cy="115825"/>
              </a:xfrm>
              <a:custGeom>
                <a:avLst/>
                <a:gdLst/>
                <a:ahLst/>
                <a:cxnLst/>
                <a:rect l="l" t="t" r="r" b="b"/>
                <a:pathLst>
                  <a:path w="4633" h="4633" extrusionOk="0">
                    <a:moveTo>
                      <a:pt x="2966" y="1"/>
                    </a:moveTo>
                    <a:cubicBezTo>
                      <a:pt x="2951" y="1"/>
                      <a:pt x="2936" y="1"/>
                      <a:pt x="2921" y="1"/>
                    </a:cubicBezTo>
                    <a:cubicBezTo>
                      <a:pt x="1729" y="36"/>
                      <a:pt x="1" y="2421"/>
                      <a:pt x="139" y="3803"/>
                    </a:cubicBezTo>
                    <a:cubicBezTo>
                      <a:pt x="139" y="4252"/>
                      <a:pt x="502" y="4615"/>
                      <a:pt x="951" y="4633"/>
                    </a:cubicBezTo>
                    <a:cubicBezTo>
                      <a:pt x="2956" y="4581"/>
                      <a:pt x="4632" y="3026"/>
                      <a:pt x="4529" y="1297"/>
                    </a:cubicBezTo>
                    <a:cubicBezTo>
                      <a:pt x="4478" y="482"/>
                      <a:pt x="3809" y="1"/>
                      <a:pt x="29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41"/>
              <p:cNvSpPr/>
              <p:nvPr/>
            </p:nvSpPr>
            <p:spPr>
              <a:xfrm>
                <a:off x="6082850" y="3458350"/>
                <a:ext cx="215350" cy="82375"/>
              </a:xfrm>
              <a:custGeom>
                <a:avLst/>
                <a:gdLst/>
                <a:ahLst/>
                <a:cxnLst/>
                <a:rect l="l" t="t" r="r" b="b"/>
                <a:pathLst>
                  <a:path w="8614" h="3295" extrusionOk="0">
                    <a:moveTo>
                      <a:pt x="8412" y="834"/>
                    </a:moveTo>
                    <a:lnTo>
                      <a:pt x="8412" y="834"/>
                    </a:lnTo>
                    <a:cubicBezTo>
                      <a:pt x="8408" y="835"/>
                      <a:pt x="8404" y="836"/>
                      <a:pt x="8401" y="837"/>
                    </a:cubicBezTo>
                    <a:lnTo>
                      <a:pt x="8401" y="837"/>
                    </a:lnTo>
                    <a:cubicBezTo>
                      <a:pt x="8399" y="842"/>
                      <a:pt x="8396" y="846"/>
                      <a:pt x="8394" y="851"/>
                    </a:cubicBezTo>
                    <a:lnTo>
                      <a:pt x="8412" y="834"/>
                    </a:lnTo>
                    <a:close/>
                    <a:moveTo>
                      <a:pt x="6441" y="1"/>
                    </a:moveTo>
                    <a:cubicBezTo>
                      <a:pt x="5426" y="1"/>
                      <a:pt x="4424" y="103"/>
                      <a:pt x="3504" y="557"/>
                    </a:cubicBezTo>
                    <a:cubicBezTo>
                      <a:pt x="3268" y="683"/>
                      <a:pt x="3156" y="756"/>
                      <a:pt x="3064" y="756"/>
                    </a:cubicBezTo>
                    <a:cubicBezTo>
                      <a:pt x="2968" y="756"/>
                      <a:pt x="2895" y="675"/>
                      <a:pt x="2726" y="488"/>
                    </a:cubicBezTo>
                    <a:cubicBezTo>
                      <a:pt x="2440" y="160"/>
                      <a:pt x="2158" y="41"/>
                      <a:pt x="1882" y="41"/>
                    </a:cubicBezTo>
                    <a:cubicBezTo>
                      <a:pt x="1373" y="41"/>
                      <a:pt x="881" y="443"/>
                      <a:pt x="410" y="678"/>
                    </a:cubicBezTo>
                    <a:cubicBezTo>
                      <a:pt x="0" y="866"/>
                      <a:pt x="164" y="1612"/>
                      <a:pt x="452" y="1612"/>
                    </a:cubicBezTo>
                    <a:cubicBezTo>
                      <a:pt x="455" y="1612"/>
                      <a:pt x="459" y="1612"/>
                      <a:pt x="462" y="1612"/>
                    </a:cubicBezTo>
                    <a:cubicBezTo>
                      <a:pt x="518" y="1607"/>
                      <a:pt x="572" y="1605"/>
                      <a:pt x="625" y="1605"/>
                    </a:cubicBezTo>
                    <a:cubicBezTo>
                      <a:pt x="1895" y="1605"/>
                      <a:pt x="2508" y="2753"/>
                      <a:pt x="3504" y="3184"/>
                    </a:cubicBezTo>
                    <a:cubicBezTo>
                      <a:pt x="3665" y="3259"/>
                      <a:pt x="3818" y="3295"/>
                      <a:pt x="3955" y="3295"/>
                    </a:cubicBezTo>
                    <a:cubicBezTo>
                      <a:pt x="4389" y="3295"/>
                      <a:pt x="4667" y="2934"/>
                      <a:pt x="4575" y="2303"/>
                    </a:cubicBezTo>
                    <a:cubicBezTo>
                      <a:pt x="4523" y="1905"/>
                      <a:pt x="4541" y="1784"/>
                      <a:pt x="4973" y="1698"/>
                    </a:cubicBezTo>
                    <a:cubicBezTo>
                      <a:pt x="6127" y="1457"/>
                      <a:pt x="7264" y="1130"/>
                      <a:pt x="8401" y="837"/>
                    </a:cubicBezTo>
                    <a:lnTo>
                      <a:pt x="8401" y="837"/>
                    </a:lnTo>
                    <a:cubicBezTo>
                      <a:pt x="8535" y="525"/>
                      <a:pt x="8613" y="56"/>
                      <a:pt x="8256" y="56"/>
                    </a:cubicBezTo>
                    <a:cubicBezTo>
                      <a:pt x="7656" y="37"/>
                      <a:pt x="7046" y="1"/>
                      <a:pt x="64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41"/>
              <p:cNvSpPr/>
              <p:nvPr/>
            </p:nvSpPr>
            <p:spPr>
              <a:xfrm>
                <a:off x="5726825" y="1103850"/>
                <a:ext cx="262175" cy="54825"/>
              </a:xfrm>
              <a:custGeom>
                <a:avLst/>
                <a:gdLst/>
                <a:ahLst/>
                <a:cxnLst/>
                <a:rect l="l" t="t" r="r" b="b"/>
                <a:pathLst>
                  <a:path w="10487" h="2193" extrusionOk="0">
                    <a:moveTo>
                      <a:pt x="2675" y="1"/>
                    </a:moveTo>
                    <a:cubicBezTo>
                      <a:pt x="2260" y="122"/>
                      <a:pt x="1984" y="208"/>
                      <a:pt x="1707" y="260"/>
                    </a:cubicBezTo>
                    <a:cubicBezTo>
                      <a:pt x="1625" y="276"/>
                      <a:pt x="1533" y="281"/>
                      <a:pt x="1436" y="281"/>
                    </a:cubicBezTo>
                    <a:cubicBezTo>
                      <a:pt x="1238" y="281"/>
                      <a:pt x="1018" y="259"/>
                      <a:pt x="814" y="259"/>
                    </a:cubicBezTo>
                    <a:cubicBezTo>
                      <a:pt x="370" y="259"/>
                      <a:pt x="1" y="367"/>
                      <a:pt x="83" y="1055"/>
                    </a:cubicBezTo>
                    <a:cubicBezTo>
                      <a:pt x="160" y="1671"/>
                      <a:pt x="629" y="1783"/>
                      <a:pt x="1147" y="1783"/>
                    </a:cubicBezTo>
                    <a:cubicBezTo>
                      <a:pt x="1443" y="1783"/>
                      <a:pt x="1754" y="1746"/>
                      <a:pt x="2018" y="1746"/>
                    </a:cubicBezTo>
                    <a:cubicBezTo>
                      <a:pt x="3176" y="1729"/>
                      <a:pt x="4334" y="1625"/>
                      <a:pt x="5488" y="1625"/>
                    </a:cubicBezTo>
                    <a:cubicBezTo>
                      <a:pt x="6641" y="1625"/>
                      <a:pt x="7790" y="1729"/>
                      <a:pt x="8931" y="2126"/>
                    </a:cubicBezTo>
                    <a:cubicBezTo>
                      <a:pt x="9064" y="2171"/>
                      <a:pt x="9201" y="2192"/>
                      <a:pt x="9336" y="2192"/>
                    </a:cubicBezTo>
                    <a:cubicBezTo>
                      <a:pt x="9780" y="2192"/>
                      <a:pt x="10194" y="1955"/>
                      <a:pt x="10314" y="1504"/>
                    </a:cubicBezTo>
                    <a:cubicBezTo>
                      <a:pt x="10486" y="813"/>
                      <a:pt x="9761" y="744"/>
                      <a:pt x="9294" y="606"/>
                    </a:cubicBezTo>
                    <a:cubicBezTo>
                      <a:pt x="8746" y="426"/>
                      <a:pt x="8189" y="370"/>
                      <a:pt x="7630" y="370"/>
                    </a:cubicBezTo>
                    <a:cubicBezTo>
                      <a:pt x="6715" y="370"/>
                      <a:pt x="5795" y="519"/>
                      <a:pt x="4900" y="519"/>
                    </a:cubicBezTo>
                    <a:cubicBezTo>
                      <a:pt x="4133" y="519"/>
                      <a:pt x="3384" y="409"/>
                      <a:pt x="267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41"/>
              <p:cNvSpPr/>
              <p:nvPr/>
            </p:nvSpPr>
            <p:spPr>
              <a:xfrm>
                <a:off x="6497925" y="4391525"/>
                <a:ext cx="125725" cy="97375"/>
              </a:xfrm>
              <a:custGeom>
                <a:avLst/>
                <a:gdLst/>
                <a:ahLst/>
                <a:cxnLst/>
                <a:rect l="l" t="t" r="r" b="b"/>
                <a:pathLst>
                  <a:path w="5029" h="3895" extrusionOk="0">
                    <a:moveTo>
                      <a:pt x="4062" y="0"/>
                    </a:moveTo>
                    <a:cubicBezTo>
                      <a:pt x="3557" y="0"/>
                      <a:pt x="2937" y="491"/>
                      <a:pt x="2445" y="491"/>
                    </a:cubicBezTo>
                    <a:cubicBezTo>
                      <a:pt x="2234" y="491"/>
                      <a:pt x="2046" y="401"/>
                      <a:pt x="1901" y="144"/>
                    </a:cubicBezTo>
                    <a:cubicBezTo>
                      <a:pt x="0" y="403"/>
                      <a:pt x="570" y="1975"/>
                      <a:pt x="225" y="2960"/>
                    </a:cubicBezTo>
                    <a:cubicBezTo>
                      <a:pt x="38" y="3485"/>
                      <a:pt x="566" y="3894"/>
                      <a:pt x="1172" y="3894"/>
                    </a:cubicBezTo>
                    <a:cubicBezTo>
                      <a:pt x="1185" y="3894"/>
                      <a:pt x="1197" y="3894"/>
                      <a:pt x="1210" y="3894"/>
                    </a:cubicBezTo>
                    <a:cubicBezTo>
                      <a:pt x="2298" y="3876"/>
                      <a:pt x="5029" y="1630"/>
                      <a:pt x="4804" y="783"/>
                    </a:cubicBezTo>
                    <a:cubicBezTo>
                      <a:pt x="4638" y="185"/>
                      <a:pt x="4372" y="0"/>
                      <a:pt x="40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41"/>
              <p:cNvSpPr/>
              <p:nvPr/>
            </p:nvSpPr>
            <p:spPr>
              <a:xfrm>
                <a:off x="5334875" y="2906300"/>
                <a:ext cx="82100" cy="128050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5122" extrusionOk="0">
                    <a:moveTo>
                      <a:pt x="519" y="1"/>
                    </a:moveTo>
                    <a:lnTo>
                      <a:pt x="380" y="139"/>
                    </a:lnTo>
                    <a:cubicBezTo>
                      <a:pt x="104" y="1452"/>
                      <a:pt x="0" y="2766"/>
                      <a:pt x="380" y="4062"/>
                    </a:cubicBezTo>
                    <a:cubicBezTo>
                      <a:pt x="534" y="4660"/>
                      <a:pt x="796" y="5122"/>
                      <a:pt x="1420" y="5122"/>
                    </a:cubicBezTo>
                    <a:cubicBezTo>
                      <a:pt x="1500" y="5122"/>
                      <a:pt x="1585" y="5114"/>
                      <a:pt x="1676" y="5099"/>
                    </a:cubicBezTo>
                    <a:cubicBezTo>
                      <a:pt x="2471" y="4978"/>
                      <a:pt x="3284" y="4408"/>
                      <a:pt x="3111" y="3734"/>
                    </a:cubicBezTo>
                    <a:cubicBezTo>
                      <a:pt x="2748" y="2213"/>
                      <a:pt x="2108" y="744"/>
                      <a:pt x="5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41"/>
              <p:cNvSpPr/>
              <p:nvPr/>
            </p:nvSpPr>
            <p:spPr>
              <a:xfrm>
                <a:off x="4869125" y="997550"/>
                <a:ext cx="160750" cy="66150"/>
              </a:xfrm>
              <a:custGeom>
                <a:avLst/>
                <a:gdLst/>
                <a:ahLst/>
                <a:cxnLst/>
                <a:rect l="l" t="t" r="r" b="b"/>
                <a:pathLst>
                  <a:path w="6430" h="2646" extrusionOk="0">
                    <a:moveTo>
                      <a:pt x="1040" y="1"/>
                    </a:moveTo>
                    <a:cubicBezTo>
                      <a:pt x="589" y="1"/>
                      <a:pt x="239" y="358"/>
                      <a:pt x="104" y="814"/>
                    </a:cubicBezTo>
                    <a:cubicBezTo>
                      <a:pt x="1" y="1108"/>
                      <a:pt x="191" y="1419"/>
                      <a:pt x="502" y="1470"/>
                    </a:cubicBezTo>
                    <a:cubicBezTo>
                      <a:pt x="1971" y="1885"/>
                      <a:pt x="3440" y="2283"/>
                      <a:pt x="4736" y="2646"/>
                    </a:cubicBezTo>
                    <a:cubicBezTo>
                      <a:pt x="5427" y="2611"/>
                      <a:pt x="5928" y="2611"/>
                      <a:pt x="6239" y="2127"/>
                    </a:cubicBezTo>
                    <a:cubicBezTo>
                      <a:pt x="6429" y="1851"/>
                      <a:pt x="6308" y="1470"/>
                      <a:pt x="6066" y="1419"/>
                    </a:cubicBezTo>
                    <a:cubicBezTo>
                      <a:pt x="4373" y="1021"/>
                      <a:pt x="2852" y="36"/>
                      <a:pt x="1072" y="2"/>
                    </a:cubicBezTo>
                    <a:cubicBezTo>
                      <a:pt x="1061" y="1"/>
                      <a:pt x="1051" y="1"/>
                      <a:pt x="10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41"/>
              <p:cNvSpPr/>
              <p:nvPr/>
            </p:nvSpPr>
            <p:spPr>
              <a:xfrm>
                <a:off x="3763550" y="998475"/>
                <a:ext cx="117975" cy="55725"/>
              </a:xfrm>
              <a:custGeom>
                <a:avLst/>
                <a:gdLst/>
                <a:ahLst/>
                <a:cxnLst/>
                <a:rect l="l" t="t" r="r" b="b"/>
                <a:pathLst>
                  <a:path w="4719" h="2229" extrusionOk="0">
                    <a:moveTo>
                      <a:pt x="747" y="0"/>
                    </a:moveTo>
                    <a:cubicBezTo>
                      <a:pt x="407" y="0"/>
                      <a:pt x="65" y="161"/>
                      <a:pt x="18" y="690"/>
                    </a:cubicBezTo>
                    <a:cubicBezTo>
                      <a:pt x="0" y="863"/>
                      <a:pt x="190" y="1053"/>
                      <a:pt x="277" y="1243"/>
                    </a:cubicBezTo>
                    <a:lnTo>
                      <a:pt x="2333" y="2228"/>
                    </a:lnTo>
                    <a:cubicBezTo>
                      <a:pt x="2437" y="2220"/>
                      <a:pt x="2541" y="2220"/>
                      <a:pt x="2644" y="2220"/>
                    </a:cubicBezTo>
                    <a:cubicBezTo>
                      <a:pt x="2748" y="2220"/>
                      <a:pt x="2852" y="2220"/>
                      <a:pt x="2955" y="2211"/>
                    </a:cubicBezTo>
                    <a:cubicBezTo>
                      <a:pt x="3647" y="2142"/>
                      <a:pt x="4718" y="2090"/>
                      <a:pt x="4511" y="1261"/>
                    </a:cubicBezTo>
                    <a:cubicBezTo>
                      <a:pt x="4255" y="308"/>
                      <a:pt x="3582" y="187"/>
                      <a:pt x="2842" y="187"/>
                    </a:cubicBezTo>
                    <a:cubicBezTo>
                      <a:pt x="2589" y="187"/>
                      <a:pt x="2328" y="201"/>
                      <a:pt x="2074" y="201"/>
                    </a:cubicBezTo>
                    <a:cubicBezTo>
                      <a:pt x="1762" y="201"/>
                      <a:pt x="1460" y="180"/>
                      <a:pt x="1193" y="85"/>
                    </a:cubicBezTo>
                    <a:cubicBezTo>
                      <a:pt x="1066" y="36"/>
                      <a:pt x="907" y="0"/>
                      <a:pt x="7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41"/>
              <p:cNvSpPr/>
              <p:nvPr/>
            </p:nvSpPr>
            <p:spPr>
              <a:xfrm>
                <a:off x="6244750" y="3463175"/>
                <a:ext cx="127900" cy="76650"/>
              </a:xfrm>
              <a:custGeom>
                <a:avLst/>
                <a:gdLst/>
                <a:ahLst/>
                <a:cxnLst/>
                <a:rect l="l" t="t" r="r" b="b"/>
                <a:pathLst>
                  <a:path w="5116" h="3066" extrusionOk="0">
                    <a:moveTo>
                      <a:pt x="4184" y="1"/>
                    </a:moveTo>
                    <a:cubicBezTo>
                      <a:pt x="4093" y="1"/>
                      <a:pt x="4000" y="13"/>
                      <a:pt x="3906" y="36"/>
                    </a:cubicBezTo>
                    <a:cubicBezTo>
                      <a:pt x="3232" y="209"/>
                      <a:pt x="2575" y="416"/>
                      <a:pt x="1918" y="641"/>
                    </a:cubicBezTo>
                    <a:lnTo>
                      <a:pt x="1936" y="641"/>
                    </a:lnTo>
                    <a:cubicBezTo>
                      <a:pt x="1659" y="848"/>
                      <a:pt x="1383" y="1038"/>
                      <a:pt x="1089" y="1194"/>
                    </a:cubicBezTo>
                    <a:cubicBezTo>
                      <a:pt x="432" y="1505"/>
                      <a:pt x="0" y="2093"/>
                      <a:pt x="311" y="2680"/>
                    </a:cubicBezTo>
                    <a:cubicBezTo>
                      <a:pt x="460" y="2964"/>
                      <a:pt x="650" y="3065"/>
                      <a:pt x="856" y="3065"/>
                    </a:cubicBezTo>
                    <a:cubicBezTo>
                      <a:pt x="1178" y="3065"/>
                      <a:pt x="1537" y="2818"/>
                      <a:pt x="1832" y="2628"/>
                    </a:cubicBezTo>
                    <a:cubicBezTo>
                      <a:pt x="2558" y="2093"/>
                      <a:pt x="3370" y="1695"/>
                      <a:pt x="4234" y="1436"/>
                    </a:cubicBezTo>
                    <a:cubicBezTo>
                      <a:pt x="4631" y="1332"/>
                      <a:pt x="5115" y="1108"/>
                      <a:pt x="4994" y="606"/>
                    </a:cubicBezTo>
                    <a:cubicBezTo>
                      <a:pt x="4883" y="203"/>
                      <a:pt x="4559" y="1"/>
                      <a:pt x="41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41"/>
              <p:cNvSpPr/>
              <p:nvPr/>
            </p:nvSpPr>
            <p:spPr>
              <a:xfrm>
                <a:off x="6286725" y="2464325"/>
                <a:ext cx="67775" cy="93850"/>
              </a:xfrm>
              <a:custGeom>
                <a:avLst/>
                <a:gdLst/>
                <a:ahLst/>
                <a:cxnLst/>
                <a:rect l="l" t="t" r="r" b="b"/>
                <a:pathLst>
                  <a:path w="2711" h="3754" extrusionOk="0">
                    <a:moveTo>
                      <a:pt x="1532" y="0"/>
                    </a:moveTo>
                    <a:cubicBezTo>
                      <a:pt x="1516" y="0"/>
                      <a:pt x="1500" y="0"/>
                      <a:pt x="1484" y="1"/>
                    </a:cubicBezTo>
                    <a:cubicBezTo>
                      <a:pt x="187" y="53"/>
                      <a:pt x="239" y="1332"/>
                      <a:pt x="101" y="2265"/>
                    </a:cubicBezTo>
                    <a:cubicBezTo>
                      <a:pt x="1" y="3066"/>
                      <a:pt x="465" y="3754"/>
                      <a:pt x="1243" y="3754"/>
                    </a:cubicBezTo>
                    <a:cubicBezTo>
                      <a:pt x="1271" y="3754"/>
                      <a:pt x="1299" y="3753"/>
                      <a:pt x="1328" y="3751"/>
                    </a:cubicBezTo>
                    <a:cubicBezTo>
                      <a:pt x="2711" y="3682"/>
                      <a:pt x="1967" y="2403"/>
                      <a:pt x="2313" y="1815"/>
                    </a:cubicBezTo>
                    <a:cubicBezTo>
                      <a:pt x="2228" y="1050"/>
                      <a:pt x="2528" y="0"/>
                      <a:pt x="15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41"/>
              <p:cNvSpPr/>
              <p:nvPr/>
            </p:nvSpPr>
            <p:spPr>
              <a:xfrm>
                <a:off x="6279300" y="2861375"/>
                <a:ext cx="75625" cy="97275"/>
              </a:xfrm>
              <a:custGeom>
                <a:avLst/>
                <a:gdLst/>
                <a:ahLst/>
                <a:cxnLst/>
                <a:rect l="l" t="t" r="r" b="b"/>
                <a:pathLst>
                  <a:path w="3025" h="3891" extrusionOk="0">
                    <a:moveTo>
                      <a:pt x="2403" y="1"/>
                    </a:moveTo>
                    <a:cubicBezTo>
                      <a:pt x="2178" y="1"/>
                      <a:pt x="1971" y="104"/>
                      <a:pt x="1850" y="277"/>
                    </a:cubicBezTo>
                    <a:cubicBezTo>
                      <a:pt x="1504" y="1193"/>
                      <a:pt x="882" y="1884"/>
                      <a:pt x="277" y="2610"/>
                    </a:cubicBezTo>
                    <a:cubicBezTo>
                      <a:pt x="35" y="2869"/>
                      <a:pt x="1" y="3284"/>
                      <a:pt x="208" y="3578"/>
                    </a:cubicBezTo>
                    <a:cubicBezTo>
                      <a:pt x="326" y="3766"/>
                      <a:pt x="507" y="3890"/>
                      <a:pt x="682" y="3890"/>
                    </a:cubicBezTo>
                    <a:cubicBezTo>
                      <a:pt x="764" y="3890"/>
                      <a:pt x="845" y="3863"/>
                      <a:pt x="916" y="3802"/>
                    </a:cubicBezTo>
                    <a:cubicBezTo>
                      <a:pt x="1815" y="3128"/>
                      <a:pt x="2731" y="2420"/>
                      <a:pt x="3025" y="1452"/>
                    </a:cubicBezTo>
                    <a:cubicBezTo>
                      <a:pt x="2973" y="744"/>
                      <a:pt x="2921" y="225"/>
                      <a:pt x="24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41"/>
              <p:cNvSpPr/>
              <p:nvPr/>
            </p:nvSpPr>
            <p:spPr>
              <a:xfrm>
                <a:off x="4145025" y="994975"/>
                <a:ext cx="111500" cy="47325"/>
              </a:xfrm>
              <a:custGeom>
                <a:avLst/>
                <a:gdLst/>
                <a:ahLst/>
                <a:cxnLst/>
                <a:rect l="l" t="t" r="r" b="b"/>
                <a:pathLst>
                  <a:path w="4460" h="1893" extrusionOk="0">
                    <a:moveTo>
                      <a:pt x="1539" y="105"/>
                    </a:moveTo>
                    <a:cubicBezTo>
                      <a:pt x="969" y="243"/>
                      <a:pt x="139" y="1"/>
                      <a:pt x="70" y="744"/>
                    </a:cubicBezTo>
                    <a:cubicBezTo>
                      <a:pt x="1" y="1418"/>
                      <a:pt x="813" y="1418"/>
                      <a:pt x="1332" y="1556"/>
                    </a:cubicBezTo>
                    <a:cubicBezTo>
                      <a:pt x="1764" y="1677"/>
                      <a:pt x="2213" y="1764"/>
                      <a:pt x="2645" y="1815"/>
                    </a:cubicBezTo>
                    <a:cubicBezTo>
                      <a:pt x="2898" y="1847"/>
                      <a:pt x="3179" y="1893"/>
                      <a:pt x="3440" y="1893"/>
                    </a:cubicBezTo>
                    <a:cubicBezTo>
                      <a:pt x="3890" y="1893"/>
                      <a:pt x="4279" y="1756"/>
                      <a:pt x="4356" y="1176"/>
                    </a:cubicBezTo>
                    <a:cubicBezTo>
                      <a:pt x="4459" y="346"/>
                      <a:pt x="3561" y="416"/>
                      <a:pt x="2956" y="329"/>
                    </a:cubicBezTo>
                    <a:lnTo>
                      <a:pt x="1539" y="1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41"/>
              <p:cNvSpPr/>
              <p:nvPr/>
            </p:nvSpPr>
            <p:spPr>
              <a:xfrm>
                <a:off x="7213625" y="3803350"/>
                <a:ext cx="74075" cy="80050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3202" extrusionOk="0">
                    <a:moveTo>
                      <a:pt x="573" y="1"/>
                    </a:moveTo>
                    <a:cubicBezTo>
                      <a:pt x="233" y="1"/>
                      <a:pt x="0" y="333"/>
                      <a:pt x="59" y="704"/>
                    </a:cubicBezTo>
                    <a:cubicBezTo>
                      <a:pt x="284" y="1965"/>
                      <a:pt x="1096" y="2777"/>
                      <a:pt x="2289" y="3175"/>
                    </a:cubicBezTo>
                    <a:cubicBezTo>
                      <a:pt x="2343" y="3193"/>
                      <a:pt x="2395" y="3202"/>
                      <a:pt x="2445" y="3202"/>
                    </a:cubicBezTo>
                    <a:cubicBezTo>
                      <a:pt x="2729" y="3202"/>
                      <a:pt x="2933" y="2914"/>
                      <a:pt x="2963" y="2414"/>
                    </a:cubicBezTo>
                    <a:cubicBezTo>
                      <a:pt x="2341" y="1619"/>
                      <a:pt x="1960" y="427"/>
                      <a:pt x="751" y="30"/>
                    </a:cubicBezTo>
                    <a:cubicBezTo>
                      <a:pt x="689" y="10"/>
                      <a:pt x="630" y="1"/>
                      <a:pt x="5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41"/>
              <p:cNvSpPr/>
              <p:nvPr/>
            </p:nvSpPr>
            <p:spPr>
              <a:xfrm>
                <a:off x="6542025" y="3118350"/>
                <a:ext cx="66075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2643" h="3192" extrusionOk="0">
                    <a:moveTo>
                      <a:pt x="1295" y="1"/>
                    </a:moveTo>
                    <a:cubicBezTo>
                      <a:pt x="1273" y="1"/>
                      <a:pt x="1250" y="2"/>
                      <a:pt x="1226" y="4"/>
                    </a:cubicBezTo>
                    <a:cubicBezTo>
                      <a:pt x="275" y="108"/>
                      <a:pt x="51" y="954"/>
                      <a:pt x="33" y="1732"/>
                    </a:cubicBezTo>
                    <a:cubicBezTo>
                      <a:pt x="1" y="2354"/>
                      <a:pt x="200" y="3192"/>
                      <a:pt x="910" y="3192"/>
                    </a:cubicBezTo>
                    <a:cubicBezTo>
                      <a:pt x="950" y="3192"/>
                      <a:pt x="992" y="3189"/>
                      <a:pt x="1036" y="3184"/>
                    </a:cubicBezTo>
                    <a:cubicBezTo>
                      <a:pt x="2643" y="2959"/>
                      <a:pt x="1640" y="1767"/>
                      <a:pt x="1640" y="1110"/>
                    </a:cubicBezTo>
                    <a:cubicBezTo>
                      <a:pt x="1740" y="547"/>
                      <a:pt x="1792" y="1"/>
                      <a:pt x="12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41"/>
              <p:cNvSpPr/>
              <p:nvPr/>
            </p:nvSpPr>
            <p:spPr>
              <a:xfrm>
                <a:off x="4278100" y="987200"/>
                <a:ext cx="87225" cy="50150"/>
              </a:xfrm>
              <a:custGeom>
                <a:avLst/>
                <a:gdLst/>
                <a:ahLst/>
                <a:cxnLst/>
                <a:rect l="l" t="t" r="r" b="b"/>
                <a:pathLst>
                  <a:path w="3489" h="2006" extrusionOk="0">
                    <a:moveTo>
                      <a:pt x="2519" y="46"/>
                    </a:moveTo>
                    <a:cubicBezTo>
                      <a:pt x="2407" y="46"/>
                      <a:pt x="2296" y="60"/>
                      <a:pt x="2195" y="87"/>
                    </a:cubicBezTo>
                    <a:cubicBezTo>
                      <a:pt x="1435" y="312"/>
                      <a:pt x="191" y="1"/>
                      <a:pt x="87" y="1107"/>
                    </a:cubicBezTo>
                    <a:cubicBezTo>
                      <a:pt x="1" y="1798"/>
                      <a:pt x="986" y="1746"/>
                      <a:pt x="1642" y="1781"/>
                    </a:cubicBezTo>
                    <a:cubicBezTo>
                      <a:pt x="2299" y="1556"/>
                      <a:pt x="3422" y="2005"/>
                      <a:pt x="3474" y="813"/>
                    </a:cubicBezTo>
                    <a:cubicBezTo>
                      <a:pt x="3488" y="284"/>
                      <a:pt x="2986" y="46"/>
                      <a:pt x="2519" y="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41"/>
              <p:cNvSpPr/>
              <p:nvPr/>
            </p:nvSpPr>
            <p:spPr>
              <a:xfrm>
                <a:off x="6595650" y="1204100"/>
                <a:ext cx="81075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3243" h="1672" extrusionOk="0">
                    <a:moveTo>
                      <a:pt x="1466" y="121"/>
                    </a:moveTo>
                    <a:cubicBezTo>
                      <a:pt x="1366" y="163"/>
                      <a:pt x="1241" y="173"/>
                      <a:pt x="1106" y="173"/>
                    </a:cubicBezTo>
                    <a:cubicBezTo>
                      <a:pt x="987" y="173"/>
                      <a:pt x="861" y="165"/>
                      <a:pt x="738" y="165"/>
                    </a:cubicBezTo>
                    <a:cubicBezTo>
                      <a:pt x="371" y="165"/>
                      <a:pt x="34" y="234"/>
                      <a:pt x="14" y="778"/>
                    </a:cubicBezTo>
                    <a:cubicBezTo>
                      <a:pt x="0" y="1593"/>
                      <a:pt x="628" y="1660"/>
                      <a:pt x="1232" y="1660"/>
                    </a:cubicBezTo>
                    <a:cubicBezTo>
                      <a:pt x="1352" y="1660"/>
                      <a:pt x="1472" y="1658"/>
                      <a:pt x="1585" y="1658"/>
                    </a:cubicBezTo>
                    <a:cubicBezTo>
                      <a:pt x="1627" y="1658"/>
                      <a:pt x="1668" y="1658"/>
                      <a:pt x="1708" y="1659"/>
                    </a:cubicBezTo>
                    <a:cubicBezTo>
                      <a:pt x="1826" y="1666"/>
                      <a:pt x="1954" y="1672"/>
                      <a:pt x="2085" y="1672"/>
                    </a:cubicBezTo>
                    <a:cubicBezTo>
                      <a:pt x="2644" y="1672"/>
                      <a:pt x="3242" y="1563"/>
                      <a:pt x="3228" y="933"/>
                    </a:cubicBezTo>
                    <a:cubicBezTo>
                      <a:pt x="3194" y="0"/>
                      <a:pt x="2209" y="207"/>
                      <a:pt x="1466" y="1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41"/>
              <p:cNvSpPr/>
              <p:nvPr/>
            </p:nvSpPr>
            <p:spPr>
              <a:xfrm>
                <a:off x="5040350" y="1034625"/>
                <a:ext cx="81550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3262" h="1879" extrusionOk="0">
                    <a:moveTo>
                      <a:pt x="1625" y="1"/>
                    </a:moveTo>
                    <a:cubicBezTo>
                      <a:pt x="803" y="1"/>
                      <a:pt x="279" y="461"/>
                      <a:pt x="99" y="1249"/>
                    </a:cubicBezTo>
                    <a:cubicBezTo>
                      <a:pt x="0" y="1616"/>
                      <a:pt x="339" y="1879"/>
                      <a:pt x="645" y="1879"/>
                    </a:cubicBezTo>
                    <a:cubicBezTo>
                      <a:pt x="714" y="1879"/>
                      <a:pt x="781" y="1865"/>
                      <a:pt x="842" y="1837"/>
                    </a:cubicBezTo>
                    <a:cubicBezTo>
                      <a:pt x="1620" y="1474"/>
                      <a:pt x="2829" y="1750"/>
                      <a:pt x="3106" y="800"/>
                    </a:cubicBezTo>
                    <a:cubicBezTo>
                      <a:pt x="3261" y="229"/>
                      <a:pt x="2363" y="22"/>
                      <a:pt x="1758" y="5"/>
                    </a:cubicBezTo>
                    <a:cubicBezTo>
                      <a:pt x="1713" y="2"/>
                      <a:pt x="1668" y="1"/>
                      <a:pt x="16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41"/>
              <p:cNvSpPr/>
              <p:nvPr/>
            </p:nvSpPr>
            <p:spPr>
              <a:xfrm>
                <a:off x="6380950" y="3302475"/>
                <a:ext cx="77800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3112" h="1609" extrusionOk="0">
                    <a:moveTo>
                      <a:pt x="843" y="80"/>
                    </a:moveTo>
                    <a:cubicBezTo>
                      <a:pt x="352" y="80"/>
                      <a:pt x="1" y="466"/>
                      <a:pt x="65" y="882"/>
                    </a:cubicBezTo>
                    <a:cubicBezTo>
                      <a:pt x="161" y="1545"/>
                      <a:pt x="602" y="1578"/>
                      <a:pt x="1054" y="1578"/>
                    </a:cubicBezTo>
                    <a:cubicBezTo>
                      <a:pt x="1103" y="1578"/>
                      <a:pt x="1152" y="1577"/>
                      <a:pt x="1201" y="1577"/>
                    </a:cubicBezTo>
                    <a:cubicBezTo>
                      <a:pt x="1347" y="1577"/>
                      <a:pt x="1491" y="1581"/>
                      <a:pt x="1620" y="1608"/>
                    </a:cubicBezTo>
                    <a:cubicBezTo>
                      <a:pt x="1746" y="1549"/>
                      <a:pt x="1903" y="1535"/>
                      <a:pt x="2065" y="1535"/>
                    </a:cubicBezTo>
                    <a:cubicBezTo>
                      <a:pt x="2212" y="1535"/>
                      <a:pt x="2363" y="1547"/>
                      <a:pt x="2502" y="1547"/>
                    </a:cubicBezTo>
                    <a:cubicBezTo>
                      <a:pt x="2845" y="1547"/>
                      <a:pt x="3112" y="1478"/>
                      <a:pt x="3037" y="1003"/>
                    </a:cubicBezTo>
                    <a:cubicBezTo>
                      <a:pt x="2882" y="1"/>
                      <a:pt x="1741" y="191"/>
                      <a:pt x="963" y="87"/>
                    </a:cubicBezTo>
                    <a:cubicBezTo>
                      <a:pt x="923" y="82"/>
                      <a:pt x="882" y="80"/>
                      <a:pt x="843" y="8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41"/>
              <p:cNvSpPr/>
              <p:nvPr/>
            </p:nvSpPr>
            <p:spPr>
              <a:xfrm>
                <a:off x="4384825" y="996700"/>
                <a:ext cx="62025" cy="39775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1591" extrusionOk="0">
                    <a:moveTo>
                      <a:pt x="1811" y="155"/>
                    </a:moveTo>
                    <a:cubicBezTo>
                      <a:pt x="1713" y="155"/>
                      <a:pt x="1613" y="168"/>
                      <a:pt x="1521" y="191"/>
                    </a:cubicBezTo>
                    <a:cubicBezTo>
                      <a:pt x="985" y="312"/>
                      <a:pt x="121" y="1"/>
                      <a:pt x="52" y="917"/>
                    </a:cubicBezTo>
                    <a:cubicBezTo>
                      <a:pt x="0" y="1487"/>
                      <a:pt x="536" y="1574"/>
                      <a:pt x="1054" y="1591"/>
                    </a:cubicBezTo>
                    <a:cubicBezTo>
                      <a:pt x="1573" y="1418"/>
                      <a:pt x="2385" y="1556"/>
                      <a:pt x="2454" y="727"/>
                    </a:cubicBezTo>
                    <a:cubicBezTo>
                      <a:pt x="2481" y="311"/>
                      <a:pt x="2153" y="155"/>
                      <a:pt x="1811" y="1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41"/>
              <p:cNvSpPr/>
              <p:nvPr/>
            </p:nvSpPr>
            <p:spPr>
              <a:xfrm>
                <a:off x="2100625" y="1004500"/>
                <a:ext cx="520200" cy="95050"/>
              </a:xfrm>
              <a:custGeom>
                <a:avLst/>
                <a:gdLst/>
                <a:ahLst/>
                <a:cxnLst/>
                <a:rect l="l" t="t" r="r" b="b"/>
                <a:pathLst>
                  <a:path w="20808" h="3802" extrusionOk="0">
                    <a:moveTo>
                      <a:pt x="20756" y="0"/>
                    </a:moveTo>
                    <a:lnTo>
                      <a:pt x="20738" y="17"/>
                    </a:lnTo>
                    <a:lnTo>
                      <a:pt x="20773" y="17"/>
                    </a:lnTo>
                    <a:lnTo>
                      <a:pt x="20808" y="0"/>
                    </a:lnTo>
                    <a:close/>
                    <a:moveTo>
                      <a:pt x="1" y="3785"/>
                    </a:moveTo>
                    <a:lnTo>
                      <a:pt x="1" y="3802"/>
                    </a:lnTo>
                    <a:lnTo>
                      <a:pt x="18" y="3802"/>
                    </a:lnTo>
                    <a:lnTo>
                      <a:pt x="18" y="378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41"/>
              <p:cNvSpPr/>
              <p:nvPr/>
            </p:nvSpPr>
            <p:spPr>
              <a:xfrm>
                <a:off x="233350" y="949250"/>
                <a:ext cx="3232550" cy="3802300"/>
              </a:xfrm>
              <a:custGeom>
                <a:avLst/>
                <a:gdLst/>
                <a:ahLst/>
                <a:cxnLst/>
                <a:rect l="l" t="t" r="r" b="b"/>
                <a:pathLst>
                  <a:path w="129302" h="152092" extrusionOk="0">
                    <a:moveTo>
                      <a:pt x="97270" y="1644"/>
                    </a:moveTo>
                    <a:cubicBezTo>
                      <a:pt x="97347" y="1644"/>
                      <a:pt x="97424" y="1648"/>
                      <a:pt x="97503" y="1657"/>
                    </a:cubicBezTo>
                    <a:cubicBezTo>
                      <a:pt x="97555" y="1674"/>
                      <a:pt x="97607" y="1692"/>
                      <a:pt x="97642" y="1709"/>
                    </a:cubicBezTo>
                    <a:lnTo>
                      <a:pt x="95601" y="2170"/>
                    </a:lnTo>
                    <a:lnTo>
                      <a:pt x="95601" y="2170"/>
                    </a:lnTo>
                    <a:cubicBezTo>
                      <a:pt x="96129" y="1917"/>
                      <a:pt x="96661" y="1644"/>
                      <a:pt x="97270" y="1644"/>
                    </a:cubicBezTo>
                    <a:close/>
                    <a:moveTo>
                      <a:pt x="95473" y="2210"/>
                    </a:moveTo>
                    <a:lnTo>
                      <a:pt x="95447" y="2227"/>
                    </a:lnTo>
                    <a:lnTo>
                      <a:pt x="95429" y="2227"/>
                    </a:lnTo>
                    <a:lnTo>
                      <a:pt x="95464" y="2210"/>
                    </a:lnTo>
                    <a:close/>
                    <a:moveTo>
                      <a:pt x="68358" y="8951"/>
                    </a:moveTo>
                    <a:cubicBezTo>
                      <a:pt x="68553" y="8951"/>
                      <a:pt x="68761" y="9049"/>
                      <a:pt x="68989" y="9313"/>
                    </a:cubicBezTo>
                    <a:cubicBezTo>
                      <a:pt x="69208" y="9280"/>
                      <a:pt x="69420" y="9268"/>
                      <a:pt x="69634" y="9268"/>
                    </a:cubicBezTo>
                    <a:cubicBezTo>
                      <a:pt x="69758" y="9268"/>
                      <a:pt x="69882" y="9272"/>
                      <a:pt x="70008" y="9278"/>
                    </a:cubicBezTo>
                    <a:cubicBezTo>
                      <a:pt x="70061" y="9286"/>
                      <a:pt x="70117" y="9289"/>
                      <a:pt x="70177" y="9289"/>
                    </a:cubicBezTo>
                    <a:cubicBezTo>
                      <a:pt x="70522" y="9289"/>
                      <a:pt x="70965" y="9176"/>
                      <a:pt x="71318" y="9176"/>
                    </a:cubicBezTo>
                    <a:cubicBezTo>
                      <a:pt x="71841" y="9176"/>
                      <a:pt x="72167" y="9425"/>
                      <a:pt x="71685" y="10661"/>
                    </a:cubicBezTo>
                    <a:cubicBezTo>
                      <a:pt x="71581" y="10937"/>
                      <a:pt x="71823" y="11265"/>
                      <a:pt x="72151" y="11386"/>
                    </a:cubicBezTo>
                    <a:cubicBezTo>
                      <a:pt x="72428" y="11438"/>
                      <a:pt x="72722" y="11490"/>
                      <a:pt x="72998" y="11507"/>
                    </a:cubicBezTo>
                    <a:cubicBezTo>
                      <a:pt x="72652" y="11922"/>
                      <a:pt x="72359" y="12406"/>
                      <a:pt x="71927" y="12717"/>
                    </a:cubicBezTo>
                    <a:cubicBezTo>
                      <a:pt x="71831" y="12786"/>
                      <a:pt x="71741" y="12813"/>
                      <a:pt x="71654" y="12813"/>
                    </a:cubicBezTo>
                    <a:cubicBezTo>
                      <a:pt x="71349" y="12813"/>
                      <a:pt x="71090" y="12473"/>
                      <a:pt x="70821" y="12406"/>
                    </a:cubicBezTo>
                    <a:cubicBezTo>
                      <a:pt x="69127" y="11939"/>
                      <a:pt x="69334" y="10488"/>
                      <a:pt x="68989" y="9313"/>
                    </a:cubicBezTo>
                    <a:lnTo>
                      <a:pt x="67330" y="9520"/>
                    </a:lnTo>
                    <a:cubicBezTo>
                      <a:pt x="67668" y="9295"/>
                      <a:pt x="67992" y="8951"/>
                      <a:pt x="68358" y="8951"/>
                    </a:cubicBezTo>
                    <a:close/>
                    <a:moveTo>
                      <a:pt x="51546" y="12467"/>
                    </a:moveTo>
                    <a:cubicBezTo>
                      <a:pt x="51593" y="12467"/>
                      <a:pt x="51647" y="12470"/>
                      <a:pt x="51707" y="12475"/>
                    </a:cubicBezTo>
                    <a:cubicBezTo>
                      <a:pt x="51897" y="12648"/>
                      <a:pt x="52157" y="12890"/>
                      <a:pt x="52433" y="13115"/>
                    </a:cubicBezTo>
                    <a:cubicBezTo>
                      <a:pt x="52260" y="13270"/>
                      <a:pt x="52053" y="13374"/>
                      <a:pt x="51845" y="13460"/>
                    </a:cubicBezTo>
                    <a:cubicBezTo>
                      <a:pt x="51802" y="13467"/>
                      <a:pt x="51764" y="13470"/>
                      <a:pt x="51729" y="13470"/>
                    </a:cubicBezTo>
                    <a:cubicBezTo>
                      <a:pt x="51300" y="13470"/>
                      <a:pt x="51439" y="13007"/>
                      <a:pt x="51327" y="12752"/>
                    </a:cubicBezTo>
                    <a:cubicBezTo>
                      <a:pt x="51225" y="12548"/>
                      <a:pt x="51295" y="12467"/>
                      <a:pt x="51546" y="12467"/>
                    </a:cubicBezTo>
                    <a:close/>
                    <a:moveTo>
                      <a:pt x="55481" y="12549"/>
                    </a:moveTo>
                    <a:cubicBezTo>
                      <a:pt x="55526" y="12549"/>
                      <a:pt x="55570" y="12553"/>
                      <a:pt x="55613" y="12562"/>
                    </a:cubicBezTo>
                    <a:lnTo>
                      <a:pt x="54576" y="13789"/>
                    </a:lnTo>
                    <a:lnTo>
                      <a:pt x="53954" y="13184"/>
                    </a:lnTo>
                    <a:cubicBezTo>
                      <a:pt x="54420" y="12976"/>
                      <a:pt x="54870" y="12752"/>
                      <a:pt x="55336" y="12562"/>
                    </a:cubicBezTo>
                    <a:cubicBezTo>
                      <a:pt x="55388" y="12553"/>
                      <a:pt x="55436" y="12549"/>
                      <a:pt x="55481" y="12549"/>
                    </a:cubicBezTo>
                    <a:close/>
                    <a:moveTo>
                      <a:pt x="116966" y="0"/>
                    </a:moveTo>
                    <a:cubicBezTo>
                      <a:pt x="112339" y="0"/>
                      <a:pt x="107712" y="747"/>
                      <a:pt x="103085" y="1035"/>
                    </a:cubicBezTo>
                    <a:cubicBezTo>
                      <a:pt x="101910" y="1104"/>
                      <a:pt x="100735" y="983"/>
                      <a:pt x="99542" y="1260"/>
                    </a:cubicBezTo>
                    <a:cubicBezTo>
                      <a:pt x="99533" y="1262"/>
                      <a:pt x="99523" y="1263"/>
                      <a:pt x="99512" y="1263"/>
                    </a:cubicBezTo>
                    <a:cubicBezTo>
                      <a:pt x="99194" y="1263"/>
                      <a:pt x="98389" y="307"/>
                      <a:pt x="97503" y="240"/>
                    </a:cubicBezTo>
                    <a:cubicBezTo>
                      <a:pt x="96554" y="172"/>
                      <a:pt x="95607" y="143"/>
                      <a:pt x="94661" y="143"/>
                    </a:cubicBezTo>
                    <a:cubicBezTo>
                      <a:pt x="91541" y="143"/>
                      <a:pt x="88432" y="459"/>
                      <a:pt x="85303" y="724"/>
                    </a:cubicBezTo>
                    <a:cubicBezTo>
                      <a:pt x="83379" y="875"/>
                      <a:pt x="81549" y="1637"/>
                      <a:pt x="79578" y="1637"/>
                    </a:cubicBezTo>
                    <a:cubicBezTo>
                      <a:pt x="79300" y="1637"/>
                      <a:pt x="79020" y="1622"/>
                      <a:pt x="78736" y="1588"/>
                    </a:cubicBezTo>
                    <a:cubicBezTo>
                      <a:pt x="78573" y="1568"/>
                      <a:pt x="78403" y="1557"/>
                      <a:pt x="78229" y="1557"/>
                    </a:cubicBezTo>
                    <a:cubicBezTo>
                      <a:pt x="77349" y="1557"/>
                      <a:pt x="76386" y="1840"/>
                      <a:pt x="75953" y="2677"/>
                    </a:cubicBezTo>
                    <a:cubicBezTo>
                      <a:pt x="75538" y="3489"/>
                      <a:pt x="76333" y="4163"/>
                      <a:pt x="76956" y="4750"/>
                    </a:cubicBezTo>
                    <a:cubicBezTo>
                      <a:pt x="77215" y="4992"/>
                      <a:pt x="77232" y="5511"/>
                      <a:pt x="77370" y="5891"/>
                    </a:cubicBezTo>
                    <a:cubicBezTo>
                      <a:pt x="77348" y="5890"/>
                      <a:pt x="77325" y="5889"/>
                      <a:pt x="77301" y="5889"/>
                    </a:cubicBezTo>
                    <a:cubicBezTo>
                      <a:pt x="77154" y="5889"/>
                      <a:pt x="76988" y="5912"/>
                      <a:pt x="76844" y="5912"/>
                    </a:cubicBezTo>
                    <a:cubicBezTo>
                      <a:pt x="76726" y="5912"/>
                      <a:pt x="76623" y="5896"/>
                      <a:pt x="76558" y="5839"/>
                    </a:cubicBezTo>
                    <a:cubicBezTo>
                      <a:pt x="76285" y="5586"/>
                      <a:pt x="76034" y="5489"/>
                      <a:pt x="75796" y="5489"/>
                    </a:cubicBezTo>
                    <a:cubicBezTo>
                      <a:pt x="75417" y="5489"/>
                      <a:pt x="75070" y="5733"/>
                      <a:pt x="74709" y="5977"/>
                    </a:cubicBezTo>
                    <a:lnTo>
                      <a:pt x="74709" y="5995"/>
                    </a:lnTo>
                    <a:lnTo>
                      <a:pt x="74692" y="5995"/>
                    </a:lnTo>
                    <a:cubicBezTo>
                      <a:pt x="74415" y="6358"/>
                      <a:pt x="73707" y="6479"/>
                      <a:pt x="73897" y="7066"/>
                    </a:cubicBezTo>
                    <a:cubicBezTo>
                      <a:pt x="74104" y="7654"/>
                      <a:pt x="74761" y="7671"/>
                      <a:pt x="75331" y="7723"/>
                    </a:cubicBezTo>
                    <a:lnTo>
                      <a:pt x="75625" y="7723"/>
                    </a:lnTo>
                    <a:lnTo>
                      <a:pt x="77146" y="7982"/>
                    </a:lnTo>
                    <a:cubicBezTo>
                      <a:pt x="76904" y="8068"/>
                      <a:pt x="76662" y="8120"/>
                      <a:pt x="76403" y="8120"/>
                    </a:cubicBezTo>
                    <a:cubicBezTo>
                      <a:pt x="76178" y="8103"/>
                      <a:pt x="75970" y="7930"/>
                      <a:pt x="75729" y="7861"/>
                    </a:cubicBezTo>
                    <a:cubicBezTo>
                      <a:pt x="75594" y="7823"/>
                      <a:pt x="75464" y="7807"/>
                      <a:pt x="75337" y="7807"/>
                    </a:cubicBezTo>
                    <a:cubicBezTo>
                      <a:pt x="74777" y="7807"/>
                      <a:pt x="74273" y="8116"/>
                      <a:pt x="73724" y="8172"/>
                    </a:cubicBezTo>
                    <a:cubicBezTo>
                      <a:pt x="73717" y="8173"/>
                      <a:pt x="73710" y="8174"/>
                      <a:pt x="73702" y="8174"/>
                    </a:cubicBezTo>
                    <a:cubicBezTo>
                      <a:pt x="73450" y="8174"/>
                      <a:pt x="72913" y="7613"/>
                      <a:pt x="72946" y="7394"/>
                    </a:cubicBezTo>
                    <a:cubicBezTo>
                      <a:pt x="73102" y="6479"/>
                      <a:pt x="73810" y="6098"/>
                      <a:pt x="74674" y="5995"/>
                    </a:cubicBezTo>
                    <a:lnTo>
                      <a:pt x="74674" y="5977"/>
                    </a:lnTo>
                    <a:cubicBezTo>
                      <a:pt x="74726" y="5545"/>
                      <a:pt x="74830" y="5113"/>
                      <a:pt x="74951" y="4681"/>
                    </a:cubicBezTo>
                    <a:cubicBezTo>
                      <a:pt x="75072" y="4370"/>
                      <a:pt x="75435" y="4076"/>
                      <a:pt x="75124" y="3748"/>
                    </a:cubicBezTo>
                    <a:cubicBezTo>
                      <a:pt x="74832" y="3467"/>
                      <a:pt x="74483" y="3396"/>
                      <a:pt x="74119" y="3396"/>
                    </a:cubicBezTo>
                    <a:cubicBezTo>
                      <a:pt x="73856" y="3396"/>
                      <a:pt x="73587" y="3433"/>
                      <a:pt x="73326" y="3454"/>
                    </a:cubicBezTo>
                    <a:cubicBezTo>
                      <a:pt x="72946" y="3506"/>
                      <a:pt x="72756" y="3748"/>
                      <a:pt x="72704" y="4180"/>
                    </a:cubicBezTo>
                    <a:cubicBezTo>
                      <a:pt x="72601" y="5252"/>
                      <a:pt x="72134" y="6098"/>
                      <a:pt x="70959" y="6340"/>
                    </a:cubicBezTo>
                    <a:cubicBezTo>
                      <a:pt x="70855" y="6427"/>
                      <a:pt x="70769" y="6513"/>
                      <a:pt x="70665" y="6617"/>
                    </a:cubicBezTo>
                    <a:cubicBezTo>
                      <a:pt x="70786" y="6859"/>
                      <a:pt x="70924" y="7083"/>
                      <a:pt x="71097" y="7291"/>
                    </a:cubicBezTo>
                    <a:cubicBezTo>
                      <a:pt x="71304" y="7412"/>
                      <a:pt x="71546" y="7515"/>
                      <a:pt x="71788" y="7567"/>
                    </a:cubicBezTo>
                    <a:cubicBezTo>
                      <a:pt x="71650" y="7550"/>
                      <a:pt x="71512" y="7541"/>
                      <a:pt x="71374" y="7541"/>
                    </a:cubicBezTo>
                    <a:cubicBezTo>
                      <a:pt x="71235" y="7541"/>
                      <a:pt x="71097" y="7550"/>
                      <a:pt x="70959" y="7567"/>
                    </a:cubicBezTo>
                    <a:cubicBezTo>
                      <a:pt x="70569" y="7671"/>
                      <a:pt x="70173" y="7708"/>
                      <a:pt x="69775" y="7708"/>
                    </a:cubicBezTo>
                    <a:cubicBezTo>
                      <a:pt x="68812" y="7708"/>
                      <a:pt x="67832" y="7494"/>
                      <a:pt x="66868" y="7494"/>
                    </a:cubicBezTo>
                    <a:cubicBezTo>
                      <a:pt x="66108" y="7494"/>
                      <a:pt x="65357" y="7627"/>
                      <a:pt x="64634" y="8103"/>
                    </a:cubicBezTo>
                    <a:cubicBezTo>
                      <a:pt x="64271" y="8345"/>
                      <a:pt x="63580" y="8379"/>
                      <a:pt x="63666" y="8863"/>
                    </a:cubicBezTo>
                    <a:cubicBezTo>
                      <a:pt x="63752" y="9382"/>
                      <a:pt x="64167" y="9900"/>
                      <a:pt x="64547" y="10315"/>
                    </a:cubicBezTo>
                    <a:cubicBezTo>
                      <a:pt x="64666" y="10447"/>
                      <a:pt x="64798" y="10498"/>
                      <a:pt x="64939" y="10498"/>
                    </a:cubicBezTo>
                    <a:cubicBezTo>
                      <a:pt x="65148" y="10498"/>
                      <a:pt x="65375" y="10387"/>
                      <a:pt x="65602" y="10263"/>
                    </a:cubicBezTo>
                    <a:cubicBezTo>
                      <a:pt x="66124" y="9977"/>
                      <a:pt x="66711" y="9789"/>
                      <a:pt x="67269" y="9556"/>
                    </a:cubicBezTo>
                    <a:lnTo>
                      <a:pt x="67269" y="9556"/>
                    </a:lnTo>
                    <a:cubicBezTo>
                      <a:pt x="66173" y="11022"/>
                      <a:pt x="64072" y="10911"/>
                      <a:pt x="62975" y="11974"/>
                    </a:cubicBezTo>
                    <a:cubicBezTo>
                      <a:pt x="62086" y="12850"/>
                      <a:pt x="61268" y="13162"/>
                      <a:pt x="60357" y="13162"/>
                    </a:cubicBezTo>
                    <a:cubicBezTo>
                      <a:pt x="59993" y="13162"/>
                      <a:pt x="59613" y="13112"/>
                      <a:pt x="59207" y="13028"/>
                    </a:cubicBezTo>
                    <a:cubicBezTo>
                      <a:pt x="58430" y="12873"/>
                      <a:pt x="57687" y="12510"/>
                      <a:pt x="56926" y="12233"/>
                    </a:cubicBezTo>
                    <a:cubicBezTo>
                      <a:pt x="57173" y="12050"/>
                      <a:pt x="57402" y="11981"/>
                      <a:pt x="57619" y="11981"/>
                    </a:cubicBezTo>
                    <a:cubicBezTo>
                      <a:pt x="58162" y="11981"/>
                      <a:pt x="58632" y="12416"/>
                      <a:pt x="59138" y="12613"/>
                    </a:cubicBezTo>
                    <a:cubicBezTo>
                      <a:pt x="59332" y="12687"/>
                      <a:pt x="59512" y="12718"/>
                      <a:pt x="59680" y="12718"/>
                    </a:cubicBezTo>
                    <a:cubicBezTo>
                      <a:pt x="60502" y="12718"/>
                      <a:pt x="61062" y="11967"/>
                      <a:pt x="61765" y="11680"/>
                    </a:cubicBezTo>
                    <a:cubicBezTo>
                      <a:pt x="62404" y="11421"/>
                      <a:pt x="61903" y="10851"/>
                      <a:pt x="61661" y="10384"/>
                    </a:cubicBezTo>
                    <a:cubicBezTo>
                      <a:pt x="61454" y="9987"/>
                      <a:pt x="61921" y="9745"/>
                      <a:pt x="62249" y="9537"/>
                    </a:cubicBezTo>
                    <a:cubicBezTo>
                      <a:pt x="62664" y="9295"/>
                      <a:pt x="63441" y="9226"/>
                      <a:pt x="63182" y="8518"/>
                    </a:cubicBezTo>
                    <a:cubicBezTo>
                      <a:pt x="63018" y="8098"/>
                      <a:pt x="62703" y="8030"/>
                      <a:pt x="62354" y="8030"/>
                    </a:cubicBezTo>
                    <a:cubicBezTo>
                      <a:pt x="62187" y="8030"/>
                      <a:pt x="62013" y="8045"/>
                      <a:pt x="61845" y="8045"/>
                    </a:cubicBezTo>
                    <a:cubicBezTo>
                      <a:pt x="61771" y="8045"/>
                      <a:pt x="61698" y="8042"/>
                      <a:pt x="61627" y="8034"/>
                    </a:cubicBezTo>
                    <a:cubicBezTo>
                      <a:pt x="61564" y="8027"/>
                      <a:pt x="61502" y="8024"/>
                      <a:pt x="61440" y="8024"/>
                    </a:cubicBezTo>
                    <a:cubicBezTo>
                      <a:pt x="60620" y="8024"/>
                      <a:pt x="59973" y="8583"/>
                      <a:pt x="59080" y="8583"/>
                    </a:cubicBezTo>
                    <a:cubicBezTo>
                      <a:pt x="59004" y="8583"/>
                      <a:pt x="58925" y="8579"/>
                      <a:pt x="58844" y="8570"/>
                    </a:cubicBezTo>
                    <a:cubicBezTo>
                      <a:pt x="57410" y="8414"/>
                      <a:pt x="56391" y="7671"/>
                      <a:pt x="55181" y="7187"/>
                    </a:cubicBezTo>
                    <a:cubicBezTo>
                      <a:pt x="54440" y="6892"/>
                      <a:pt x="53723" y="6767"/>
                      <a:pt x="53025" y="6767"/>
                    </a:cubicBezTo>
                    <a:cubicBezTo>
                      <a:pt x="51022" y="6767"/>
                      <a:pt x="49177" y="7799"/>
                      <a:pt x="47370" y="8812"/>
                    </a:cubicBezTo>
                    <a:cubicBezTo>
                      <a:pt x="46903" y="9071"/>
                      <a:pt x="46765" y="9434"/>
                      <a:pt x="46972" y="9969"/>
                    </a:cubicBezTo>
                    <a:cubicBezTo>
                      <a:pt x="47155" y="10426"/>
                      <a:pt x="47351" y="10748"/>
                      <a:pt x="47819" y="10748"/>
                    </a:cubicBezTo>
                    <a:cubicBezTo>
                      <a:pt x="47883" y="10748"/>
                      <a:pt x="47952" y="10742"/>
                      <a:pt x="48026" y="10730"/>
                    </a:cubicBezTo>
                    <a:lnTo>
                      <a:pt x="50498" y="10280"/>
                    </a:lnTo>
                    <a:cubicBezTo>
                      <a:pt x="50618" y="10263"/>
                      <a:pt x="50739" y="10229"/>
                      <a:pt x="50878" y="10194"/>
                    </a:cubicBezTo>
                    <a:lnTo>
                      <a:pt x="50878" y="10194"/>
                    </a:lnTo>
                    <a:cubicBezTo>
                      <a:pt x="50878" y="10298"/>
                      <a:pt x="50860" y="10401"/>
                      <a:pt x="50860" y="10505"/>
                    </a:cubicBezTo>
                    <a:cubicBezTo>
                      <a:pt x="50614" y="11663"/>
                      <a:pt x="50148" y="12321"/>
                      <a:pt x="49280" y="12321"/>
                    </a:cubicBezTo>
                    <a:cubicBezTo>
                      <a:pt x="48931" y="12321"/>
                      <a:pt x="48517" y="12214"/>
                      <a:pt x="48026" y="11991"/>
                    </a:cubicBezTo>
                    <a:cubicBezTo>
                      <a:pt x="46374" y="11254"/>
                      <a:pt x="44693" y="10979"/>
                      <a:pt x="42955" y="10979"/>
                    </a:cubicBezTo>
                    <a:cubicBezTo>
                      <a:pt x="42002" y="10979"/>
                      <a:pt x="41033" y="11062"/>
                      <a:pt x="40042" y="11196"/>
                    </a:cubicBezTo>
                    <a:cubicBezTo>
                      <a:pt x="38536" y="11404"/>
                      <a:pt x="37062" y="12285"/>
                      <a:pt x="35569" y="12285"/>
                    </a:cubicBezTo>
                    <a:cubicBezTo>
                      <a:pt x="35195" y="12285"/>
                      <a:pt x="34820" y="12230"/>
                      <a:pt x="34443" y="12095"/>
                    </a:cubicBezTo>
                    <a:cubicBezTo>
                      <a:pt x="32698" y="11490"/>
                      <a:pt x="30900" y="11110"/>
                      <a:pt x="29068" y="10920"/>
                    </a:cubicBezTo>
                    <a:cubicBezTo>
                      <a:pt x="27080" y="10698"/>
                      <a:pt x="25171" y="10202"/>
                      <a:pt x="23146" y="10202"/>
                    </a:cubicBezTo>
                    <a:cubicBezTo>
                      <a:pt x="22337" y="10202"/>
                      <a:pt x="21510" y="10281"/>
                      <a:pt x="20652" y="10488"/>
                    </a:cubicBezTo>
                    <a:cubicBezTo>
                      <a:pt x="18383" y="11055"/>
                      <a:pt x="16215" y="12269"/>
                      <a:pt x="13793" y="12269"/>
                    </a:cubicBezTo>
                    <a:cubicBezTo>
                      <a:pt x="13559" y="12269"/>
                      <a:pt x="13322" y="12258"/>
                      <a:pt x="13083" y="12233"/>
                    </a:cubicBezTo>
                    <a:cubicBezTo>
                      <a:pt x="13049" y="12230"/>
                      <a:pt x="13015" y="12229"/>
                      <a:pt x="12982" y="12229"/>
                    </a:cubicBezTo>
                    <a:cubicBezTo>
                      <a:pt x="12473" y="12229"/>
                      <a:pt x="12176" y="12605"/>
                      <a:pt x="12323" y="13287"/>
                    </a:cubicBezTo>
                    <a:cubicBezTo>
                      <a:pt x="12498" y="14071"/>
                      <a:pt x="12325" y="14707"/>
                      <a:pt x="11687" y="14707"/>
                    </a:cubicBezTo>
                    <a:cubicBezTo>
                      <a:pt x="11510" y="14707"/>
                      <a:pt x="11296" y="14658"/>
                      <a:pt x="11044" y="14549"/>
                    </a:cubicBezTo>
                    <a:cubicBezTo>
                      <a:pt x="10655" y="14378"/>
                      <a:pt x="10292" y="14308"/>
                      <a:pt x="9947" y="14308"/>
                    </a:cubicBezTo>
                    <a:cubicBezTo>
                      <a:pt x="9034" y="14308"/>
                      <a:pt x="8242" y="14801"/>
                      <a:pt x="7415" y="15240"/>
                    </a:cubicBezTo>
                    <a:cubicBezTo>
                      <a:pt x="6965" y="15482"/>
                      <a:pt x="6672" y="15914"/>
                      <a:pt x="6879" y="16467"/>
                    </a:cubicBezTo>
                    <a:cubicBezTo>
                      <a:pt x="7027" y="16886"/>
                      <a:pt x="7334" y="16988"/>
                      <a:pt x="7700" y="16988"/>
                    </a:cubicBezTo>
                    <a:cubicBezTo>
                      <a:pt x="7802" y="16988"/>
                      <a:pt x="7910" y="16980"/>
                      <a:pt x="8020" y="16968"/>
                    </a:cubicBezTo>
                    <a:cubicBezTo>
                      <a:pt x="8305" y="16929"/>
                      <a:pt x="8590" y="16910"/>
                      <a:pt x="8875" y="16910"/>
                    </a:cubicBezTo>
                    <a:cubicBezTo>
                      <a:pt x="8970" y="16910"/>
                      <a:pt x="9065" y="16912"/>
                      <a:pt x="9160" y="16917"/>
                    </a:cubicBezTo>
                    <a:cubicBezTo>
                      <a:pt x="9186" y="16919"/>
                      <a:pt x="9214" y="16920"/>
                      <a:pt x="9242" y="16920"/>
                    </a:cubicBezTo>
                    <a:cubicBezTo>
                      <a:pt x="9458" y="16920"/>
                      <a:pt x="9735" y="16862"/>
                      <a:pt x="9947" y="16862"/>
                    </a:cubicBezTo>
                    <a:cubicBezTo>
                      <a:pt x="10131" y="16862"/>
                      <a:pt x="10266" y="16906"/>
                      <a:pt x="10266" y="17072"/>
                    </a:cubicBezTo>
                    <a:cubicBezTo>
                      <a:pt x="10266" y="17498"/>
                      <a:pt x="9728" y="17637"/>
                      <a:pt x="9291" y="17637"/>
                    </a:cubicBezTo>
                    <a:cubicBezTo>
                      <a:pt x="9214" y="17637"/>
                      <a:pt x="9141" y="17633"/>
                      <a:pt x="9074" y="17625"/>
                    </a:cubicBezTo>
                    <a:cubicBezTo>
                      <a:pt x="8873" y="17604"/>
                      <a:pt x="8677" y="17594"/>
                      <a:pt x="8484" y="17594"/>
                    </a:cubicBezTo>
                    <a:cubicBezTo>
                      <a:pt x="6314" y="17594"/>
                      <a:pt x="4587" y="18859"/>
                      <a:pt x="2714" y="19716"/>
                    </a:cubicBezTo>
                    <a:cubicBezTo>
                      <a:pt x="1193" y="20407"/>
                      <a:pt x="2351" y="21548"/>
                      <a:pt x="2282" y="22429"/>
                    </a:cubicBezTo>
                    <a:cubicBezTo>
                      <a:pt x="2264" y="22814"/>
                      <a:pt x="2455" y="22907"/>
                      <a:pt x="2706" y="22907"/>
                    </a:cubicBezTo>
                    <a:cubicBezTo>
                      <a:pt x="2939" y="22907"/>
                      <a:pt x="3223" y="22827"/>
                      <a:pt x="3440" y="22827"/>
                    </a:cubicBezTo>
                    <a:cubicBezTo>
                      <a:pt x="3665" y="22827"/>
                      <a:pt x="3872" y="22982"/>
                      <a:pt x="4079" y="23069"/>
                    </a:cubicBezTo>
                    <a:cubicBezTo>
                      <a:pt x="3924" y="23242"/>
                      <a:pt x="3751" y="23380"/>
                      <a:pt x="3544" y="23501"/>
                    </a:cubicBezTo>
                    <a:cubicBezTo>
                      <a:pt x="2610" y="23881"/>
                      <a:pt x="1643" y="24192"/>
                      <a:pt x="709" y="24589"/>
                    </a:cubicBezTo>
                    <a:cubicBezTo>
                      <a:pt x="329" y="24745"/>
                      <a:pt x="1" y="25142"/>
                      <a:pt x="226" y="25609"/>
                    </a:cubicBezTo>
                    <a:cubicBezTo>
                      <a:pt x="325" y="25816"/>
                      <a:pt x="462" y="25880"/>
                      <a:pt x="615" y="25880"/>
                    </a:cubicBezTo>
                    <a:cubicBezTo>
                      <a:pt x="807" y="25880"/>
                      <a:pt x="1026" y="25778"/>
                      <a:pt x="1228" y="25730"/>
                    </a:cubicBezTo>
                    <a:cubicBezTo>
                      <a:pt x="2248" y="25454"/>
                      <a:pt x="3354" y="25350"/>
                      <a:pt x="4252" y="24866"/>
                    </a:cubicBezTo>
                    <a:cubicBezTo>
                      <a:pt x="4601" y="24679"/>
                      <a:pt x="4965" y="24620"/>
                      <a:pt x="5336" y="24620"/>
                    </a:cubicBezTo>
                    <a:cubicBezTo>
                      <a:pt x="5952" y="24620"/>
                      <a:pt x="6585" y="24782"/>
                      <a:pt x="7191" y="24782"/>
                    </a:cubicBezTo>
                    <a:cubicBezTo>
                      <a:pt x="7702" y="24782"/>
                      <a:pt x="8195" y="24667"/>
                      <a:pt x="8642" y="24244"/>
                    </a:cubicBezTo>
                    <a:cubicBezTo>
                      <a:pt x="9143" y="23760"/>
                      <a:pt x="9627" y="23276"/>
                      <a:pt x="10128" y="22809"/>
                    </a:cubicBezTo>
                    <a:cubicBezTo>
                      <a:pt x="10518" y="22438"/>
                      <a:pt x="10935" y="22335"/>
                      <a:pt x="11366" y="22335"/>
                    </a:cubicBezTo>
                    <a:cubicBezTo>
                      <a:pt x="11904" y="22335"/>
                      <a:pt x="12465" y="22495"/>
                      <a:pt x="13026" y="22495"/>
                    </a:cubicBezTo>
                    <a:cubicBezTo>
                      <a:pt x="13270" y="22495"/>
                      <a:pt x="13515" y="22465"/>
                      <a:pt x="13757" y="22377"/>
                    </a:cubicBezTo>
                    <a:cubicBezTo>
                      <a:pt x="14876" y="21972"/>
                      <a:pt x="15968" y="21278"/>
                      <a:pt x="17215" y="21278"/>
                    </a:cubicBezTo>
                    <a:cubicBezTo>
                      <a:pt x="17721" y="21278"/>
                      <a:pt x="18252" y="21392"/>
                      <a:pt x="18820" y="21686"/>
                    </a:cubicBezTo>
                    <a:cubicBezTo>
                      <a:pt x="20272" y="22429"/>
                      <a:pt x="22242" y="22343"/>
                      <a:pt x="21966" y="24780"/>
                    </a:cubicBezTo>
                    <a:cubicBezTo>
                      <a:pt x="21914" y="25212"/>
                      <a:pt x="22104" y="25868"/>
                      <a:pt x="22415" y="26127"/>
                    </a:cubicBezTo>
                    <a:cubicBezTo>
                      <a:pt x="23746" y="27251"/>
                      <a:pt x="23659" y="29411"/>
                      <a:pt x="23210" y="29981"/>
                    </a:cubicBezTo>
                    <a:cubicBezTo>
                      <a:pt x="22052" y="31485"/>
                      <a:pt x="22484" y="32573"/>
                      <a:pt x="22985" y="33973"/>
                    </a:cubicBezTo>
                    <a:cubicBezTo>
                      <a:pt x="23124" y="34405"/>
                      <a:pt x="22795" y="35045"/>
                      <a:pt x="22553" y="35529"/>
                    </a:cubicBezTo>
                    <a:cubicBezTo>
                      <a:pt x="21447" y="37844"/>
                      <a:pt x="19356" y="39469"/>
                      <a:pt x="18233" y="41802"/>
                    </a:cubicBezTo>
                    <a:cubicBezTo>
                      <a:pt x="17455" y="43409"/>
                      <a:pt x="17058" y="48783"/>
                      <a:pt x="18354" y="49734"/>
                    </a:cubicBezTo>
                    <a:cubicBezTo>
                      <a:pt x="20220" y="51116"/>
                      <a:pt x="19927" y="52862"/>
                      <a:pt x="20238" y="54659"/>
                    </a:cubicBezTo>
                    <a:cubicBezTo>
                      <a:pt x="20428" y="55748"/>
                      <a:pt x="20410" y="57528"/>
                      <a:pt x="20687" y="57752"/>
                    </a:cubicBezTo>
                    <a:cubicBezTo>
                      <a:pt x="22380" y="59083"/>
                      <a:pt x="22242" y="61364"/>
                      <a:pt x="23625" y="62764"/>
                    </a:cubicBezTo>
                    <a:cubicBezTo>
                      <a:pt x="23915" y="63066"/>
                      <a:pt x="24197" y="63258"/>
                      <a:pt x="24508" y="63258"/>
                    </a:cubicBezTo>
                    <a:cubicBezTo>
                      <a:pt x="24660" y="63258"/>
                      <a:pt x="24820" y="63212"/>
                      <a:pt x="24990" y="63110"/>
                    </a:cubicBezTo>
                    <a:cubicBezTo>
                      <a:pt x="25508" y="62816"/>
                      <a:pt x="25526" y="62246"/>
                      <a:pt x="25197" y="61831"/>
                    </a:cubicBezTo>
                    <a:cubicBezTo>
                      <a:pt x="23607" y="59671"/>
                      <a:pt x="23746" y="56888"/>
                      <a:pt x="22536" y="54590"/>
                    </a:cubicBezTo>
                    <a:cubicBezTo>
                      <a:pt x="22415" y="54348"/>
                      <a:pt x="22605" y="53933"/>
                      <a:pt x="22692" y="53605"/>
                    </a:cubicBezTo>
                    <a:cubicBezTo>
                      <a:pt x="22704" y="53568"/>
                      <a:pt x="22878" y="53539"/>
                      <a:pt x="22981" y="53539"/>
                    </a:cubicBezTo>
                    <a:cubicBezTo>
                      <a:pt x="23021" y="53539"/>
                      <a:pt x="23050" y="53543"/>
                      <a:pt x="23054" y="53553"/>
                    </a:cubicBezTo>
                    <a:cubicBezTo>
                      <a:pt x="23175" y="53812"/>
                      <a:pt x="23366" y="54106"/>
                      <a:pt x="23366" y="54400"/>
                    </a:cubicBezTo>
                    <a:cubicBezTo>
                      <a:pt x="23383" y="56819"/>
                      <a:pt x="24973" y="58617"/>
                      <a:pt x="26027" y="60569"/>
                    </a:cubicBezTo>
                    <a:cubicBezTo>
                      <a:pt x="26977" y="62297"/>
                      <a:pt x="28654" y="63663"/>
                      <a:pt x="27720" y="65978"/>
                    </a:cubicBezTo>
                    <a:cubicBezTo>
                      <a:pt x="27530" y="66445"/>
                      <a:pt x="27928" y="66791"/>
                      <a:pt x="28273" y="67136"/>
                    </a:cubicBezTo>
                    <a:cubicBezTo>
                      <a:pt x="29138" y="68000"/>
                      <a:pt x="30226" y="68536"/>
                      <a:pt x="31246" y="69193"/>
                    </a:cubicBezTo>
                    <a:cubicBezTo>
                      <a:pt x="32910" y="70222"/>
                      <a:pt x="34447" y="71516"/>
                      <a:pt x="36422" y="71516"/>
                    </a:cubicBezTo>
                    <a:cubicBezTo>
                      <a:pt x="36867" y="71516"/>
                      <a:pt x="37334" y="71451"/>
                      <a:pt x="37830" y="71301"/>
                    </a:cubicBezTo>
                    <a:cubicBezTo>
                      <a:pt x="37930" y="71272"/>
                      <a:pt x="38022" y="71258"/>
                      <a:pt x="38107" y="71258"/>
                    </a:cubicBezTo>
                    <a:cubicBezTo>
                      <a:pt x="38527" y="71258"/>
                      <a:pt x="38793" y="71582"/>
                      <a:pt x="39023" y="71941"/>
                    </a:cubicBezTo>
                    <a:cubicBezTo>
                      <a:pt x="39748" y="73098"/>
                      <a:pt x="40768" y="73721"/>
                      <a:pt x="42116" y="74032"/>
                    </a:cubicBezTo>
                    <a:cubicBezTo>
                      <a:pt x="43585" y="74360"/>
                      <a:pt x="45296" y="74775"/>
                      <a:pt x="45745" y="76399"/>
                    </a:cubicBezTo>
                    <a:cubicBezTo>
                      <a:pt x="46194" y="78110"/>
                      <a:pt x="47439" y="79112"/>
                      <a:pt x="48648" y="79907"/>
                    </a:cubicBezTo>
                    <a:cubicBezTo>
                      <a:pt x="49237" y="80296"/>
                      <a:pt x="50039" y="81326"/>
                      <a:pt x="50895" y="81326"/>
                    </a:cubicBezTo>
                    <a:cubicBezTo>
                      <a:pt x="51372" y="81326"/>
                      <a:pt x="51865" y="81007"/>
                      <a:pt x="52347" y="80080"/>
                    </a:cubicBezTo>
                    <a:cubicBezTo>
                      <a:pt x="52462" y="79850"/>
                      <a:pt x="52631" y="79714"/>
                      <a:pt x="52813" y="79714"/>
                    </a:cubicBezTo>
                    <a:cubicBezTo>
                      <a:pt x="53013" y="79714"/>
                      <a:pt x="53228" y="79880"/>
                      <a:pt x="53401" y="80270"/>
                    </a:cubicBezTo>
                    <a:cubicBezTo>
                      <a:pt x="54593" y="83156"/>
                      <a:pt x="53919" y="85697"/>
                      <a:pt x="51621" y="87943"/>
                    </a:cubicBezTo>
                    <a:cubicBezTo>
                      <a:pt x="50498" y="89049"/>
                      <a:pt x="49806" y="90604"/>
                      <a:pt x="50774" y="92194"/>
                    </a:cubicBezTo>
                    <a:cubicBezTo>
                      <a:pt x="51085" y="92730"/>
                      <a:pt x="51068" y="92886"/>
                      <a:pt x="50688" y="93283"/>
                    </a:cubicBezTo>
                    <a:cubicBezTo>
                      <a:pt x="49685" y="94337"/>
                      <a:pt x="49703" y="95875"/>
                      <a:pt x="50567" y="96636"/>
                    </a:cubicBezTo>
                    <a:cubicBezTo>
                      <a:pt x="52208" y="98087"/>
                      <a:pt x="52986" y="99971"/>
                      <a:pt x="53971" y="101803"/>
                    </a:cubicBezTo>
                    <a:cubicBezTo>
                      <a:pt x="55440" y="104516"/>
                      <a:pt x="56771" y="107281"/>
                      <a:pt x="59933" y="108629"/>
                    </a:cubicBezTo>
                    <a:cubicBezTo>
                      <a:pt x="61661" y="109372"/>
                      <a:pt x="62629" y="111014"/>
                      <a:pt x="62664" y="113122"/>
                    </a:cubicBezTo>
                    <a:cubicBezTo>
                      <a:pt x="62716" y="116319"/>
                      <a:pt x="62871" y="119516"/>
                      <a:pt x="63096" y="122713"/>
                    </a:cubicBezTo>
                    <a:cubicBezTo>
                      <a:pt x="63251" y="125115"/>
                      <a:pt x="64426" y="127431"/>
                      <a:pt x="63631" y="129920"/>
                    </a:cubicBezTo>
                    <a:cubicBezTo>
                      <a:pt x="63303" y="130922"/>
                      <a:pt x="63459" y="131907"/>
                      <a:pt x="63839" y="132875"/>
                    </a:cubicBezTo>
                    <a:cubicBezTo>
                      <a:pt x="64323" y="134067"/>
                      <a:pt x="64461" y="135363"/>
                      <a:pt x="64288" y="136642"/>
                    </a:cubicBezTo>
                    <a:cubicBezTo>
                      <a:pt x="64184" y="137593"/>
                      <a:pt x="64582" y="138664"/>
                      <a:pt x="65653" y="139148"/>
                    </a:cubicBezTo>
                    <a:cubicBezTo>
                      <a:pt x="65680" y="139159"/>
                      <a:pt x="65711" y="139163"/>
                      <a:pt x="65743" y="139163"/>
                    </a:cubicBezTo>
                    <a:cubicBezTo>
                      <a:pt x="65886" y="139163"/>
                      <a:pt x="66069" y="139076"/>
                      <a:pt x="66205" y="139076"/>
                    </a:cubicBezTo>
                    <a:cubicBezTo>
                      <a:pt x="66332" y="139076"/>
                      <a:pt x="66419" y="139151"/>
                      <a:pt x="66397" y="139442"/>
                    </a:cubicBezTo>
                    <a:cubicBezTo>
                      <a:pt x="66362" y="139995"/>
                      <a:pt x="67071" y="140565"/>
                      <a:pt x="66293" y="141135"/>
                    </a:cubicBezTo>
                    <a:cubicBezTo>
                      <a:pt x="65895" y="141412"/>
                      <a:pt x="65360" y="142259"/>
                      <a:pt x="65774" y="142414"/>
                    </a:cubicBezTo>
                    <a:cubicBezTo>
                      <a:pt x="66898" y="142846"/>
                      <a:pt x="66500" y="143797"/>
                      <a:pt x="66777" y="144488"/>
                    </a:cubicBezTo>
                    <a:cubicBezTo>
                      <a:pt x="67468" y="146164"/>
                      <a:pt x="68505" y="147668"/>
                      <a:pt x="69801" y="148929"/>
                    </a:cubicBezTo>
                    <a:cubicBezTo>
                      <a:pt x="71823" y="150906"/>
                      <a:pt x="74091" y="152091"/>
                      <a:pt x="76808" y="152091"/>
                    </a:cubicBezTo>
                    <a:cubicBezTo>
                      <a:pt x="77226" y="152091"/>
                      <a:pt x="77656" y="152063"/>
                      <a:pt x="78096" y="152005"/>
                    </a:cubicBezTo>
                    <a:cubicBezTo>
                      <a:pt x="78355" y="151953"/>
                      <a:pt x="78580" y="151781"/>
                      <a:pt x="78718" y="151556"/>
                    </a:cubicBezTo>
                    <a:cubicBezTo>
                      <a:pt x="78874" y="151262"/>
                      <a:pt x="78615" y="151038"/>
                      <a:pt x="78355" y="150882"/>
                    </a:cubicBezTo>
                    <a:cubicBezTo>
                      <a:pt x="77595" y="150415"/>
                      <a:pt x="76835" y="149914"/>
                      <a:pt x="76040" y="149482"/>
                    </a:cubicBezTo>
                    <a:cubicBezTo>
                      <a:pt x="73914" y="148342"/>
                      <a:pt x="73551" y="146648"/>
                      <a:pt x="74899" y="144695"/>
                    </a:cubicBezTo>
                    <a:cubicBezTo>
                      <a:pt x="75608" y="143658"/>
                      <a:pt x="75694" y="142570"/>
                      <a:pt x="74173" y="142017"/>
                    </a:cubicBezTo>
                    <a:cubicBezTo>
                      <a:pt x="73707" y="141861"/>
                      <a:pt x="72929" y="141550"/>
                      <a:pt x="73551" y="140997"/>
                    </a:cubicBezTo>
                    <a:cubicBezTo>
                      <a:pt x="74260" y="140340"/>
                      <a:pt x="74260" y="139597"/>
                      <a:pt x="74415" y="138837"/>
                    </a:cubicBezTo>
                    <a:cubicBezTo>
                      <a:pt x="74605" y="137783"/>
                      <a:pt x="73534" y="136193"/>
                      <a:pt x="75677" y="135985"/>
                    </a:cubicBezTo>
                    <a:cubicBezTo>
                      <a:pt x="75746" y="135985"/>
                      <a:pt x="75850" y="135588"/>
                      <a:pt x="75798" y="135432"/>
                    </a:cubicBezTo>
                    <a:cubicBezTo>
                      <a:pt x="75444" y="134260"/>
                      <a:pt x="75867" y="133923"/>
                      <a:pt x="76900" y="133923"/>
                    </a:cubicBezTo>
                    <a:cubicBezTo>
                      <a:pt x="76978" y="133923"/>
                      <a:pt x="77060" y="133925"/>
                      <a:pt x="77146" y="133929"/>
                    </a:cubicBezTo>
                    <a:cubicBezTo>
                      <a:pt x="77188" y="133931"/>
                      <a:pt x="77231" y="133932"/>
                      <a:pt x="77272" y="133932"/>
                    </a:cubicBezTo>
                    <a:cubicBezTo>
                      <a:pt x="78202" y="133932"/>
                      <a:pt x="78980" y="133388"/>
                      <a:pt x="79427" y="132512"/>
                    </a:cubicBezTo>
                    <a:cubicBezTo>
                      <a:pt x="79859" y="131648"/>
                      <a:pt x="79738" y="130836"/>
                      <a:pt x="79047" y="130110"/>
                    </a:cubicBezTo>
                    <a:cubicBezTo>
                      <a:pt x="78857" y="129902"/>
                      <a:pt x="78822" y="129557"/>
                      <a:pt x="78701" y="129280"/>
                    </a:cubicBezTo>
                    <a:lnTo>
                      <a:pt x="78701" y="129280"/>
                    </a:lnTo>
                    <a:cubicBezTo>
                      <a:pt x="78977" y="129298"/>
                      <a:pt x="79237" y="129332"/>
                      <a:pt x="79513" y="129384"/>
                    </a:cubicBezTo>
                    <a:cubicBezTo>
                      <a:pt x="79669" y="129427"/>
                      <a:pt x="79830" y="129448"/>
                      <a:pt x="79991" y="129448"/>
                    </a:cubicBezTo>
                    <a:cubicBezTo>
                      <a:pt x="80347" y="129448"/>
                      <a:pt x="80702" y="129344"/>
                      <a:pt x="80999" y="129142"/>
                    </a:cubicBezTo>
                    <a:cubicBezTo>
                      <a:pt x="82900" y="128001"/>
                      <a:pt x="83350" y="125841"/>
                      <a:pt x="84473" y="124148"/>
                    </a:cubicBezTo>
                    <a:cubicBezTo>
                      <a:pt x="85216" y="123024"/>
                      <a:pt x="86149" y="121815"/>
                      <a:pt x="85544" y="120225"/>
                    </a:cubicBezTo>
                    <a:cubicBezTo>
                      <a:pt x="85026" y="118808"/>
                      <a:pt x="85959" y="118186"/>
                      <a:pt x="86927" y="117356"/>
                    </a:cubicBezTo>
                    <a:cubicBezTo>
                      <a:pt x="88258" y="116233"/>
                      <a:pt x="90314" y="116371"/>
                      <a:pt x="91230" y="115213"/>
                    </a:cubicBezTo>
                    <a:cubicBezTo>
                      <a:pt x="93096" y="112846"/>
                      <a:pt x="93788" y="109908"/>
                      <a:pt x="93874" y="106866"/>
                    </a:cubicBezTo>
                    <a:cubicBezTo>
                      <a:pt x="93909" y="105743"/>
                      <a:pt x="93563" y="104637"/>
                      <a:pt x="94635" y="103635"/>
                    </a:cubicBezTo>
                    <a:cubicBezTo>
                      <a:pt x="95637" y="102650"/>
                      <a:pt x="96432" y="101492"/>
                      <a:pt x="97002" y="100213"/>
                    </a:cubicBezTo>
                    <a:cubicBezTo>
                      <a:pt x="98350" y="97189"/>
                      <a:pt x="97555" y="95668"/>
                      <a:pt x="93770" y="93404"/>
                    </a:cubicBezTo>
                    <a:cubicBezTo>
                      <a:pt x="92864" y="92866"/>
                      <a:pt x="92012" y="92178"/>
                      <a:pt x="90923" y="92178"/>
                    </a:cubicBezTo>
                    <a:cubicBezTo>
                      <a:pt x="90787" y="92178"/>
                      <a:pt x="90648" y="92189"/>
                      <a:pt x="90504" y="92212"/>
                    </a:cubicBezTo>
                    <a:cubicBezTo>
                      <a:pt x="90375" y="92232"/>
                      <a:pt x="90250" y="92241"/>
                      <a:pt x="90128" y="92241"/>
                    </a:cubicBezTo>
                    <a:cubicBezTo>
                      <a:pt x="89316" y="92241"/>
                      <a:pt x="88640" y="91827"/>
                      <a:pt x="87964" y="91451"/>
                    </a:cubicBezTo>
                    <a:cubicBezTo>
                      <a:pt x="86720" y="90760"/>
                      <a:pt x="85423" y="90190"/>
                      <a:pt x="84076" y="89740"/>
                    </a:cubicBezTo>
                    <a:cubicBezTo>
                      <a:pt x="83419" y="89533"/>
                      <a:pt x="82365" y="89412"/>
                      <a:pt x="82226" y="88306"/>
                    </a:cubicBezTo>
                    <a:cubicBezTo>
                      <a:pt x="81898" y="85511"/>
                      <a:pt x="80349" y="82231"/>
                      <a:pt x="77208" y="82231"/>
                    </a:cubicBezTo>
                    <a:cubicBezTo>
                      <a:pt x="77047" y="82231"/>
                      <a:pt x="76883" y="82240"/>
                      <a:pt x="76714" y="82258"/>
                    </a:cubicBezTo>
                    <a:cubicBezTo>
                      <a:pt x="76610" y="82274"/>
                      <a:pt x="76507" y="82282"/>
                      <a:pt x="76405" y="82282"/>
                    </a:cubicBezTo>
                    <a:cubicBezTo>
                      <a:pt x="75873" y="82282"/>
                      <a:pt x="75365" y="82061"/>
                      <a:pt x="75003" y="81670"/>
                    </a:cubicBezTo>
                    <a:cubicBezTo>
                      <a:pt x="73810" y="80478"/>
                      <a:pt x="72722" y="79147"/>
                      <a:pt x="71356" y="78179"/>
                    </a:cubicBezTo>
                    <a:cubicBezTo>
                      <a:pt x="70652" y="77672"/>
                      <a:pt x="69937" y="76844"/>
                      <a:pt x="68958" y="76844"/>
                    </a:cubicBezTo>
                    <a:cubicBezTo>
                      <a:pt x="68735" y="76844"/>
                      <a:pt x="68499" y="76887"/>
                      <a:pt x="68246" y="76987"/>
                    </a:cubicBezTo>
                    <a:cubicBezTo>
                      <a:pt x="68013" y="77081"/>
                      <a:pt x="67785" y="77113"/>
                      <a:pt x="67562" y="77113"/>
                    </a:cubicBezTo>
                    <a:cubicBezTo>
                      <a:pt x="67089" y="77113"/>
                      <a:pt x="66635" y="76969"/>
                      <a:pt x="66189" y="76969"/>
                    </a:cubicBezTo>
                    <a:cubicBezTo>
                      <a:pt x="64783" y="76969"/>
                      <a:pt x="63941" y="75706"/>
                      <a:pt x="62605" y="75706"/>
                    </a:cubicBezTo>
                    <a:cubicBezTo>
                      <a:pt x="62579" y="75706"/>
                      <a:pt x="62552" y="75707"/>
                      <a:pt x="62525" y="75708"/>
                    </a:cubicBezTo>
                    <a:cubicBezTo>
                      <a:pt x="62280" y="75708"/>
                      <a:pt x="61828" y="76012"/>
                      <a:pt x="61511" y="76012"/>
                    </a:cubicBezTo>
                    <a:cubicBezTo>
                      <a:pt x="61248" y="76012"/>
                      <a:pt x="61077" y="75802"/>
                      <a:pt x="61195" y="75034"/>
                    </a:cubicBezTo>
                    <a:cubicBezTo>
                      <a:pt x="61232" y="74788"/>
                      <a:pt x="60883" y="74612"/>
                      <a:pt x="60617" y="74612"/>
                    </a:cubicBezTo>
                    <a:cubicBezTo>
                      <a:pt x="60509" y="74612"/>
                      <a:pt x="60415" y="74641"/>
                      <a:pt x="60365" y="74706"/>
                    </a:cubicBezTo>
                    <a:cubicBezTo>
                      <a:pt x="59225" y="76088"/>
                      <a:pt x="57099" y="76071"/>
                      <a:pt x="56166" y="77747"/>
                    </a:cubicBezTo>
                    <a:cubicBezTo>
                      <a:pt x="55842" y="78325"/>
                      <a:pt x="55457" y="78771"/>
                      <a:pt x="54917" y="78771"/>
                    </a:cubicBezTo>
                    <a:cubicBezTo>
                      <a:pt x="54649" y="78771"/>
                      <a:pt x="54343" y="78661"/>
                      <a:pt x="53988" y="78404"/>
                    </a:cubicBezTo>
                    <a:cubicBezTo>
                      <a:pt x="53637" y="78125"/>
                      <a:pt x="53206" y="77982"/>
                      <a:pt x="52772" y="77982"/>
                    </a:cubicBezTo>
                    <a:cubicBezTo>
                      <a:pt x="52480" y="77982"/>
                      <a:pt x="52186" y="78047"/>
                      <a:pt x="51915" y="78179"/>
                    </a:cubicBezTo>
                    <a:cubicBezTo>
                      <a:pt x="51373" y="78410"/>
                      <a:pt x="50918" y="78527"/>
                      <a:pt x="50541" y="78527"/>
                    </a:cubicBezTo>
                    <a:cubicBezTo>
                      <a:pt x="49618" y="78527"/>
                      <a:pt x="49166" y="77825"/>
                      <a:pt x="49080" y="76365"/>
                    </a:cubicBezTo>
                    <a:cubicBezTo>
                      <a:pt x="49046" y="75397"/>
                      <a:pt x="49184" y="74446"/>
                      <a:pt x="49478" y="73530"/>
                    </a:cubicBezTo>
                    <a:cubicBezTo>
                      <a:pt x="50012" y="71861"/>
                      <a:pt x="49095" y="70692"/>
                      <a:pt x="47366" y="70692"/>
                    </a:cubicBezTo>
                    <a:cubicBezTo>
                      <a:pt x="47305" y="70692"/>
                      <a:pt x="47243" y="70693"/>
                      <a:pt x="47179" y="70696"/>
                    </a:cubicBezTo>
                    <a:cubicBezTo>
                      <a:pt x="46730" y="70714"/>
                      <a:pt x="46281" y="70765"/>
                      <a:pt x="45814" y="70783"/>
                    </a:cubicBezTo>
                    <a:cubicBezTo>
                      <a:pt x="45755" y="70784"/>
                      <a:pt x="45699" y="70786"/>
                      <a:pt x="45645" y="70786"/>
                    </a:cubicBezTo>
                    <a:cubicBezTo>
                      <a:pt x="45148" y="70786"/>
                      <a:pt x="44886" y="70683"/>
                      <a:pt x="45088" y="69919"/>
                    </a:cubicBezTo>
                    <a:cubicBezTo>
                      <a:pt x="45469" y="68484"/>
                      <a:pt x="46143" y="67240"/>
                      <a:pt x="46886" y="65996"/>
                    </a:cubicBezTo>
                    <a:cubicBezTo>
                      <a:pt x="47214" y="65443"/>
                      <a:pt x="47231" y="64993"/>
                      <a:pt x="46747" y="64613"/>
                    </a:cubicBezTo>
                    <a:cubicBezTo>
                      <a:pt x="46406" y="64334"/>
                      <a:pt x="45929" y="64209"/>
                      <a:pt x="45417" y="64209"/>
                    </a:cubicBezTo>
                    <a:cubicBezTo>
                      <a:pt x="44221" y="64209"/>
                      <a:pt x="42833" y="64889"/>
                      <a:pt x="42531" y="65857"/>
                    </a:cubicBezTo>
                    <a:cubicBezTo>
                      <a:pt x="42161" y="67044"/>
                      <a:pt x="40793" y="67929"/>
                      <a:pt x="39553" y="67929"/>
                    </a:cubicBezTo>
                    <a:cubicBezTo>
                      <a:pt x="39113" y="67929"/>
                      <a:pt x="38689" y="67817"/>
                      <a:pt x="38331" y="67568"/>
                    </a:cubicBezTo>
                    <a:cubicBezTo>
                      <a:pt x="36966" y="66601"/>
                      <a:pt x="35998" y="64872"/>
                      <a:pt x="36517" y="63455"/>
                    </a:cubicBezTo>
                    <a:cubicBezTo>
                      <a:pt x="37571" y="60569"/>
                      <a:pt x="37986" y="56802"/>
                      <a:pt x="41822" y="56093"/>
                    </a:cubicBezTo>
                    <a:cubicBezTo>
                      <a:pt x="44259" y="55627"/>
                      <a:pt x="46696" y="55299"/>
                      <a:pt x="49167" y="55126"/>
                    </a:cubicBezTo>
                    <a:cubicBezTo>
                      <a:pt x="49252" y="55120"/>
                      <a:pt x="49338" y="55117"/>
                      <a:pt x="49425" y="55117"/>
                    </a:cubicBezTo>
                    <a:cubicBezTo>
                      <a:pt x="50819" y="55117"/>
                      <a:pt x="52364" y="55920"/>
                      <a:pt x="51811" y="58133"/>
                    </a:cubicBezTo>
                    <a:cubicBezTo>
                      <a:pt x="51707" y="58582"/>
                      <a:pt x="52087" y="59204"/>
                      <a:pt x="52329" y="59688"/>
                    </a:cubicBezTo>
                    <a:cubicBezTo>
                      <a:pt x="52602" y="60250"/>
                      <a:pt x="52992" y="60846"/>
                      <a:pt x="53666" y="60846"/>
                    </a:cubicBezTo>
                    <a:cubicBezTo>
                      <a:pt x="53675" y="60846"/>
                      <a:pt x="53685" y="60846"/>
                      <a:pt x="53695" y="60846"/>
                    </a:cubicBezTo>
                    <a:cubicBezTo>
                      <a:pt x="54455" y="60811"/>
                      <a:pt x="54628" y="60085"/>
                      <a:pt x="54852" y="59498"/>
                    </a:cubicBezTo>
                    <a:cubicBezTo>
                      <a:pt x="55146" y="58703"/>
                      <a:pt x="55146" y="57822"/>
                      <a:pt x="54887" y="57027"/>
                    </a:cubicBezTo>
                    <a:cubicBezTo>
                      <a:pt x="54127" y="54642"/>
                      <a:pt x="54922" y="53017"/>
                      <a:pt x="57116" y="51894"/>
                    </a:cubicBezTo>
                    <a:cubicBezTo>
                      <a:pt x="58291" y="51307"/>
                      <a:pt x="59328" y="50442"/>
                      <a:pt x="60469" y="49786"/>
                    </a:cubicBezTo>
                    <a:cubicBezTo>
                      <a:pt x="62128" y="48818"/>
                      <a:pt x="61575" y="46641"/>
                      <a:pt x="63096" y="45448"/>
                    </a:cubicBezTo>
                    <a:cubicBezTo>
                      <a:pt x="64720" y="44169"/>
                      <a:pt x="65757" y="42113"/>
                      <a:pt x="68194" y="42061"/>
                    </a:cubicBezTo>
                    <a:cubicBezTo>
                      <a:pt x="68574" y="42044"/>
                      <a:pt x="69006" y="41888"/>
                      <a:pt x="69075" y="41456"/>
                    </a:cubicBezTo>
                    <a:cubicBezTo>
                      <a:pt x="69369" y="39711"/>
                      <a:pt x="70924" y="39417"/>
                      <a:pt x="72151" y="38760"/>
                    </a:cubicBezTo>
                    <a:cubicBezTo>
                      <a:pt x="72321" y="38667"/>
                      <a:pt x="72565" y="38512"/>
                      <a:pt x="72753" y="38512"/>
                    </a:cubicBezTo>
                    <a:cubicBezTo>
                      <a:pt x="72950" y="38512"/>
                      <a:pt x="73086" y="38680"/>
                      <a:pt x="73015" y="39261"/>
                    </a:cubicBezTo>
                    <a:cubicBezTo>
                      <a:pt x="72956" y="39796"/>
                      <a:pt x="73330" y="40078"/>
                      <a:pt x="73743" y="40078"/>
                    </a:cubicBezTo>
                    <a:cubicBezTo>
                      <a:pt x="73931" y="40078"/>
                      <a:pt x="74127" y="40020"/>
                      <a:pt x="74294" y="39901"/>
                    </a:cubicBezTo>
                    <a:cubicBezTo>
                      <a:pt x="75746" y="38898"/>
                      <a:pt x="77457" y="38501"/>
                      <a:pt x="78995" y="37723"/>
                    </a:cubicBezTo>
                    <a:cubicBezTo>
                      <a:pt x="79738" y="37326"/>
                      <a:pt x="80291" y="36773"/>
                      <a:pt x="79790" y="35995"/>
                    </a:cubicBezTo>
                    <a:cubicBezTo>
                      <a:pt x="79597" y="35708"/>
                      <a:pt x="79414" y="35603"/>
                      <a:pt x="79239" y="35603"/>
                    </a:cubicBezTo>
                    <a:cubicBezTo>
                      <a:pt x="78865" y="35603"/>
                      <a:pt x="78524" y="36083"/>
                      <a:pt x="78183" y="36306"/>
                    </a:cubicBezTo>
                    <a:cubicBezTo>
                      <a:pt x="77820" y="36545"/>
                      <a:pt x="77447" y="36741"/>
                      <a:pt x="77083" y="36741"/>
                    </a:cubicBezTo>
                    <a:cubicBezTo>
                      <a:pt x="76789" y="36741"/>
                      <a:pt x="76501" y="36612"/>
                      <a:pt x="76230" y="36272"/>
                    </a:cubicBezTo>
                    <a:cubicBezTo>
                      <a:pt x="75677" y="35563"/>
                      <a:pt x="76126" y="35148"/>
                      <a:pt x="76731" y="34751"/>
                    </a:cubicBezTo>
                    <a:cubicBezTo>
                      <a:pt x="77318" y="34371"/>
                      <a:pt x="77284" y="33818"/>
                      <a:pt x="77025" y="33196"/>
                    </a:cubicBezTo>
                    <a:cubicBezTo>
                      <a:pt x="76921" y="32919"/>
                      <a:pt x="76161" y="33023"/>
                      <a:pt x="76593" y="32643"/>
                    </a:cubicBezTo>
                    <a:cubicBezTo>
                      <a:pt x="76708" y="32536"/>
                      <a:pt x="76805" y="32492"/>
                      <a:pt x="76888" y="32492"/>
                    </a:cubicBezTo>
                    <a:cubicBezTo>
                      <a:pt x="77143" y="32492"/>
                      <a:pt x="77279" y="32892"/>
                      <a:pt x="77474" y="33126"/>
                    </a:cubicBezTo>
                    <a:cubicBezTo>
                      <a:pt x="77830" y="33563"/>
                      <a:pt x="78559" y="33892"/>
                      <a:pt x="79019" y="33892"/>
                    </a:cubicBezTo>
                    <a:cubicBezTo>
                      <a:pt x="79251" y="33892"/>
                      <a:pt x="79415" y="33808"/>
                      <a:pt x="79427" y="33610"/>
                    </a:cubicBezTo>
                    <a:cubicBezTo>
                      <a:pt x="79485" y="32639"/>
                      <a:pt x="79866" y="32465"/>
                      <a:pt x="80317" y="32465"/>
                    </a:cubicBezTo>
                    <a:cubicBezTo>
                      <a:pt x="80569" y="32465"/>
                      <a:pt x="80843" y="32519"/>
                      <a:pt x="81095" y="32519"/>
                    </a:cubicBezTo>
                    <a:cubicBezTo>
                      <a:pt x="81194" y="32519"/>
                      <a:pt x="81290" y="32511"/>
                      <a:pt x="81380" y="32487"/>
                    </a:cubicBezTo>
                    <a:cubicBezTo>
                      <a:pt x="81894" y="32340"/>
                      <a:pt x="82271" y="31830"/>
                      <a:pt x="82830" y="31830"/>
                    </a:cubicBezTo>
                    <a:cubicBezTo>
                      <a:pt x="82928" y="31830"/>
                      <a:pt x="83031" y="31846"/>
                      <a:pt x="83142" y="31882"/>
                    </a:cubicBezTo>
                    <a:cubicBezTo>
                      <a:pt x="82658" y="32470"/>
                      <a:pt x="82192" y="33075"/>
                      <a:pt x="81708" y="33679"/>
                    </a:cubicBezTo>
                    <a:cubicBezTo>
                      <a:pt x="81604" y="33766"/>
                      <a:pt x="81483" y="33835"/>
                      <a:pt x="81362" y="33904"/>
                    </a:cubicBezTo>
                    <a:cubicBezTo>
                      <a:pt x="81034" y="34129"/>
                      <a:pt x="80775" y="34423"/>
                      <a:pt x="80878" y="34872"/>
                    </a:cubicBezTo>
                    <a:cubicBezTo>
                      <a:pt x="80999" y="35304"/>
                      <a:pt x="81380" y="35252"/>
                      <a:pt x="81673" y="35425"/>
                    </a:cubicBezTo>
                    <a:cubicBezTo>
                      <a:pt x="81973" y="35596"/>
                      <a:pt x="82292" y="35648"/>
                      <a:pt x="82615" y="35648"/>
                    </a:cubicBezTo>
                    <a:cubicBezTo>
                      <a:pt x="83130" y="35648"/>
                      <a:pt x="83658" y="35514"/>
                      <a:pt x="84141" y="35514"/>
                    </a:cubicBezTo>
                    <a:cubicBezTo>
                      <a:pt x="84489" y="35514"/>
                      <a:pt x="84814" y="35584"/>
                      <a:pt x="85095" y="35822"/>
                    </a:cubicBezTo>
                    <a:cubicBezTo>
                      <a:pt x="85535" y="36187"/>
                      <a:pt x="85875" y="36332"/>
                      <a:pt x="86134" y="36332"/>
                    </a:cubicBezTo>
                    <a:cubicBezTo>
                      <a:pt x="86710" y="36332"/>
                      <a:pt x="86887" y="35618"/>
                      <a:pt x="86875" y="35010"/>
                    </a:cubicBezTo>
                    <a:cubicBezTo>
                      <a:pt x="86858" y="34215"/>
                      <a:pt x="87601" y="32729"/>
                      <a:pt x="85665" y="32625"/>
                    </a:cubicBezTo>
                    <a:cubicBezTo>
                      <a:pt x="84991" y="32591"/>
                      <a:pt x="85130" y="31986"/>
                      <a:pt x="85596" y="31485"/>
                    </a:cubicBezTo>
                    <a:cubicBezTo>
                      <a:pt x="87186" y="29791"/>
                      <a:pt x="86650" y="27527"/>
                      <a:pt x="84508" y="26767"/>
                    </a:cubicBezTo>
                    <a:cubicBezTo>
                      <a:pt x="84006" y="26594"/>
                      <a:pt x="83557" y="26214"/>
                      <a:pt x="83661" y="25834"/>
                    </a:cubicBezTo>
                    <a:cubicBezTo>
                      <a:pt x="83972" y="24503"/>
                      <a:pt x="83039" y="23432"/>
                      <a:pt x="83090" y="22170"/>
                    </a:cubicBezTo>
                    <a:cubicBezTo>
                      <a:pt x="83108" y="21773"/>
                      <a:pt x="83073" y="21375"/>
                      <a:pt x="82624" y="21220"/>
                    </a:cubicBezTo>
                    <a:cubicBezTo>
                      <a:pt x="82529" y="21188"/>
                      <a:pt x="82437" y="21174"/>
                      <a:pt x="82348" y="21174"/>
                    </a:cubicBezTo>
                    <a:cubicBezTo>
                      <a:pt x="82049" y="21174"/>
                      <a:pt x="81787" y="21339"/>
                      <a:pt x="81587" y="21565"/>
                    </a:cubicBezTo>
                    <a:cubicBezTo>
                      <a:pt x="81086" y="22135"/>
                      <a:pt x="80464" y="22602"/>
                      <a:pt x="79755" y="22913"/>
                    </a:cubicBezTo>
                    <a:cubicBezTo>
                      <a:pt x="79583" y="22995"/>
                      <a:pt x="79411" y="23071"/>
                      <a:pt x="79247" y="23071"/>
                    </a:cubicBezTo>
                    <a:cubicBezTo>
                      <a:pt x="79097" y="23071"/>
                      <a:pt x="78954" y="23008"/>
                      <a:pt x="78822" y="22827"/>
                    </a:cubicBezTo>
                    <a:cubicBezTo>
                      <a:pt x="78563" y="22498"/>
                      <a:pt x="78753" y="22274"/>
                      <a:pt x="78960" y="22015"/>
                    </a:cubicBezTo>
                    <a:cubicBezTo>
                      <a:pt x="79496" y="21254"/>
                      <a:pt x="79254" y="20736"/>
                      <a:pt x="78459" y="20338"/>
                    </a:cubicBezTo>
                    <a:cubicBezTo>
                      <a:pt x="78131" y="20165"/>
                      <a:pt x="77837" y="19941"/>
                      <a:pt x="77578" y="19664"/>
                    </a:cubicBezTo>
                    <a:cubicBezTo>
                      <a:pt x="77168" y="19146"/>
                      <a:pt x="76356" y="18913"/>
                      <a:pt x="75491" y="18913"/>
                    </a:cubicBezTo>
                    <a:cubicBezTo>
                      <a:pt x="74278" y="18913"/>
                      <a:pt x="72961" y="19371"/>
                      <a:pt x="72497" y="20148"/>
                    </a:cubicBezTo>
                    <a:cubicBezTo>
                      <a:pt x="72065" y="20874"/>
                      <a:pt x="71788" y="21824"/>
                      <a:pt x="70803" y="22170"/>
                    </a:cubicBezTo>
                    <a:cubicBezTo>
                      <a:pt x="70354" y="22326"/>
                      <a:pt x="70043" y="22792"/>
                      <a:pt x="70337" y="23276"/>
                    </a:cubicBezTo>
                    <a:cubicBezTo>
                      <a:pt x="71356" y="25004"/>
                      <a:pt x="70043" y="25488"/>
                      <a:pt x="68902" y="26024"/>
                    </a:cubicBezTo>
                    <a:cubicBezTo>
                      <a:pt x="67693" y="26577"/>
                      <a:pt x="66241" y="26801"/>
                      <a:pt x="66345" y="28685"/>
                    </a:cubicBezTo>
                    <a:cubicBezTo>
                      <a:pt x="66379" y="29117"/>
                      <a:pt x="65895" y="29601"/>
                      <a:pt x="65584" y="30016"/>
                    </a:cubicBezTo>
                    <a:cubicBezTo>
                      <a:pt x="65442" y="30197"/>
                      <a:pt x="65232" y="30465"/>
                      <a:pt x="64983" y="30465"/>
                    </a:cubicBezTo>
                    <a:cubicBezTo>
                      <a:pt x="64899" y="30465"/>
                      <a:pt x="64811" y="30435"/>
                      <a:pt x="64720" y="30361"/>
                    </a:cubicBezTo>
                    <a:cubicBezTo>
                      <a:pt x="64409" y="30120"/>
                      <a:pt x="64288" y="29705"/>
                      <a:pt x="64409" y="29342"/>
                    </a:cubicBezTo>
                    <a:cubicBezTo>
                      <a:pt x="64893" y="27596"/>
                      <a:pt x="65083" y="25989"/>
                      <a:pt x="62508" y="25903"/>
                    </a:cubicBezTo>
                    <a:cubicBezTo>
                      <a:pt x="62249" y="25903"/>
                      <a:pt x="61938" y="25644"/>
                      <a:pt x="61748" y="25436"/>
                    </a:cubicBezTo>
                    <a:cubicBezTo>
                      <a:pt x="61084" y="24759"/>
                      <a:pt x="60400" y="24243"/>
                      <a:pt x="59552" y="24243"/>
                    </a:cubicBezTo>
                    <a:cubicBezTo>
                      <a:pt x="59252" y="24243"/>
                      <a:pt x="58932" y="24307"/>
                      <a:pt x="58585" y="24451"/>
                    </a:cubicBezTo>
                    <a:cubicBezTo>
                      <a:pt x="58566" y="24457"/>
                      <a:pt x="58545" y="24459"/>
                      <a:pt x="58523" y="24459"/>
                    </a:cubicBezTo>
                    <a:cubicBezTo>
                      <a:pt x="58409" y="24459"/>
                      <a:pt x="58269" y="24394"/>
                      <a:pt x="58153" y="24365"/>
                    </a:cubicBezTo>
                    <a:cubicBezTo>
                      <a:pt x="58758" y="23501"/>
                      <a:pt x="57687" y="22429"/>
                      <a:pt x="58827" y="21462"/>
                    </a:cubicBezTo>
                    <a:cubicBezTo>
                      <a:pt x="61800" y="18990"/>
                      <a:pt x="65757" y="18558"/>
                      <a:pt x="68781" y="16294"/>
                    </a:cubicBezTo>
                    <a:lnTo>
                      <a:pt x="69455" y="15828"/>
                    </a:lnTo>
                    <a:cubicBezTo>
                      <a:pt x="70337" y="15586"/>
                      <a:pt x="71218" y="15206"/>
                      <a:pt x="72117" y="15119"/>
                    </a:cubicBezTo>
                    <a:cubicBezTo>
                      <a:pt x="74346" y="14912"/>
                      <a:pt x="75331" y="13910"/>
                      <a:pt x="75262" y="11767"/>
                    </a:cubicBezTo>
                    <a:cubicBezTo>
                      <a:pt x="75262" y="11596"/>
                      <a:pt x="75299" y="11543"/>
                      <a:pt x="75353" y="11543"/>
                    </a:cubicBezTo>
                    <a:cubicBezTo>
                      <a:pt x="75441" y="11543"/>
                      <a:pt x="75574" y="11687"/>
                      <a:pt x="75659" y="11698"/>
                    </a:cubicBezTo>
                    <a:cubicBezTo>
                      <a:pt x="76835" y="11749"/>
                      <a:pt x="77733" y="12683"/>
                      <a:pt x="78943" y="12752"/>
                    </a:cubicBezTo>
                    <a:cubicBezTo>
                      <a:pt x="79461" y="12769"/>
                      <a:pt x="79945" y="13391"/>
                      <a:pt x="80412" y="13789"/>
                    </a:cubicBezTo>
                    <a:cubicBezTo>
                      <a:pt x="80395" y="13944"/>
                      <a:pt x="80325" y="14082"/>
                      <a:pt x="80204" y="14203"/>
                    </a:cubicBezTo>
                    <a:cubicBezTo>
                      <a:pt x="79099" y="14649"/>
                      <a:pt x="78211" y="15599"/>
                      <a:pt x="76924" y="15599"/>
                    </a:cubicBezTo>
                    <a:cubicBezTo>
                      <a:pt x="76763" y="15599"/>
                      <a:pt x="76595" y="15584"/>
                      <a:pt x="76420" y="15551"/>
                    </a:cubicBezTo>
                    <a:cubicBezTo>
                      <a:pt x="76325" y="15534"/>
                      <a:pt x="76229" y="15525"/>
                      <a:pt x="76135" y="15525"/>
                    </a:cubicBezTo>
                    <a:cubicBezTo>
                      <a:pt x="75478" y="15525"/>
                      <a:pt x="74895" y="15947"/>
                      <a:pt x="74985" y="16778"/>
                    </a:cubicBezTo>
                    <a:cubicBezTo>
                      <a:pt x="75041" y="17437"/>
                      <a:pt x="75422" y="17620"/>
                      <a:pt x="75866" y="17620"/>
                    </a:cubicBezTo>
                    <a:cubicBezTo>
                      <a:pt x="76109" y="17620"/>
                      <a:pt x="76372" y="17565"/>
                      <a:pt x="76610" y="17504"/>
                    </a:cubicBezTo>
                    <a:cubicBezTo>
                      <a:pt x="76822" y="17451"/>
                      <a:pt x="77015" y="17425"/>
                      <a:pt x="77193" y="17425"/>
                    </a:cubicBezTo>
                    <a:cubicBezTo>
                      <a:pt x="77828" y="17425"/>
                      <a:pt x="78286" y="17750"/>
                      <a:pt x="78839" y="18316"/>
                    </a:cubicBezTo>
                    <a:cubicBezTo>
                      <a:pt x="79617" y="19094"/>
                      <a:pt x="80723" y="19612"/>
                      <a:pt x="81794" y="19993"/>
                    </a:cubicBezTo>
                    <a:cubicBezTo>
                      <a:pt x="81906" y="20034"/>
                      <a:pt x="82005" y="20053"/>
                      <a:pt x="82094" y="20053"/>
                    </a:cubicBezTo>
                    <a:cubicBezTo>
                      <a:pt x="82595" y="20053"/>
                      <a:pt x="82747" y="19445"/>
                      <a:pt x="82762" y="18887"/>
                    </a:cubicBezTo>
                    <a:cubicBezTo>
                      <a:pt x="82805" y="18878"/>
                      <a:pt x="82849" y="18874"/>
                      <a:pt x="82892" y="18874"/>
                    </a:cubicBezTo>
                    <a:cubicBezTo>
                      <a:pt x="82935" y="18874"/>
                      <a:pt x="82978" y="18878"/>
                      <a:pt x="83021" y="18887"/>
                    </a:cubicBezTo>
                    <a:cubicBezTo>
                      <a:pt x="83375" y="18985"/>
                      <a:pt x="83662" y="19030"/>
                      <a:pt x="83892" y="19030"/>
                    </a:cubicBezTo>
                    <a:cubicBezTo>
                      <a:pt x="85038" y="19030"/>
                      <a:pt x="84816" y="17932"/>
                      <a:pt x="84629" y="16882"/>
                    </a:cubicBezTo>
                    <a:cubicBezTo>
                      <a:pt x="84577" y="16588"/>
                      <a:pt x="84404" y="16122"/>
                      <a:pt x="84525" y="16018"/>
                    </a:cubicBezTo>
                    <a:cubicBezTo>
                      <a:pt x="84606" y="15948"/>
                      <a:pt x="84680" y="15920"/>
                      <a:pt x="84749" y="15920"/>
                    </a:cubicBezTo>
                    <a:cubicBezTo>
                      <a:pt x="84985" y="15920"/>
                      <a:pt x="85161" y="16252"/>
                      <a:pt x="85389" y="16346"/>
                    </a:cubicBezTo>
                    <a:cubicBezTo>
                      <a:pt x="85637" y="16436"/>
                      <a:pt x="85876" y="16474"/>
                      <a:pt x="86110" y="16474"/>
                    </a:cubicBezTo>
                    <a:cubicBezTo>
                      <a:pt x="86771" y="16474"/>
                      <a:pt x="87381" y="16174"/>
                      <a:pt x="87981" y="15931"/>
                    </a:cubicBezTo>
                    <a:cubicBezTo>
                      <a:pt x="88344" y="15793"/>
                      <a:pt x="88500" y="15275"/>
                      <a:pt x="88258" y="15033"/>
                    </a:cubicBezTo>
                    <a:cubicBezTo>
                      <a:pt x="87065" y="13754"/>
                      <a:pt x="85976" y="12406"/>
                      <a:pt x="84819" y="11110"/>
                    </a:cubicBezTo>
                    <a:cubicBezTo>
                      <a:pt x="84162" y="10350"/>
                      <a:pt x="83160" y="9779"/>
                      <a:pt x="82537" y="8915"/>
                    </a:cubicBezTo>
                    <a:cubicBezTo>
                      <a:pt x="82209" y="8379"/>
                      <a:pt x="81639" y="8034"/>
                      <a:pt x="81017" y="7999"/>
                    </a:cubicBezTo>
                    <a:cubicBezTo>
                      <a:pt x="80983" y="7995"/>
                      <a:pt x="80950" y="7994"/>
                      <a:pt x="80916" y="7994"/>
                    </a:cubicBezTo>
                    <a:cubicBezTo>
                      <a:pt x="80688" y="7994"/>
                      <a:pt x="80453" y="8074"/>
                      <a:pt x="80228" y="8074"/>
                    </a:cubicBezTo>
                    <a:cubicBezTo>
                      <a:pt x="80056" y="8074"/>
                      <a:pt x="79890" y="8027"/>
                      <a:pt x="79738" y="7861"/>
                    </a:cubicBezTo>
                    <a:cubicBezTo>
                      <a:pt x="80170" y="7757"/>
                      <a:pt x="80602" y="7654"/>
                      <a:pt x="81017" y="7585"/>
                    </a:cubicBezTo>
                    <a:cubicBezTo>
                      <a:pt x="81518" y="7481"/>
                      <a:pt x="82192" y="7567"/>
                      <a:pt x="82226" y="6859"/>
                    </a:cubicBezTo>
                    <a:cubicBezTo>
                      <a:pt x="82278" y="6202"/>
                      <a:pt x="81673" y="6167"/>
                      <a:pt x="81207" y="6046"/>
                    </a:cubicBezTo>
                    <a:cubicBezTo>
                      <a:pt x="81086" y="6012"/>
                      <a:pt x="80948" y="5960"/>
                      <a:pt x="80844" y="5891"/>
                    </a:cubicBezTo>
                    <a:cubicBezTo>
                      <a:pt x="80958" y="5878"/>
                      <a:pt x="81101" y="5837"/>
                      <a:pt x="81223" y="5837"/>
                    </a:cubicBezTo>
                    <a:cubicBezTo>
                      <a:pt x="81267" y="5837"/>
                      <a:pt x="81309" y="5843"/>
                      <a:pt x="81345" y="5856"/>
                    </a:cubicBezTo>
                    <a:cubicBezTo>
                      <a:pt x="81816" y="6065"/>
                      <a:pt x="82272" y="6151"/>
                      <a:pt x="82714" y="6151"/>
                    </a:cubicBezTo>
                    <a:cubicBezTo>
                      <a:pt x="83993" y="6151"/>
                      <a:pt x="85157" y="5437"/>
                      <a:pt x="86236" y="4923"/>
                    </a:cubicBezTo>
                    <a:cubicBezTo>
                      <a:pt x="89182" y="3528"/>
                      <a:pt x="92334" y="3094"/>
                      <a:pt x="95401" y="2235"/>
                    </a:cubicBezTo>
                    <a:lnTo>
                      <a:pt x="95401" y="2235"/>
                    </a:lnTo>
                    <a:cubicBezTo>
                      <a:pt x="93986" y="3267"/>
                      <a:pt x="92263" y="3834"/>
                      <a:pt x="90504" y="3834"/>
                    </a:cubicBezTo>
                    <a:cubicBezTo>
                      <a:pt x="90401" y="3834"/>
                      <a:pt x="90295" y="3831"/>
                      <a:pt x="90191" y="3831"/>
                    </a:cubicBezTo>
                    <a:cubicBezTo>
                      <a:pt x="89827" y="3831"/>
                      <a:pt x="89479" y="3873"/>
                      <a:pt x="89277" y="4249"/>
                    </a:cubicBezTo>
                    <a:cubicBezTo>
                      <a:pt x="89018" y="4802"/>
                      <a:pt x="89467" y="5113"/>
                      <a:pt x="89744" y="5528"/>
                    </a:cubicBezTo>
                    <a:cubicBezTo>
                      <a:pt x="90251" y="6307"/>
                      <a:pt x="90887" y="6586"/>
                      <a:pt x="91608" y="6586"/>
                    </a:cubicBezTo>
                    <a:cubicBezTo>
                      <a:pt x="91943" y="6586"/>
                      <a:pt x="92297" y="6525"/>
                      <a:pt x="92664" y="6427"/>
                    </a:cubicBezTo>
                    <a:cubicBezTo>
                      <a:pt x="93037" y="6322"/>
                      <a:pt x="93404" y="6272"/>
                      <a:pt x="93755" y="6272"/>
                    </a:cubicBezTo>
                    <a:cubicBezTo>
                      <a:pt x="95314" y="6272"/>
                      <a:pt x="96561" y="7243"/>
                      <a:pt x="96518" y="8639"/>
                    </a:cubicBezTo>
                    <a:cubicBezTo>
                      <a:pt x="96501" y="9123"/>
                      <a:pt x="96000" y="9710"/>
                      <a:pt x="96155" y="10073"/>
                    </a:cubicBezTo>
                    <a:cubicBezTo>
                      <a:pt x="96656" y="11300"/>
                      <a:pt x="95758" y="12302"/>
                      <a:pt x="95378" y="13045"/>
                    </a:cubicBezTo>
                    <a:cubicBezTo>
                      <a:pt x="94393" y="15016"/>
                      <a:pt x="93649" y="16709"/>
                      <a:pt x="95412" y="18541"/>
                    </a:cubicBezTo>
                    <a:cubicBezTo>
                      <a:pt x="95602" y="18714"/>
                      <a:pt x="95723" y="18938"/>
                      <a:pt x="95758" y="19180"/>
                    </a:cubicBezTo>
                    <a:cubicBezTo>
                      <a:pt x="95810" y="21358"/>
                      <a:pt x="97901" y="20788"/>
                      <a:pt x="99007" y="21479"/>
                    </a:cubicBezTo>
                    <a:cubicBezTo>
                      <a:pt x="99192" y="21597"/>
                      <a:pt x="99367" y="21648"/>
                      <a:pt x="99531" y="21648"/>
                    </a:cubicBezTo>
                    <a:cubicBezTo>
                      <a:pt x="100207" y="21648"/>
                      <a:pt x="100708" y="20784"/>
                      <a:pt x="101098" y="20200"/>
                    </a:cubicBezTo>
                    <a:cubicBezTo>
                      <a:pt x="102256" y="18472"/>
                      <a:pt x="104088" y="17055"/>
                      <a:pt x="105729" y="16536"/>
                    </a:cubicBezTo>
                    <a:cubicBezTo>
                      <a:pt x="109220" y="15396"/>
                      <a:pt x="112486" y="13547"/>
                      <a:pt x="116254" y="13115"/>
                    </a:cubicBezTo>
                    <a:cubicBezTo>
                      <a:pt x="117965" y="12907"/>
                      <a:pt x="119935" y="12320"/>
                      <a:pt x="120021" y="9883"/>
                    </a:cubicBezTo>
                    <a:cubicBezTo>
                      <a:pt x="120021" y="9693"/>
                      <a:pt x="120349" y="9485"/>
                      <a:pt x="120557" y="9330"/>
                    </a:cubicBezTo>
                    <a:cubicBezTo>
                      <a:pt x="121663" y="8552"/>
                      <a:pt x="123132" y="8034"/>
                      <a:pt x="122631" y="6202"/>
                    </a:cubicBezTo>
                    <a:cubicBezTo>
                      <a:pt x="122594" y="6055"/>
                      <a:pt x="122626" y="6020"/>
                      <a:pt x="122682" y="6020"/>
                    </a:cubicBezTo>
                    <a:cubicBezTo>
                      <a:pt x="122731" y="6020"/>
                      <a:pt x="122799" y="6046"/>
                      <a:pt x="122855" y="6046"/>
                    </a:cubicBezTo>
                    <a:cubicBezTo>
                      <a:pt x="122928" y="6051"/>
                      <a:pt x="122998" y="6053"/>
                      <a:pt x="123064" y="6053"/>
                    </a:cubicBezTo>
                    <a:cubicBezTo>
                      <a:pt x="124269" y="6053"/>
                      <a:pt x="124381" y="5321"/>
                      <a:pt x="123840" y="4387"/>
                    </a:cubicBezTo>
                    <a:cubicBezTo>
                      <a:pt x="123581" y="3921"/>
                      <a:pt x="123875" y="3955"/>
                      <a:pt x="124048" y="3817"/>
                    </a:cubicBezTo>
                    <a:cubicBezTo>
                      <a:pt x="125240" y="2867"/>
                      <a:pt x="126640" y="2728"/>
                      <a:pt x="128092" y="2659"/>
                    </a:cubicBezTo>
                    <a:cubicBezTo>
                      <a:pt x="128575" y="2625"/>
                      <a:pt x="129180" y="2521"/>
                      <a:pt x="129249" y="1934"/>
                    </a:cubicBezTo>
                    <a:cubicBezTo>
                      <a:pt x="129301" y="1363"/>
                      <a:pt x="128714" y="1242"/>
                      <a:pt x="128299" y="1190"/>
                    </a:cubicBezTo>
                    <a:cubicBezTo>
                      <a:pt x="125707" y="948"/>
                      <a:pt x="123132" y="430"/>
                      <a:pt x="120557" y="171"/>
                    </a:cubicBezTo>
                    <a:cubicBezTo>
                      <a:pt x="119360" y="50"/>
                      <a:pt x="118163" y="0"/>
                      <a:pt x="1169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41"/>
              <p:cNvSpPr/>
              <p:nvPr/>
            </p:nvSpPr>
            <p:spPr>
              <a:xfrm>
                <a:off x="1581325" y="1051125"/>
                <a:ext cx="283000" cy="91675"/>
              </a:xfrm>
              <a:custGeom>
                <a:avLst/>
                <a:gdLst/>
                <a:ahLst/>
                <a:cxnLst/>
                <a:rect l="l" t="t" r="r" b="b"/>
                <a:pathLst>
                  <a:path w="11320" h="3667" extrusionOk="0">
                    <a:moveTo>
                      <a:pt x="6214" y="0"/>
                    </a:moveTo>
                    <a:cubicBezTo>
                      <a:pt x="5926" y="0"/>
                      <a:pt x="5584" y="48"/>
                      <a:pt x="5219" y="71"/>
                    </a:cubicBezTo>
                    <a:cubicBezTo>
                      <a:pt x="5082" y="56"/>
                      <a:pt x="4943" y="49"/>
                      <a:pt x="4804" y="49"/>
                    </a:cubicBezTo>
                    <a:cubicBezTo>
                      <a:pt x="3493" y="49"/>
                      <a:pt x="2115" y="667"/>
                      <a:pt x="709" y="1073"/>
                    </a:cubicBezTo>
                    <a:cubicBezTo>
                      <a:pt x="432" y="1177"/>
                      <a:pt x="208" y="1401"/>
                      <a:pt x="69" y="1678"/>
                    </a:cubicBezTo>
                    <a:cubicBezTo>
                      <a:pt x="0" y="1781"/>
                      <a:pt x="242" y="2213"/>
                      <a:pt x="363" y="2231"/>
                    </a:cubicBezTo>
                    <a:cubicBezTo>
                      <a:pt x="2163" y="2438"/>
                      <a:pt x="3786" y="3667"/>
                      <a:pt x="5640" y="3667"/>
                    </a:cubicBezTo>
                    <a:cubicBezTo>
                      <a:pt x="6100" y="3667"/>
                      <a:pt x="6574" y="3591"/>
                      <a:pt x="7068" y="3406"/>
                    </a:cubicBezTo>
                    <a:cubicBezTo>
                      <a:pt x="7396" y="3281"/>
                      <a:pt x="7767" y="3236"/>
                      <a:pt x="8142" y="3236"/>
                    </a:cubicBezTo>
                    <a:cubicBezTo>
                      <a:pt x="8439" y="3236"/>
                      <a:pt x="8738" y="3264"/>
                      <a:pt x="9021" y="3302"/>
                    </a:cubicBezTo>
                    <a:cubicBezTo>
                      <a:pt x="9277" y="3340"/>
                      <a:pt x="9523" y="3370"/>
                      <a:pt x="9759" y="3370"/>
                    </a:cubicBezTo>
                    <a:cubicBezTo>
                      <a:pt x="10271" y="3370"/>
                      <a:pt x="10728" y="3229"/>
                      <a:pt x="11095" y="2732"/>
                    </a:cubicBezTo>
                    <a:cubicBezTo>
                      <a:pt x="11320" y="2473"/>
                      <a:pt x="11268" y="2075"/>
                      <a:pt x="10991" y="1885"/>
                    </a:cubicBezTo>
                    <a:cubicBezTo>
                      <a:pt x="10479" y="1524"/>
                      <a:pt x="10006" y="1077"/>
                      <a:pt x="9430" y="1077"/>
                    </a:cubicBezTo>
                    <a:cubicBezTo>
                      <a:pt x="9151" y="1077"/>
                      <a:pt x="8847" y="1182"/>
                      <a:pt x="8503" y="1453"/>
                    </a:cubicBezTo>
                    <a:cubicBezTo>
                      <a:pt x="8280" y="1626"/>
                      <a:pt x="7919" y="1737"/>
                      <a:pt x="7612" y="1737"/>
                    </a:cubicBezTo>
                    <a:cubicBezTo>
                      <a:pt x="7277" y="1737"/>
                      <a:pt x="7006" y="1605"/>
                      <a:pt x="7051" y="1280"/>
                    </a:cubicBezTo>
                    <a:cubicBezTo>
                      <a:pt x="7179" y="207"/>
                      <a:pt x="6812" y="0"/>
                      <a:pt x="62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41"/>
              <p:cNvSpPr/>
              <p:nvPr/>
            </p:nvSpPr>
            <p:spPr>
              <a:xfrm>
                <a:off x="3144425" y="1319375"/>
                <a:ext cx="213450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8538" h="3823" extrusionOk="0">
                    <a:moveTo>
                      <a:pt x="6155" y="1"/>
                    </a:moveTo>
                    <a:cubicBezTo>
                      <a:pt x="6054" y="1"/>
                      <a:pt x="5950" y="7"/>
                      <a:pt x="5842" y="20"/>
                    </a:cubicBezTo>
                    <a:cubicBezTo>
                      <a:pt x="4846" y="139"/>
                      <a:pt x="3874" y="469"/>
                      <a:pt x="2859" y="469"/>
                    </a:cubicBezTo>
                    <a:cubicBezTo>
                      <a:pt x="2396" y="469"/>
                      <a:pt x="1923" y="400"/>
                      <a:pt x="1435" y="211"/>
                    </a:cubicBezTo>
                    <a:cubicBezTo>
                      <a:pt x="1292" y="150"/>
                      <a:pt x="1133" y="113"/>
                      <a:pt x="974" y="113"/>
                    </a:cubicBezTo>
                    <a:cubicBezTo>
                      <a:pt x="501" y="113"/>
                      <a:pt x="35" y="441"/>
                      <a:pt x="35" y="1438"/>
                    </a:cubicBezTo>
                    <a:cubicBezTo>
                      <a:pt x="1" y="3771"/>
                      <a:pt x="1573" y="3580"/>
                      <a:pt x="3025" y="3822"/>
                    </a:cubicBezTo>
                    <a:cubicBezTo>
                      <a:pt x="4338" y="3753"/>
                      <a:pt x="5617" y="3408"/>
                      <a:pt x="6792" y="2837"/>
                    </a:cubicBezTo>
                    <a:cubicBezTo>
                      <a:pt x="7415" y="2526"/>
                      <a:pt x="8538" y="2474"/>
                      <a:pt x="8192" y="1541"/>
                    </a:cubicBezTo>
                    <a:cubicBezTo>
                      <a:pt x="7892" y="720"/>
                      <a:pt x="7218" y="1"/>
                      <a:pt x="61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41"/>
              <p:cNvSpPr/>
              <p:nvPr/>
            </p:nvSpPr>
            <p:spPr>
              <a:xfrm>
                <a:off x="1453000" y="2509000"/>
                <a:ext cx="263575" cy="113100"/>
              </a:xfrm>
              <a:custGeom>
                <a:avLst/>
                <a:gdLst/>
                <a:ahLst/>
                <a:cxnLst/>
                <a:rect l="l" t="t" r="r" b="b"/>
                <a:pathLst>
                  <a:path w="10543" h="4524" extrusionOk="0">
                    <a:moveTo>
                      <a:pt x="3451" y="1"/>
                    </a:moveTo>
                    <a:cubicBezTo>
                      <a:pt x="2445" y="1"/>
                      <a:pt x="1486" y="228"/>
                      <a:pt x="761" y="702"/>
                    </a:cubicBezTo>
                    <a:cubicBezTo>
                      <a:pt x="398" y="927"/>
                      <a:pt x="1" y="1186"/>
                      <a:pt x="243" y="1687"/>
                    </a:cubicBezTo>
                    <a:cubicBezTo>
                      <a:pt x="390" y="1972"/>
                      <a:pt x="609" y="2083"/>
                      <a:pt x="855" y="2083"/>
                    </a:cubicBezTo>
                    <a:cubicBezTo>
                      <a:pt x="1012" y="2083"/>
                      <a:pt x="1180" y="2038"/>
                      <a:pt x="1349" y="1964"/>
                    </a:cubicBezTo>
                    <a:cubicBezTo>
                      <a:pt x="1677" y="1828"/>
                      <a:pt x="1990" y="1776"/>
                      <a:pt x="2298" y="1776"/>
                    </a:cubicBezTo>
                    <a:cubicBezTo>
                      <a:pt x="2932" y="1776"/>
                      <a:pt x="3543" y="1997"/>
                      <a:pt x="4217" y="2171"/>
                    </a:cubicBezTo>
                    <a:cubicBezTo>
                      <a:pt x="5708" y="2540"/>
                      <a:pt x="6405" y="4523"/>
                      <a:pt x="7868" y="4523"/>
                    </a:cubicBezTo>
                    <a:cubicBezTo>
                      <a:pt x="8118" y="4523"/>
                      <a:pt x="8391" y="4465"/>
                      <a:pt x="8693" y="4332"/>
                    </a:cubicBezTo>
                    <a:cubicBezTo>
                      <a:pt x="8824" y="4337"/>
                      <a:pt x="8947" y="4340"/>
                      <a:pt x="9062" y="4340"/>
                    </a:cubicBezTo>
                    <a:cubicBezTo>
                      <a:pt x="10032" y="4340"/>
                      <a:pt x="10475" y="4144"/>
                      <a:pt x="10491" y="3727"/>
                    </a:cubicBezTo>
                    <a:cubicBezTo>
                      <a:pt x="10542" y="2897"/>
                      <a:pt x="9817" y="2724"/>
                      <a:pt x="9264" y="2517"/>
                    </a:cubicBezTo>
                    <a:cubicBezTo>
                      <a:pt x="8711" y="2292"/>
                      <a:pt x="8209" y="1964"/>
                      <a:pt x="7777" y="1567"/>
                    </a:cubicBezTo>
                    <a:cubicBezTo>
                      <a:pt x="6685" y="547"/>
                      <a:pt x="5011" y="1"/>
                      <a:pt x="34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41"/>
              <p:cNvSpPr/>
              <p:nvPr/>
            </p:nvSpPr>
            <p:spPr>
              <a:xfrm>
                <a:off x="1880725" y="1020350"/>
                <a:ext cx="162025" cy="112025"/>
              </a:xfrm>
              <a:custGeom>
                <a:avLst/>
                <a:gdLst/>
                <a:ahLst/>
                <a:cxnLst/>
                <a:rect l="l" t="t" r="r" b="b"/>
                <a:pathLst>
                  <a:path w="6481" h="4481" extrusionOk="0">
                    <a:moveTo>
                      <a:pt x="4294" y="0"/>
                    </a:moveTo>
                    <a:cubicBezTo>
                      <a:pt x="4062" y="0"/>
                      <a:pt x="3818" y="44"/>
                      <a:pt x="3560" y="144"/>
                    </a:cubicBezTo>
                    <a:cubicBezTo>
                      <a:pt x="3094" y="317"/>
                      <a:pt x="2593" y="541"/>
                      <a:pt x="2886" y="1198"/>
                    </a:cubicBezTo>
                    <a:cubicBezTo>
                      <a:pt x="3042" y="1509"/>
                      <a:pt x="3232" y="1820"/>
                      <a:pt x="3457" y="2114"/>
                    </a:cubicBezTo>
                    <a:cubicBezTo>
                      <a:pt x="3147" y="2260"/>
                      <a:pt x="2851" y="2348"/>
                      <a:pt x="2545" y="2348"/>
                    </a:cubicBezTo>
                    <a:cubicBezTo>
                      <a:pt x="2270" y="2348"/>
                      <a:pt x="1987" y="2277"/>
                      <a:pt x="1677" y="2114"/>
                    </a:cubicBezTo>
                    <a:cubicBezTo>
                      <a:pt x="1531" y="2037"/>
                      <a:pt x="1393" y="2002"/>
                      <a:pt x="1262" y="2002"/>
                    </a:cubicBezTo>
                    <a:cubicBezTo>
                      <a:pt x="867" y="2002"/>
                      <a:pt x="545" y="2320"/>
                      <a:pt x="311" y="2736"/>
                    </a:cubicBezTo>
                    <a:cubicBezTo>
                      <a:pt x="0" y="3289"/>
                      <a:pt x="467" y="3479"/>
                      <a:pt x="813" y="3807"/>
                    </a:cubicBezTo>
                    <a:cubicBezTo>
                      <a:pt x="1327" y="4309"/>
                      <a:pt x="1837" y="4480"/>
                      <a:pt x="2344" y="4480"/>
                    </a:cubicBezTo>
                    <a:cubicBezTo>
                      <a:pt x="3164" y="4480"/>
                      <a:pt x="3976" y="4032"/>
                      <a:pt x="4787" y="3807"/>
                    </a:cubicBezTo>
                    <a:lnTo>
                      <a:pt x="5081" y="3514"/>
                    </a:lnTo>
                    <a:cubicBezTo>
                      <a:pt x="5237" y="2788"/>
                      <a:pt x="5098" y="1924"/>
                      <a:pt x="6204" y="1734"/>
                    </a:cubicBezTo>
                    <a:cubicBezTo>
                      <a:pt x="6464" y="1699"/>
                      <a:pt x="6481" y="1129"/>
                      <a:pt x="6222" y="921"/>
                    </a:cubicBezTo>
                    <a:cubicBezTo>
                      <a:pt x="5644" y="436"/>
                      <a:pt x="5027" y="0"/>
                      <a:pt x="42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41"/>
              <p:cNvSpPr/>
              <p:nvPr/>
            </p:nvSpPr>
            <p:spPr>
              <a:xfrm>
                <a:off x="1688900" y="2603450"/>
                <a:ext cx="165050" cy="73950"/>
              </a:xfrm>
              <a:custGeom>
                <a:avLst/>
                <a:gdLst/>
                <a:ahLst/>
                <a:cxnLst/>
                <a:rect l="l" t="t" r="r" b="b"/>
                <a:pathLst>
                  <a:path w="6602" h="2958" extrusionOk="0">
                    <a:moveTo>
                      <a:pt x="2842" y="0"/>
                    </a:moveTo>
                    <a:cubicBezTo>
                      <a:pt x="2588" y="0"/>
                      <a:pt x="2332" y="28"/>
                      <a:pt x="2074" y="87"/>
                    </a:cubicBezTo>
                    <a:cubicBezTo>
                      <a:pt x="1452" y="225"/>
                      <a:pt x="1055" y="1331"/>
                      <a:pt x="225" y="1694"/>
                    </a:cubicBezTo>
                    <a:cubicBezTo>
                      <a:pt x="0" y="1798"/>
                      <a:pt x="277" y="2247"/>
                      <a:pt x="536" y="2454"/>
                    </a:cubicBezTo>
                    <a:cubicBezTo>
                      <a:pt x="957" y="2789"/>
                      <a:pt x="2162" y="2958"/>
                      <a:pt x="3373" y="2958"/>
                    </a:cubicBezTo>
                    <a:cubicBezTo>
                      <a:pt x="4599" y="2958"/>
                      <a:pt x="5830" y="2785"/>
                      <a:pt x="6256" y="2437"/>
                    </a:cubicBezTo>
                    <a:cubicBezTo>
                      <a:pt x="6395" y="2282"/>
                      <a:pt x="6515" y="2109"/>
                      <a:pt x="6602" y="1919"/>
                    </a:cubicBezTo>
                    <a:cubicBezTo>
                      <a:pt x="6481" y="1711"/>
                      <a:pt x="6429" y="1469"/>
                      <a:pt x="6291" y="1366"/>
                    </a:cubicBezTo>
                    <a:cubicBezTo>
                      <a:pt x="5231" y="636"/>
                      <a:pt x="4065" y="0"/>
                      <a:pt x="28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41"/>
              <p:cNvSpPr/>
              <p:nvPr/>
            </p:nvSpPr>
            <p:spPr>
              <a:xfrm>
                <a:off x="1922200" y="1344925"/>
                <a:ext cx="129625" cy="64525"/>
              </a:xfrm>
              <a:custGeom>
                <a:avLst/>
                <a:gdLst/>
                <a:ahLst/>
                <a:cxnLst/>
                <a:rect l="l" t="t" r="r" b="b"/>
                <a:pathLst>
                  <a:path w="5185" h="2581" extrusionOk="0">
                    <a:moveTo>
                      <a:pt x="1901" y="1"/>
                    </a:moveTo>
                    <a:lnTo>
                      <a:pt x="1227" y="467"/>
                    </a:lnTo>
                    <a:cubicBezTo>
                      <a:pt x="934" y="1020"/>
                      <a:pt x="0" y="1383"/>
                      <a:pt x="415" y="2144"/>
                    </a:cubicBezTo>
                    <a:cubicBezTo>
                      <a:pt x="602" y="2475"/>
                      <a:pt x="838" y="2581"/>
                      <a:pt x="1096" y="2581"/>
                    </a:cubicBezTo>
                    <a:cubicBezTo>
                      <a:pt x="1482" y="2581"/>
                      <a:pt x="1915" y="2344"/>
                      <a:pt x="2299" y="2282"/>
                    </a:cubicBezTo>
                    <a:cubicBezTo>
                      <a:pt x="2552" y="2236"/>
                      <a:pt x="2806" y="2213"/>
                      <a:pt x="3064" y="2213"/>
                    </a:cubicBezTo>
                    <a:cubicBezTo>
                      <a:pt x="3194" y="2213"/>
                      <a:pt x="3324" y="2219"/>
                      <a:pt x="3457" y="2230"/>
                    </a:cubicBezTo>
                    <a:cubicBezTo>
                      <a:pt x="3730" y="2245"/>
                      <a:pt x="4039" y="2324"/>
                      <a:pt x="4314" y="2324"/>
                    </a:cubicBezTo>
                    <a:cubicBezTo>
                      <a:pt x="4665" y="2324"/>
                      <a:pt x="4959" y="2195"/>
                      <a:pt x="5047" y="1643"/>
                    </a:cubicBezTo>
                    <a:cubicBezTo>
                      <a:pt x="5185" y="744"/>
                      <a:pt x="4563" y="277"/>
                      <a:pt x="3768" y="122"/>
                    </a:cubicBezTo>
                    <a:cubicBezTo>
                      <a:pt x="3146" y="35"/>
                      <a:pt x="2523" y="1"/>
                      <a:pt x="19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41"/>
              <p:cNvSpPr/>
              <p:nvPr/>
            </p:nvSpPr>
            <p:spPr>
              <a:xfrm>
                <a:off x="1787825" y="1030550"/>
                <a:ext cx="94250" cy="44825"/>
              </a:xfrm>
              <a:custGeom>
                <a:avLst/>
                <a:gdLst/>
                <a:ahLst/>
                <a:cxnLst/>
                <a:rect l="l" t="t" r="r" b="b"/>
                <a:pathLst>
                  <a:path w="3770" h="1793" extrusionOk="0">
                    <a:moveTo>
                      <a:pt x="2929" y="0"/>
                    </a:moveTo>
                    <a:cubicBezTo>
                      <a:pt x="2800" y="0"/>
                      <a:pt x="2676" y="17"/>
                      <a:pt x="2576" y="47"/>
                    </a:cubicBezTo>
                    <a:cubicBezTo>
                      <a:pt x="2412" y="93"/>
                      <a:pt x="2229" y="105"/>
                      <a:pt x="2039" y="105"/>
                    </a:cubicBezTo>
                    <a:cubicBezTo>
                      <a:pt x="1817" y="105"/>
                      <a:pt x="1584" y="88"/>
                      <a:pt x="1360" y="88"/>
                    </a:cubicBezTo>
                    <a:cubicBezTo>
                      <a:pt x="763" y="88"/>
                      <a:pt x="227" y="208"/>
                      <a:pt x="105" y="1084"/>
                    </a:cubicBezTo>
                    <a:cubicBezTo>
                      <a:pt x="1" y="1792"/>
                      <a:pt x="865" y="1688"/>
                      <a:pt x="1504" y="1740"/>
                    </a:cubicBezTo>
                    <a:cubicBezTo>
                      <a:pt x="2265" y="1568"/>
                      <a:pt x="3405" y="1792"/>
                      <a:pt x="3665" y="652"/>
                    </a:cubicBezTo>
                    <a:cubicBezTo>
                      <a:pt x="3769" y="167"/>
                      <a:pt x="3329" y="0"/>
                      <a:pt x="29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41"/>
              <p:cNvSpPr/>
              <p:nvPr/>
            </p:nvSpPr>
            <p:spPr>
              <a:xfrm>
                <a:off x="1870350" y="2639275"/>
                <a:ext cx="59225" cy="44325"/>
              </a:xfrm>
              <a:custGeom>
                <a:avLst/>
                <a:gdLst/>
                <a:ahLst/>
                <a:cxnLst/>
                <a:rect l="l" t="t" r="r" b="b"/>
                <a:pathLst>
                  <a:path w="2369" h="1773" extrusionOk="0">
                    <a:moveTo>
                      <a:pt x="922" y="1"/>
                    </a:moveTo>
                    <a:cubicBezTo>
                      <a:pt x="435" y="1"/>
                      <a:pt x="1" y="156"/>
                      <a:pt x="1" y="762"/>
                    </a:cubicBezTo>
                    <a:cubicBezTo>
                      <a:pt x="1" y="1414"/>
                      <a:pt x="337" y="1773"/>
                      <a:pt x="982" y="1773"/>
                    </a:cubicBezTo>
                    <a:cubicBezTo>
                      <a:pt x="1038" y="1773"/>
                      <a:pt x="1097" y="1770"/>
                      <a:pt x="1158" y="1765"/>
                    </a:cubicBezTo>
                    <a:cubicBezTo>
                      <a:pt x="1711" y="1730"/>
                      <a:pt x="2368" y="1678"/>
                      <a:pt x="2299" y="901"/>
                    </a:cubicBezTo>
                    <a:cubicBezTo>
                      <a:pt x="2264" y="175"/>
                      <a:pt x="1642" y="2"/>
                      <a:pt x="1003" y="2"/>
                    </a:cubicBezTo>
                    <a:cubicBezTo>
                      <a:pt x="976" y="1"/>
                      <a:pt x="949" y="1"/>
                      <a:pt x="9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41"/>
              <p:cNvSpPr/>
              <p:nvPr/>
            </p:nvSpPr>
            <p:spPr>
              <a:xfrm>
                <a:off x="2264800" y="4630125"/>
                <a:ext cx="62675" cy="39225"/>
              </a:xfrm>
              <a:custGeom>
                <a:avLst/>
                <a:gdLst/>
                <a:ahLst/>
                <a:cxnLst/>
                <a:rect l="l" t="t" r="r" b="b"/>
                <a:pathLst>
                  <a:path w="2507" h="1569" extrusionOk="0">
                    <a:moveTo>
                      <a:pt x="1176" y="52"/>
                    </a:moveTo>
                    <a:cubicBezTo>
                      <a:pt x="675" y="87"/>
                      <a:pt x="1" y="1"/>
                      <a:pt x="1" y="813"/>
                    </a:cubicBezTo>
                    <a:cubicBezTo>
                      <a:pt x="1" y="1241"/>
                      <a:pt x="341" y="1568"/>
                      <a:pt x="742" y="1568"/>
                    </a:cubicBezTo>
                    <a:cubicBezTo>
                      <a:pt x="811" y="1568"/>
                      <a:pt x="881" y="1559"/>
                      <a:pt x="951" y="1539"/>
                    </a:cubicBezTo>
                    <a:cubicBezTo>
                      <a:pt x="1077" y="1515"/>
                      <a:pt x="1221" y="1513"/>
                      <a:pt x="1369" y="1513"/>
                    </a:cubicBezTo>
                    <a:cubicBezTo>
                      <a:pt x="1403" y="1513"/>
                      <a:pt x="1437" y="1513"/>
                      <a:pt x="1471" y="1513"/>
                    </a:cubicBezTo>
                    <a:cubicBezTo>
                      <a:pt x="1947" y="1513"/>
                      <a:pt x="2434" y="1491"/>
                      <a:pt x="2472" y="830"/>
                    </a:cubicBezTo>
                    <a:cubicBezTo>
                      <a:pt x="2506" y="52"/>
                      <a:pt x="1781" y="87"/>
                      <a:pt x="1176" y="5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41"/>
              <p:cNvSpPr/>
              <p:nvPr/>
            </p:nvSpPr>
            <p:spPr>
              <a:xfrm>
                <a:off x="1604225" y="2645350"/>
                <a:ext cx="56175" cy="38275"/>
              </a:xfrm>
              <a:custGeom>
                <a:avLst/>
                <a:gdLst/>
                <a:ahLst/>
                <a:cxnLst/>
                <a:rect l="l" t="t" r="r" b="b"/>
                <a:pathLst>
                  <a:path w="2247" h="1531" extrusionOk="0">
                    <a:moveTo>
                      <a:pt x="1003" y="1"/>
                    </a:moveTo>
                    <a:cubicBezTo>
                      <a:pt x="536" y="35"/>
                      <a:pt x="0" y="1"/>
                      <a:pt x="17" y="554"/>
                    </a:cubicBezTo>
                    <a:cubicBezTo>
                      <a:pt x="17" y="1297"/>
                      <a:pt x="640" y="1452"/>
                      <a:pt x="1262" y="1522"/>
                    </a:cubicBezTo>
                    <a:cubicBezTo>
                      <a:pt x="1319" y="1528"/>
                      <a:pt x="1377" y="1531"/>
                      <a:pt x="1434" y="1531"/>
                    </a:cubicBezTo>
                    <a:cubicBezTo>
                      <a:pt x="1857" y="1531"/>
                      <a:pt x="2247" y="1352"/>
                      <a:pt x="2247" y="865"/>
                    </a:cubicBezTo>
                    <a:cubicBezTo>
                      <a:pt x="2247" y="18"/>
                      <a:pt x="1504" y="139"/>
                      <a:pt x="10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41"/>
              <p:cNvSpPr/>
              <p:nvPr/>
            </p:nvSpPr>
            <p:spPr>
              <a:xfrm>
                <a:off x="7045475" y="3384250"/>
                <a:ext cx="47375" cy="5355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2142" extrusionOk="0">
                    <a:moveTo>
                      <a:pt x="416" y="1"/>
                    </a:moveTo>
                    <a:cubicBezTo>
                      <a:pt x="93" y="1"/>
                      <a:pt x="0" y="338"/>
                      <a:pt x="63" y="618"/>
                    </a:cubicBezTo>
                    <a:cubicBezTo>
                      <a:pt x="201" y="1292"/>
                      <a:pt x="339" y="2035"/>
                      <a:pt x="1203" y="2139"/>
                    </a:cubicBezTo>
                    <a:cubicBezTo>
                      <a:pt x="1224" y="2141"/>
                      <a:pt x="1245" y="2142"/>
                      <a:pt x="1265" y="2142"/>
                    </a:cubicBezTo>
                    <a:cubicBezTo>
                      <a:pt x="1645" y="2142"/>
                      <a:pt x="1895" y="1835"/>
                      <a:pt x="1895" y="1327"/>
                    </a:cubicBezTo>
                    <a:cubicBezTo>
                      <a:pt x="1670" y="705"/>
                      <a:pt x="1273" y="169"/>
                      <a:pt x="529" y="13"/>
                    </a:cubicBezTo>
                    <a:cubicBezTo>
                      <a:pt x="489" y="5"/>
                      <a:pt x="451" y="1"/>
                      <a:pt x="4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41"/>
              <p:cNvSpPr/>
              <p:nvPr/>
            </p:nvSpPr>
            <p:spPr>
              <a:xfrm>
                <a:off x="4291500" y="1250400"/>
                <a:ext cx="54900" cy="37900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1516" extrusionOk="0">
                    <a:moveTo>
                      <a:pt x="1013" y="0"/>
                    </a:moveTo>
                    <a:cubicBezTo>
                      <a:pt x="676" y="0"/>
                      <a:pt x="369" y="181"/>
                      <a:pt x="190" y="464"/>
                    </a:cubicBezTo>
                    <a:cubicBezTo>
                      <a:pt x="0" y="706"/>
                      <a:pt x="35" y="1034"/>
                      <a:pt x="259" y="1224"/>
                    </a:cubicBezTo>
                    <a:cubicBezTo>
                      <a:pt x="466" y="1444"/>
                      <a:pt x="678" y="1515"/>
                      <a:pt x="892" y="1515"/>
                    </a:cubicBezTo>
                    <a:cubicBezTo>
                      <a:pt x="1233" y="1515"/>
                      <a:pt x="1579" y="1336"/>
                      <a:pt x="1919" y="1293"/>
                    </a:cubicBezTo>
                    <a:cubicBezTo>
                      <a:pt x="2195" y="567"/>
                      <a:pt x="1901" y="153"/>
                      <a:pt x="1175" y="14"/>
                    </a:cubicBezTo>
                    <a:cubicBezTo>
                      <a:pt x="1121" y="5"/>
                      <a:pt x="1066" y="0"/>
                      <a:pt x="101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41"/>
              <p:cNvSpPr/>
              <p:nvPr/>
            </p:nvSpPr>
            <p:spPr>
              <a:xfrm>
                <a:off x="6323375" y="3314875"/>
                <a:ext cx="50125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493" extrusionOk="0">
                    <a:moveTo>
                      <a:pt x="754" y="1"/>
                    </a:moveTo>
                    <a:cubicBezTo>
                      <a:pt x="409" y="1"/>
                      <a:pt x="93" y="129"/>
                      <a:pt x="52" y="542"/>
                    </a:cubicBezTo>
                    <a:cubicBezTo>
                      <a:pt x="0" y="1198"/>
                      <a:pt x="536" y="1371"/>
                      <a:pt x="1106" y="1492"/>
                    </a:cubicBezTo>
                    <a:cubicBezTo>
                      <a:pt x="1504" y="1475"/>
                      <a:pt x="1988" y="1440"/>
                      <a:pt x="1988" y="905"/>
                    </a:cubicBezTo>
                    <a:cubicBezTo>
                      <a:pt x="2005" y="317"/>
                      <a:pt x="1504" y="110"/>
                      <a:pt x="1020" y="23"/>
                    </a:cubicBezTo>
                    <a:cubicBezTo>
                      <a:pt x="932" y="9"/>
                      <a:pt x="842" y="1"/>
                      <a:pt x="7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41"/>
              <p:cNvSpPr/>
              <p:nvPr/>
            </p:nvSpPr>
            <p:spPr>
              <a:xfrm>
                <a:off x="6680225" y="1890750"/>
                <a:ext cx="46075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688" extrusionOk="0">
                    <a:moveTo>
                      <a:pt x="1376" y="1"/>
                    </a:moveTo>
                    <a:cubicBezTo>
                      <a:pt x="1345" y="1"/>
                      <a:pt x="1312" y="4"/>
                      <a:pt x="1280" y="11"/>
                    </a:cubicBezTo>
                    <a:cubicBezTo>
                      <a:pt x="675" y="29"/>
                      <a:pt x="156" y="478"/>
                      <a:pt x="70" y="1083"/>
                    </a:cubicBezTo>
                    <a:cubicBezTo>
                      <a:pt x="1" y="1446"/>
                      <a:pt x="208" y="1670"/>
                      <a:pt x="675" y="1688"/>
                    </a:cubicBezTo>
                    <a:cubicBezTo>
                      <a:pt x="1193" y="1480"/>
                      <a:pt x="1643" y="1135"/>
                      <a:pt x="1781" y="513"/>
                    </a:cubicBezTo>
                    <a:cubicBezTo>
                      <a:pt x="1843" y="250"/>
                      <a:pt x="1642" y="1"/>
                      <a:pt x="13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41"/>
              <p:cNvSpPr/>
              <p:nvPr/>
            </p:nvSpPr>
            <p:spPr>
              <a:xfrm>
                <a:off x="3550975" y="1955400"/>
                <a:ext cx="53600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5047" extrusionOk="0">
                    <a:moveTo>
                      <a:pt x="1297" y="0"/>
                    </a:moveTo>
                    <a:cubicBezTo>
                      <a:pt x="778" y="0"/>
                      <a:pt x="260" y="363"/>
                      <a:pt x="364" y="795"/>
                    </a:cubicBezTo>
                    <a:cubicBezTo>
                      <a:pt x="640" y="1850"/>
                      <a:pt x="122" y="2731"/>
                      <a:pt x="1" y="3491"/>
                    </a:cubicBezTo>
                    <a:cubicBezTo>
                      <a:pt x="70" y="4338"/>
                      <a:pt x="1" y="5047"/>
                      <a:pt x="951" y="5047"/>
                    </a:cubicBezTo>
                    <a:cubicBezTo>
                      <a:pt x="1781" y="5047"/>
                      <a:pt x="1971" y="4476"/>
                      <a:pt x="2040" y="3785"/>
                    </a:cubicBezTo>
                    <a:cubicBezTo>
                      <a:pt x="2144" y="2748"/>
                      <a:pt x="1642" y="1746"/>
                      <a:pt x="1936" y="692"/>
                    </a:cubicBezTo>
                    <a:cubicBezTo>
                      <a:pt x="2023" y="381"/>
                      <a:pt x="1712" y="0"/>
                      <a:pt x="12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41"/>
              <p:cNvSpPr/>
              <p:nvPr/>
            </p:nvSpPr>
            <p:spPr>
              <a:xfrm>
                <a:off x="3910000" y="2161475"/>
                <a:ext cx="93775" cy="45400"/>
              </a:xfrm>
              <a:custGeom>
                <a:avLst/>
                <a:gdLst/>
                <a:ahLst/>
                <a:cxnLst/>
                <a:rect l="l" t="t" r="r" b="b"/>
                <a:pathLst>
                  <a:path w="3751" h="1816" extrusionOk="0">
                    <a:moveTo>
                      <a:pt x="1383" y="1"/>
                    </a:moveTo>
                    <a:cubicBezTo>
                      <a:pt x="778" y="87"/>
                      <a:pt x="1" y="18"/>
                      <a:pt x="122" y="640"/>
                    </a:cubicBezTo>
                    <a:cubicBezTo>
                      <a:pt x="329" y="1625"/>
                      <a:pt x="1297" y="1815"/>
                      <a:pt x="2195" y="1815"/>
                    </a:cubicBezTo>
                    <a:cubicBezTo>
                      <a:pt x="2835" y="1815"/>
                      <a:pt x="3751" y="1712"/>
                      <a:pt x="3613" y="951"/>
                    </a:cubicBezTo>
                    <a:cubicBezTo>
                      <a:pt x="3466" y="240"/>
                      <a:pt x="2970" y="188"/>
                      <a:pt x="2455" y="188"/>
                    </a:cubicBezTo>
                    <a:cubicBezTo>
                      <a:pt x="2366" y="188"/>
                      <a:pt x="2276" y="189"/>
                      <a:pt x="2187" y="189"/>
                    </a:cubicBezTo>
                    <a:cubicBezTo>
                      <a:pt x="1880" y="189"/>
                      <a:pt x="1588" y="170"/>
                      <a:pt x="138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41"/>
              <p:cNvSpPr/>
              <p:nvPr/>
            </p:nvSpPr>
            <p:spPr>
              <a:xfrm>
                <a:off x="4125600" y="2173875"/>
                <a:ext cx="50575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1504" extrusionOk="0">
                    <a:moveTo>
                      <a:pt x="1294" y="1"/>
                    </a:moveTo>
                    <a:cubicBezTo>
                      <a:pt x="1249" y="1"/>
                      <a:pt x="1204" y="3"/>
                      <a:pt x="1158" y="6"/>
                    </a:cubicBezTo>
                    <a:cubicBezTo>
                      <a:pt x="691" y="144"/>
                      <a:pt x="0" y="109"/>
                      <a:pt x="17" y="904"/>
                    </a:cubicBezTo>
                    <a:cubicBezTo>
                      <a:pt x="17" y="1352"/>
                      <a:pt x="364" y="1503"/>
                      <a:pt x="748" y="1503"/>
                    </a:cubicBezTo>
                    <a:cubicBezTo>
                      <a:pt x="809" y="1503"/>
                      <a:pt x="872" y="1499"/>
                      <a:pt x="933" y="1492"/>
                    </a:cubicBezTo>
                    <a:cubicBezTo>
                      <a:pt x="1486" y="1440"/>
                      <a:pt x="2022" y="1233"/>
                      <a:pt x="2022" y="593"/>
                    </a:cubicBezTo>
                    <a:cubicBezTo>
                      <a:pt x="2022" y="156"/>
                      <a:pt x="1711" y="1"/>
                      <a:pt x="12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41"/>
              <p:cNvSpPr/>
              <p:nvPr/>
            </p:nvSpPr>
            <p:spPr>
              <a:xfrm>
                <a:off x="3415775" y="2038325"/>
                <a:ext cx="44925" cy="38175"/>
              </a:xfrm>
              <a:custGeom>
                <a:avLst/>
                <a:gdLst/>
                <a:ahLst/>
                <a:cxnLst/>
                <a:rect l="l" t="t" r="r" b="b"/>
                <a:pathLst>
                  <a:path w="1797" h="1527" extrusionOk="0">
                    <a:moveTo>
                      <a:pt x="812" y="0"/>
                    </a:moveTo>
                    <a:cubicBezTo>
                      <a:pt x="383" y="0"/>
                      <a:pt x="1" y="211"/>
                      <a:pt x="34" y="710"/>
                    </a:cubicBezTo>
                    <a:cubicBezTo>
                      <a:pt x="34" y="1164"/>
                      <a:pt x="400" y="1527"/>
                      <a:pt x="845" y="1527"/>
                    </a:cubicBezTo>
                    <a:cubicBezTo>
                      <a:pt x="874" y="1527"/>
                      <a:pt x="903" y="1525"/>
                      <a:pt x="933" y="1522"/>
                    </a:cubicBezTo>
                    <a:cubicBezTo>
                      <a:pt x="1382" y="1522"/>
                      <a:pt x="1745" y="1315"/>
                      <a:pt x="1797" y="796"/>
                    </a:cubicBezTo>
                    <a:cubicBezTo>
                      <a:pt x="1745" y="226"/>
                      <a:pt x="1330" y="19"/>
                      <a:pt x="864" y="1"/>
                    </a:cubicBezTo>
                    <a:cubicBezTo>
                      <a:pt x="847" y="1"/>
                      <a:pt x="829" y="0"/>
                      <a:pt x="8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21" name="Google Shape;1821;p41"/>
            <p:cNvGrpSpPr/>
            <p:nvPr/>
          </p:nvGrpSpPr>
          <p:grpSpPr>
            <a:xfrm>
              <a:off x="715098" y="1654990"/>
              <a:ext cx="4409424" cy="2349061"/>
              <a:chOff x="233350" y="949250"/>
              <a:chExt cx="7137300" cy="3802300"/>
            </a:xfrm>
          </p:grpSpPr>
          <p:sp>
            <p:nvSpPr>
              <p:cNvPr id="1822" name="Google Shape;1822;p41"/>
              <p:cNvSpPr/>
              <p:nvPr/>
            </p:nvSpPr>
            <p:spPr>
              <a:xfrm>
                <a:off x="4428450" y="2808675"/>
                <a:ext cx="1478900" cy="330100"/>
              </a:xfrm>
              <a:custGeom>
                <a:avLst/>
                <a:gdLst/>
                <a:ahLst/>
                <a:cxnLst/>
                <a:rect l="l" t="t" r="r" b="b"/>
                <a:pathLst>
                  <a:path w="59156" h="13204" extrusionOk="0">
                    <a:moveTo>
                      <a:pt x="1" y="0"/>
                    </a:moveTo>
                    <a:lnTo>
                      <a:pt x="1" y="0"/>
                    </a:lnTo>
                    <a:close/>
                    <a:moveTo>
                      <a:pt x="59155" y="13203"/>
                    </a:move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41"/>
              <p:cNvSpPr/>
              <p:nvPr/>
            </p:nvSpPr>
            <p:spPr>
              <a:xfrm>
                <a:off x="2909400" y="1076125"/>
                <a:ext cx="4118650" cy="3109225"/>
              </a:xfrm>
              <a:custGeom>
                <a:avLst/>
                <a:gdLst/>
                <a:ahLst/>
                <a:cxnLst/>
                <a:rect l="l" t="t" r="r" b="b"/>
                <a:pathLst>
                  <a:path w="164746" h="124369" extrusionOk="0">
                    <a:moveTo>
                      <a:pt x="49520" y="11070"/>
                    </a:moveTo>
                    <a:cubicBezTo>
                      <a:pt x="49737" y="11070"/>
                      <a:pt x="49861" y="11136"/>
                      <a:pt x="49875" y="11358"/>
                    </a:cubicBezTo>
                    <a:cubicBezTo>
                      <a:pt x="49875" y="11575"/>
                      <a:pt x="49818" y="11698"/>
                      <a:pt x="49684" y="11698"/>
                    </a:cubicBezTo>
                    <a:cubicBezTo>
                      <a:pt x="49636" y="11698"/>
                      <a:pt x="49580" y="11683"/>
                      <a:pt x="49512" y="11651"/>
                    </a:cubicBezTo>
                    <a:cubicBezTo>
                      <a:pt x="49305" y="11565"/>
                      <a:pt x="49115" y="11444"/>
                      <a:pt x="48925" y="11323"/>
                    </a:cubicBezTo>
                    <a:lnTo>
                      <a:pt x="49339" y="11081"/>
                    </a:lnTo>
                    <a:cubicBezTo>
                      <a:pt x="49405" y="11074"/>
                      <a:pt x="49465" y="11070"/>
                      <a:pt x="49520" y="11070"/>
                    </a:cubicBezTo>
                    <a:close/>
                    <a:moveTo>
                      <a:pt x="46983" y="11081"/>
                    </a:moveTo>
                    <a:cubicBezTo>
                      <a:pt x="47014" y="11081"/>
                      <a:pt x="47051" y="11087"/>
                      <a:pt x="47093" y="11098"/>
                    </a:cubicBezTo>
                    <a:cubicBezTo>
                      <a:pt x="47369" y="11185"/>
                      <a:pt x="47870" y="11168"/>
                      <a:pt x="47767" y="11686"/>
                    </a:cubicBezTo>
                    <a:cubicBezTo>
                      <a:pt x="47732" y="11893"/>
                      <a:pt x="47888" y="12274"/>
                      <a:pt x="47490" y="12343"/>
                    </a:cubicBezTo>
                    <a:cubicBezTo>
                      <a:pt x="47110" y="12222"/>
                      <a:pt x="46834" y="11893"/>
                      <a:pt x="46799" y="11496"/>
                    </a:cubicBezTo>
                    <a:cubicBezTo>
                      <a:pt x="46784" y="11302"/>
                      <a:pt x="46782" y="11081"/>
                      <a:pt x="46983" y="11081"/>
                    </a:cubicBezTo>
                    <a:close/>
                    <a:moveTo>
                      <a:pt x="38158" y="11530"/>
                    </a:moveTo>
                    <a:cubicBezTo>
                      <a:pt x="38279" y="11530"/>
                      <a:pt x="38417" y="11703"/>
                      <a:pt x="38642" y="11876"/>
                    </a:cubicBezTo>
                    <a:cubicBezTo>
                      <a:pt x="38366" y="12118"/>
                      <a:pt x="38089" y="12360"/>
                      <a:pt x="37778" y="12585"/>
                    </a:cubicBezTo>
                    <a:cubicBezTo>
                      <a:pt x="35549" y="13967"/>
                      <a:pt x="35514" y="15903"/>
                      <a:pt x="37692" y="17268"/>
                    </a:cubicBezTo>
                    <a:cubicBezTo>
                      <a:pt x="38003" y="17458"/>
                      <a:pt x="38227" y="17631"/>
                      <a:pt x="38158" y="18080"/>
                    </a:cubicBezTo>
                    <a:cubicBezTo>
                      <a:pt x="38106" y="18529"/>
                      <a:pt x="37951" y="18599"/>
                      <a:pt x="37553" y="18737"/>
                    </a:cubicBezTo>
                    <a:cubicBezTo>
                      <a:pt x="36568" y="19117"/>
                      <a:pt x="36309" y="19981"/>
                      <a:pt x="36378" y="20949"/>
                    </a:cubicBezTo>
                    <a:cubicBezTo>
                      <a:pt x="36427" y="21679"/>
                      <a:pt x="36279" y="22143"/>
                      <a:pt x="35819" y="22143"/>
                    </a:cubicBezTo>
                    <a:cubicBezTo>
                      <a:pt x="35625" y="22143"/>
                      <a:pt x="35377" y="22061"/>
                      <a:pt x="35065" y="21882"/>
                    </a:cubicBezTo>
                    <a:cubicBezTo>
                      <a:pt x="34913" y="21798"/>
                      <a:pt x="34745" y="21754"/>
                      <a:pt x="34578" y="21754"/>
                    </a:cubicBezTo>
                    <a:cubicBezTo>
                      <a:pt x="34403" y="21754"/>
                      <a:pt x="34230" y="21802"/>
                      <a:pt x="34080" y="21899"/>
                    </a:cubicBezTo>
                    <a:cubicBezTo>
                      <a:pt x="33134" y="22372"/>
                      <a:pt x="32094" y="22613"/>
                      <a:pt x="31041" y="22613"/>
                    </a:cubicBezTo>
                    <a:cubicBezTo>
                      <a:pt x="30747" y="22613"/>
                      <a:pt x="30451" y="22594"/>
                      <a:pt x="30157" y="22556"/>
                    </a:cubicBezTo>
                    <a:cubicBezTo>
                      <a:pt x="29915" y="22521"/>
                      <a:pt x="29759" y="22608"/>
                      <a:pt x="29829" y="22262"/>
                    </a:cubicBezTo>
                    <a:lnTo>
                      <a:pt x="29829" y="22262"/>
                    </a:lnTo>
                    <a:lnTo>
                      <a:pt x="29829" y="22279"/>
                    </a:lnTo>
                    <a:cubicBezTo>
                      <a:pt x="29898" y="21986"/>
                      <a:pt x="29984" y="21882"/>
                      <a:pt x="30364" y="21830"/>
                    </a:cubicBezTo>
                    <a:cubicBezTo>
                      <a:pt x="31505" y="21675"/>
                      <a:pt x="32836" y="21467"/>
                      <a:pt x="33354" y="20361"/>
                    </a:cubicBezTo>
                    <a:cubicBezTo>
                      <a:pt x="33821" y="19342"/>
                      <a:pt x="33872" y="18184"/>
                      <a:pt x="34927" y="17458"/>
                    </a:cubicBezTo>
                    <a:cubicBezTo>
                      <a:pt x="35238" y="17216"/>
                      <a:pt x="34978" y="16836"/>
                      <a:pt x="34667" y="16594"/>
                    </a:cubicBezTo>
                    <a:cubicBezTo>
                      <a:pt x="33216" y="15436"/>
                      <a:pt x="33907" y="14572"/>
                      <a:pt x="35099" y="13846"/>
                    </a:cubicBezTo>
                    <a:cubicBezTo>
                      <a:pt x="35860" y="13380"/>
                      <a:pt x="36724" y="13086"/>
                      <a:pt x="37018" y="12066"/>
                    </a:cubicBezTo>
                    <a:cubicBezTo>
                      <a:pt x="37156" y="11582"/>
                      <a:pt x="37709" y="11548"/>
                      <a:pt x="38158" y="11530"/>
                    </a:cubicBezTo>
                    <a:close/>
                    <a:moveTo>
                      <a:pt x="46802" y="32066"/>
                    </a:moveTo>
                    <a:cubicBezTo>
                      <a:pt x="47245" y="32066"/>
                      <a:pt x="47720" y="32469"/>
                      <a:pt x="47888" y="33080"/>
                    </a:cubicBezTo>
                    <a:cubicBezTo>
                      <a:pt x="48059" y="33754"/>
                      <a:pt x="48393" y="34225"/>
                      <a:pt x="48918" y="34225"/>
                    </a:cubicBezTo>
                    <a:cubicBezTo>
                      <a:pt x="49080" y="34225"/>
                      <a:pt x="49261" y="34181"/>
                      <a:pt x="49460" y="34083"/>
                    </a:cubicBezTo>
                    <a:cubicBezTo>
                      <a:pt x="50103" y="33764"/>
                      <a:pt x="50701" y="33627"/>
                      <a:pt x="51269" y="33627"/>
                    </a:cubicBezTo>
                    <a:cubicBezTo>
                      <a:pt x="52489" y="33627"/>
                      <a:pt x="53566" y="34260"/>
                      <a:pt x="54628" y="35085"/>
                    </a:cubicBezTo>
                    <a:cubicBezTo>
                      <a:pt x="54818" y="35223"/>
                      <a:pt x="55008" y="35396"/>
                      <a:pt x="55163" y="35586"/>
                    </a:cubicBezTo>
                    <a:cubicBezTo>
                      <a:pt x="55543" y="36053"/>
                      <a:pt x="56684" y="36070"/>
                      <a:pt x="56321" y="36917"/>
                    </a:cubicBezTo>
                    <a:lnTo>
                      <a:pt x="56321" y="36934"/>
                    </a:lnTo>
                    <a:cubicBezTo>
                      <a:pt x="56149" y="37350"/>
                      <a:pt x="55751" y="37415"/>
                      <a:pt x="55318" y="37415"/>
                    </a:cubicBezTo>
                    <a:cubicBezTo>
                      <a:pt x="55122" y="37415"/>
                      <a:pt x="54919" y="37401"/>
                      <a:pt x="54727" y="37401"/>
                    </a:cubicBezTo>
                    <a:cubicBezTo>
                      <a:pt x="54620" y="37401"/>
                      <a:pt x="54517" y="37405"/>
                      <a:pt x="54420" y="37418"/>
                    </a:cubicBezTo>
                    <a:cubicBezTo>
                      <a:pt x="54278" y="37432"/>
                      <a:pt x="54136" y="37440"/>
                      <a:pt x="53995" y="37440"/>
                    </a:cubicBezTo>
                    <a:cubicBezTo>
                      <a:pt x="53292" y="37440"/>
                      <a:pt x="52602" y="37262"/>
                      <a:pt x="51983" y="36917"/>
                    </a:cubicBezTo>
                    <a:cubicBezTo>
                      <a:pt x="51332" y="36539"/>
                      <a:pt x="50680" y="36418"/>
                      <a:pt x="50028" y="36418"/>
                    </a:cubicBezTo>
                    <a:cubicBezTo>
                      <a:pt x="48867" y="36418"/>
                      <a:pt x="47706" y="36802"/>
                      <a:pt x="46545" y="36802"/>
                    </a:cubicBezTo>
                    <a:cubicBezTo>
                      <a:pt x="46302" y="36802"/>
                      <a:pt x="46058" y="36785"/>
                      <a:pt x="45814" y="36744"/>
                    </a:cubicBezTo>
                    <a:cubicBezTo>
                      <a:pt x="44881" y="36588"/>
                      <a:pt x="44552" y="36105"/>
                      <a:pt x="44673" y="35241"/>
                    </a:cubicBezTo>
                    <a:cubicBezTo>
                      <a:pt x="44846" y="34083"/>
                      <a:pt x="45537" y="33115"/>
                      <a:pt x="46263" y="32320"/>
                    </a:cubicBezTo>
                    <a:cubicBezTo>
                      <a:pt x="46417" y="32145"/>
                      <a:pt x="46607" y="32066"/>
                      <a:pt x="46802" y="32066"/>
                    </a:cubicBezTo>
                    <a:close/>
                    <a:moveTo>
                      <a:pt x="64554" y="31370"/>
                    </a:moveTo>
                    <a:cubicBezTo>
                      <a:pt x="64860" y="31370"/>
                      <a:pt x="65185" y="31437"/>
                      <a:pt x="65532" y="31594"/>
                    </a:cubicBezTo>
                    <a:cubicBezTo>
                      <a:pt x="65878" y="31767"/>
                      <a:pt x="65930" y="32251"/>
                      <a:pt x="65636" y="32493"/>
                    </a:cubicBezTo>
                    <a:cubicBezTo>
                      <a:pt x="64063" y="34065"/>
                      <a:pt x="64184" y="35085"/>
                      <a:pt x="65895" y="36588"/>
                    </a:cubicBezTo>
                    <a:cubicBezTo>
                      <a:pt x="67243" y="37815"/>
                      <a:pt x="67762" y="39544"/>
                      <a:pt x="68211" y="41237"/>
                    </a:cubicBezTo>
                    <a:cubicBezTo>
                      <a:pt x="68364" y="41802"/>
                      <a:pt x="68057" y="41990"/>
                      <a:pt x="67435" y="41990"/>
                    </a:cubicBezTo>
                    <a:cubicBezTo>
                      <a:pt x="67353" y="41990"/>
                      <a:pt x="67266" y="41986"/>
                      <a:pt x="67174" y="41980"/>
                    </a:cubicBezTo>
                    <a:cubicBezTo>
                      <a:pt x="66517" y="41064"/>
                      <a:pt x="64271" y="41825"/>
                      <a:pt x="64547" y="39146"/>
                    </a:cubicBezTo>
                    <a:lnTo>
                      <a:pt x="64547" y="39146"/>
                    </a:lnTo>
                    <a:lnTo>
                      <a:pt x="64547" y="39181"/>
                    </a:lnTo>
                    <a:cubicBezTo>
                      <a:pt x="64685" y="37885"/>
                      <a:pt x="63113" y="36295"/>
                      <a:pt x="62076" y="35050"/>
                    </a:cubicBezTo>
                    <a:cubicBezTo>
                      <a:pt x="61281" y="34100"/>
                      <a:pt x="61385" y="33288"/>
                      <a:pt x="62076" y="32683"/>
                    </a:cubicBezTo>
                    <a:cubicBezTo>
                      <a:pt x="62786" y="32052"/>
                      <a:pt x="63577" y="31370"/>
                      <a:pt x="64554" y="31370"/>
                    </a:cubicBezTo>
                    <a:close/>
                    <a:moveTo>
                      <a:pt x="30705" y="33465"/>
                    </a:moveTo>
                    <a:cubicBezTo>
                      <a:pt x="30874" y="33465"/>
                      <a:pt x="31043" y="33637"/>
                      <a:pt x="31090" y="33720"/>
                    </a:cubicBezTo>
                    <a:cubicBezTo>
                      <a:pt x="31920" y="35120"/>
                      <a:pt x="33579" y="35258"/>
                      <a:pt x="34719" y="36226"/>
                    </a:cubicBezTo>
                    <a:cubicBezTo>
                      <a:pt x="36205" y="37487"/>
                      <a:pt x="36275" y="39354"/>
                      <a:pt x="37191" y="40822"/>
                    </a:cubicBezTo>
                    <a:cubicBezTo>
                      <a:pt x="37484" y="41289"/>
                      <a:pt x="37571" y="41980"/>
                      <a:pt x="37968" y="42274"/>
                    </a:cubicBezTo>
                    <a:cubicBezTo>
                      <a:pt x="38403" y="42594"/>
                      <a:pt x="39075" y="43217"/>
                      <a:pt x="39556" y="43217"/>
                    </a:cubicBezTo>
                    <a:cubicBezTo>
                      <a:pt x="39725" y="43217"/>
                      <a:pt x="39870" y="43141"/>
                      <a:pt x="39973" y="42948"/>
                    </a:cubicBezTo>
                    <a:cubicBezTo>
                      <a:pt x="40336" y="42274"/>
                      <a:pt x="41234" y="41289"/>
                      <a:pt x="40543" y="40183"/>
                    </a:cubicBezTo>
                    <a:cubicBezTo>
                      <a:pt x="40301" y="39803"/>
                      <a:pt x="39610" y="39215"/>
                      <a:pt x="40284" y="38904"/>
                    </a:cubicBezTo>
                    <a:cubicBezTo>
                      <a:pt x="40592" y="38765"/>
                      <a:pt x="41024" y="38302"/>
                      <a:pt x="41439" y="38302"/>
                    </a:cubicBezTo>
                    <a:cubicBezTo>
                      <a:pt x="41746" y="38302"/>
                      <a:pt x="42043" y="38557"/>
                      <a:pt x="42271" y="39388"/>
                    </a:cubicBezTo>
                    <a:cubicBezTo>
                      <a:pt x="42782" y="41200"/>
                      <a:pt x="43748" y="43327"/>
                      <a:pt x="46038" y="43327"/>
                    </a:cubicBezTo>
                    <a:cubicBezTo>
                      <a:pt x="46150" y="43327"/>
                      <a:pt x="46266" y="43321"/>
                      <a:pt x="46384" y="43311"/>
                    </a:cubicBezTo>
                    <a:cubicBezTo>
                      <a:pt x="46463" y="43304"/>
                      <a:pt x="46542" y="43300"/>
                      <a:pt x="46620" y="43300"/>
                    </a:cubicBezTo>
                    <a:cubicBezTo>
                      <a:pt x="47585" y="43300"/>
                      <a:pt x="48526" y="43802"/>
                      <a:pt x="49487" y="43802"/>
                    </a:cubicBezTo>
                    <a:cubicBezTo>
                      <a:pt x="49955" y="43802"/>
                      <a:pt x="50429" y="43683"/>
                      <a:pt x="50912" y="43328"/>
                    </a:cubicBezTo>
                    <a:cubicBezTo>
                      <a:pt x="51106" y="43191"/>
                      <a:pt x="51242" y="43135"/>
                      <a:pt x="51336" y="43135"/>
                    </a:cubicBezTo>
                    <a:cubicBezTo>
                      <a:pt x="51643" y="43135"/>
                      <a:pt x="51508" y="43736"/>
                      <a:pt x="51534" y="44054"/>
                    </a:cubicBezTo>
                    <a:cubicBezTo>
                      <a:pt x="51845" y="45488"/>
                      <a:pt x="50843" y="46629"/>
                      <a:pt x="50618" y="47942"/>
                    </a:cubicBezTo>
                    <a:cubicBezTo>
                      <a:pt x="50585" y="48144"/>
                      <a:pt x="50240" y="48444"/>
                      <a:pt x="50046" y="48444"/>
                    </a:cubicBezTo>
                    <a:cubicBezTo>
                      <a:pt x="50041" y="48444"/>
                      <a:pt x="50036" y="48444"/>
                      <a:pt x="50031" y="48444"/>
                    </a:cubicBezTo>
                    <a:cubicBezTo>
                      <a:pt x="49523" y="48389"/>
                      <a:pt x="49010" y="48372"/>
                      <a:pt x="48494" y="48372"/>
                    </a:cubicBezTo>
                    <a:cubicBezTo>
                      <a:pt x="47534" y="48372"/>
                      <a:pt x="46564" y="48433"/>
                      <a:pt x="45600" y="48433"/>
                    </a:cubicBezTo>
                    <a:cubicBezTo>
                      <a:pt x="43779" y="48433"/>
                      <a:pt x="41984" y="48215"/>
                      <a:pt x="40336" y="46957"/>
                    </a:cubicBezTo>
                    <a:cubicBezTo>
                      <a:pt x="40033" y="46726"/>
                      <a:pt x="39675" y="46623"/>
                      <a:pt x="39308" y="46623"/>
                    </a:cubicBezTo>
                    <a:cubicBezTo>
                      <a:pt x="38250" y="46623"/>
                      <a:pt x="37116" y="47478"/>
                      <a:pt x="37000" y="48582"/>
                    </a:cubicBezTo>
                    <a:cubicBezTo>
                      <a:pt x="36972" y="48947"/>
                      <a:pt x="36796" y="49426"/>
                      <a:pt x="36527" y="49426"/>
                    </a:cubicBezTo>
                    <a:cubicBezTo>
                      <a:pt x="36465" y="49426"/>
                      <a:pt x="36398" y="49400"/>
                      <a:pt x="36326" y="49342"/>
                    </a:cubicBezTo>
                    <a:cubicBezTo>
                      <a:pt x="35376" y="48582"/>
                      <a:pt x="34045" y="48772"/>
                      <a:pt x="33147" y="47752"/>
                    </a:cubicBezTo>
                    <a:cubicBezTo>
                      <a:pt x="32334" y="46819"/>
                      <a:pt x="30900" y="46785"/>
                      <a:pt x="29673" y="46525"/>
                    </a:cubicBezTo>
                    <a:cubicBezTo>
                      <a:pt x="28913" y="46370"/>
                      <a:pt x="27807" y="46422"/>
                      <a:pt x="28567" y="44953"/>
                    </a:cubicBezTo>
                    <a:cubicBezTo>
                      <a:pt x="28982" y="44158"/>
                      <a:pt x="29034" y="43000"/>
                      <a:pt x="28515" y="42257"/>
                    </a:cubicBezTo>
                    <a:cubicBezTo>
                      <a:pt x="28230" y="41853"/>
                      <a:pt x="27848" y="41722"/>
                      <a:pt x="27412" y="41722"/>
                    </a:cubicBezTo>
                    <a:cubicBezTo>
                      <a:pt x="27028" y="41722"/>
                      <a:pt x="26602" y="41823"/>
                      <a:pt x="26165" y="41928"/>
                    </a:cubicBezTo>
                    <a:cubicBezTo>
                      <a:pt x="25497" y="42091"/>
                      <a:pt x="24818" y="42128"/>
                      <a:pt x="24133" y="42128"/>
                    </a:cubicBezTo>
                    <a:cubicBezTo>
                      <a:pt x="23569" y="42128"/>
                      <a:pt x="23001" y="42103"/>
                      <a:pt x="22432" y="42103"/>
                    </a:cubicBezTo>
                    <a:cubicBezTo>
                      <a:pt x="21707" y="42103"/>
                      <a:pt x="20980" y="42143"/>
                      <a:pt x="20255" y="42326"/>
                    </a:cubicBezTo>
                    <a:cubicBezTo>
                      <a:pt x="19287" y="42585"/>
                      <a:pt x="18319" y="42862"/>
                      <a:pt x="17559" y="43380"/>
                    </a:cubicBezTo>
                    <a:cubicBezTo>
                      <a:pt x="17082" y="43705"/>
                      <a:pt x="16613" y="43798"/>
                      <a:pt x="16149" y="43798"/>
                    </a:cubicBezTo>
                    <a:cubicBezTo>
                      <a:pt x="15538" y="43798"/>
                      <a:pt x="14935" y="43638"/>
                      <a:pt x="14326" y="43638"/>
                    </a:cubicBezTo>
                    <a:cubicBezTo>
                      <a:pt x="14292" y="43638"/>
                      <a:pt x="14258" y="43638"/>
                      <a:pt x="14223" y="43639"/>
                    </a:cubicBezTo>
                    <a:cubicBezTo>
                      <a:pt x="14120" y="43622"/>
                      <a:pt x="14016" y="43570"/>
                      <a:pt x="13930" y="43466"/>
                    </a:cubicBezTo>
                    <a:cubicBezTo>
                      <a:pt x="14043" y="43169"/>
                      <a:pt x="14308" y="43115"/>
                      <a:pt x="14562" y="43115"/>
                    </a:cubicBezTo>
                    <a:cubicBezTo>
                      <a:pt x="14617" y="43115"/>
                      <a:pt x="14672" y="43118"/>
                      <a:pt x="14725" y="43121"/>
                    </a:cubicBezTo>
                    <a:cubicBezTo>
                      <a:pt x="14838" y="43129"/>
                      <a:pt x="14949" y="43134"/>
                      <a:pt x="15058" y="43134"/>
                    </a:cubicBezTo>
                    <a:cubicBezTo>
                      <a:pt x="16723" y="43134"/>
                      <a:pt x="17967" y="42165"/>
                      <a:pt x="18388" y="40771"/>
                    </a:cubicBezTo>
                    <a:cubicBezTo>
                      <a:pt x="18976" y="38921"/>
                      <a:pt x="20808" y="38282"/>
                      <a:pt x="21482" y="37090"/>
                    </a:cubicBezTo>
                    <a:cubicBezTo>
                      <a:pt x="22174" y="35865"/>
                      <a:pt x="22770" y="35535"/>
                      <a:pt x="23579" y="35535"/>
                    </a:cubicBezTo>
                    <a:cubicBezTo>
                      <a:pt x="23899" y="35535"/>
                      <a:pt x="24254" y="35587"/>
                      <a:pt x="24661" y="35655"/>
                    </a:cubicBezTo>
                    <a:cubicBezTo>
                      <a:pt x="24682" y="35658"/>
                      <a:pt x="24703" y="35660"/>
                      <a:pt x="24725" y="35660"/>
                    </a:cubicBezTo>
                    <a:cubicBezTo>
                      <a:pt x="25065" y="35660"/>
                      <a:pt x="25513" y="35293"/>
                      <a:pt x="25854" y="35033"/>
                    </a:cubicBezTo>
                    <a:cubicBezTo>
                      <a:pt x="26267" y="34730"/>
                      <a:pt x="26584" y="34570"/>
                      <a:pt x="26849" y="34570"/>
                    </a:cubicBezTo>
                    <a:cubicBezTo>
                      <a:pt x="27249" y="34570"/>
                      <a:pt x="27529" y="34935"/>
                      <a:pt x="27841" y="35724"/>
                    </a:cubicBezTo>
                    <a:cubicBezTo>
                      <a:pt x="28325" y="36969"/>
                      <a:pt x="29742" y="37574"/>
                      <a:pt x="30952" y="38161"/>
                    </a:cubicBezTo>
                    <a:cubicBezTo>
                      <a:pt x="31712" y="38524"/>
                      <a:pt x="32732" y="38852"/>
                      <a:pt x="32680" y="39716"/>
                    </a:cubicBezTo>
                    <a:cubicBezTo>
                      <a:pt x="32594" y="40753"/>
                      <a:pt x="31488" y="40546"/>
                      <a:pt x="30710" y="40615"/>
                    </a:cubicBezTo>
                    <a:cubicBezTo>
                      <a:pt x="30312" y="40650"/>
                      <a:pt x="29794" y="40598"/>
                      <a:pt x="29673" y="41134"/>
                    </a:cubicBezTo>
                    <a:cubicBezTo>
                      <a:pt x="29552" y="41669"/>
                      <a:pt x="30036" y="41825"/>
                      <a:pt x="30382" y="42032"/>
                    </a:cubicBezTo>
                    <a:cubicBezTo>
                      <a:pt x="30898" y="42336"/>
                      <a:pt x="31474" y="42934"/>
                      <a:pt x="32011" y="42934"/>
                    </a:cubicBezTo>
                    <a:cubicBezTo>
                      <a:pt x="32175" y="42934"/>
                      <a:pt x="32336" y="42878"/>
                      <a:pt x="32490" y="42741"/>
                    </a:cubicBezTo>
                    <a:cubicBezTo>
                      <a:pt x="33354" y="41963"/>
                      <a:pt x="33890" y="40788"/>
                      <a:pt x="34512" y="39751"/>
                    </a:cubicBezTo>
                    <a:cubicBezTo>
                      <a:pt x="34586" y="39617"/>
                      <a:pt x="34289" y="39329"/>
                      <a:pt x="34602" y="39329"/>
                    </a:cubicBezTo>
                    <a:cubicBezTo>
                      <a:pt x="34653" y="39329"/>
                      <a:pt x="34719" y="39337"/>
                      <a:pt x="34806" y="39354"/>
                    </a:cubicBezTo>
                    <a:cubicBezTo>
                      <a:pt x="34890" y="39373"/>
                      <a:pt x="34965" y="39381"/>
                      <a:pt x="35031" y="39381"/>
                    </a:cubicBezTo>
                    <a:cubicBezTo>
                      <a:pt x="35567" y="39381"/>
                      <a:pt x="35557" y="38814"/>
                      <a:pt x="35341" y="38507"/>
                    </a:cubicBezTo>
                    <a:cubicBezTo>
                      <a:pt x="34806" y="37781"/>
                      <a:pt x="34546" y="36658"/>
                      <a:pt x="33561" y="36468"/>
                    </a:cubicBezTo>
                    <a:cubicBezTo>
                      <a:pt x="32248" y="36208"/>
                      <a:pt x="31591" y="35206"/>
                      <a:pt x="30727" y="34411"/>
                    </a:cubicBezTo>
                    <a:cubicBezTo>
                      <a:pt x="30468" y="34169"/>
                      <a:pt x="30278" y="33910"/>
                      <a:pt x="30485" y="33599"/>
                    </a:cubicBezTo>
                    <a:cubicBezTo>
                      <a:pt x="30551" y="33501"/>
                      <a:pt x="30628" y="33465"/>
                      <a:pt x="30705" y="33465"/>
                    </a:cubicBezTo>
                    <a:close/>
                    <a:moveTo>
                      <a:pt x="65829" y="50622"/>
                    </a:moveTo>
                    <a:cubicBezTo>
                      <a:pt x="66138" y="50622"/>
                      <a:pt x="66376" y="50877"/>
                      <a:pt x="66569" y="51209"/>
                    </a:cubicBezTo>
                    <a:cubicBezTo>
                      <a:pt x="67601" y="52923"/>
                      <a:pt x="68767" y="54401"/>
                      <a:pt x="70703" y="54401"/>
                    </a:cubicBezTo>
                    <a:cubicBezTo>
                      <a:pt x="71167" y="54401"/>
                      <a:pt x="71676" y="54316"/>
                      <a:pt x="72237" y="54129"/>
                    </a:cubicBezTo>
                    <a:cubicBezTo>
                      <a:pt x="72263" y="54119"/>
                      <a:pt x="72291" y="54114"/>
                      <a:pt x="72320" y="54114"/>
                    </a:cubicBezTo>
                    <a:cubicBezTo>
                      <a:pt x="72487" y="54114"/>
                      <a:pt x="72701" y="54260"/>
                      <a:pt x="72877" y="54319"/>
                    </a:cubicBezTo>
                    <a:cubicBezTo>
                      <a:pt x="72687" y="54406"/>
                      <a:pt x="72514" y="54527"/>
                      <a:pt x="72358" y="54665"/>
                    </a:cubicBezTo>
                    <a:lnTo>
                      <a:pt x="72358" y="54682"/>
                    </a:lnTo>
                    <a:cubicBezTo>
                      <a:pt x="71675" y="55659"/>
                      <a:pt x="71022" y="56681"/>
                      <a:pt x="69648" y="56681"/>
                    </a:cubicBezTo>
                    <a:cubicBezTo>
                      <a:pt x="69564" y="56681"/>
                      <a:pt x="69476" y="56678"/>
                      <a:pt x="69386" y="56669"/>
                    </a:cubicBezTo>
                    <a:cubicBezTo>
                      <a:pt x="69196" y="56600"/>
                      <a:pt x="68850" y="56549"/>
                      <a:pt x="68850" y="56445"/>
                    </a:cubicBezTo>
                    <a:cubicBezTo>
                      <a:pt x="68660" y="54216"/>
                      <a:pt x="66258" y="53559"/>
                      <a:pt x="65532" y="51727"/>
                    </a:cubicBezTo>
                    <a:cubicBezTo>
                      <a:pt x="65394" y="51381"/>
                      <a:pt x="64945" y="50932"/>
                      <a:pt x="65584" y="50673"/>
                    </a:cubicBezTo>
                    <a:cubicBezTo>
                      <a:pt x="65670" y="50638"/>
                      <a:pt x="65752" y="50622"/>
                      <a:pt x="65829" y="50622"/>
                    </a:cubicBezTo>
                    <a:close/>
                    <a:moveTo>
                      <a:pt x="50497" y="52695"/>
                    </a:moveTo>
                    <a:lnTo>
                      <a:pt x="50497" y="52695"/>
                    </a:lnTo>
                    <a:cubicBezTo>
                      <a:pt x="51016" y="52885"/>
                      <a:pt x="51863" y="52937"/>
                      <a:pt x="52001" y="53265"/>
                    </a:cubicBezTo>
                    <a:cubicBezTo>
                      <a:pt x="53055" y="55840"/>
                      <a:pt x="55734" y="57464"/>
                      <a:pt x="56114" y="60420"/>
                    </a:cubicBezTo>
                    <a:cubicBezTo>
                      <a:pt x="56252" y="61439"/>
                      <a:pt x="57323" y="61802"/>
                      <a:pt x="57859" y="62580"/>
                    </a:cubicBezTo>
                    <a:cubicBezTo>
                      <a:pt x="59294" y="64654"/>
                      <a:pt x="60106" y="66952"/>
                      <a:pt x="60763" y="69337"/>
                    </a:cubicBezTo>
                    <a:cubicBezTo>
                      <a:pt x="58533" y="67643"/>
                      <a:pt x="56615" y="65656"/>
                      <a:pt x="55336" y="63133"/>
                    </a:cubicBezTo>
                    <a:cubicBezTo>
                      <a:pt x="55198" y="62874"/>
                      <a:pt x="55008" y="62614"/>
                      <a:pt x="55008" y="62355"/>
                    </a:cubicBezTo>
                    <a:cubicBezTo>
                      <a:pt x="54990" y="58916"/>
                      <a:pt x="52139" y="56739"/>
                      <a:pt x="51189" y="53697"/>
                    </a:cubicBezTo>
                    <a:cubicBezTo>
                      <a:pt x="51085" y="53334"/>
                      <a:pt x="50739" y="53040"/>
                      <a:pt x="50497" y="52695"/>
                    </a:cubicBezTo>
                    <a:close/>
                    <a:moveTo>
                      <a:pt x="87976" y="1"/>
                    </a:moveTo>
                    <a:cubicBezTo>
                      <a:pt x="87018" y="1"/>
                      <a:pt x="85745" y="1010"/>
                      <a:pt x="84455" y="1127"/>
                    </a:cubicBezTo>
                    <a:cubicBezTo>
                      <a:pt x="83776" y="1176"/>
                      <a:pt x="83111" y="1512"/>
                      <a:pt x="82448" y="1512"/>
                    </a:cubicBezTo>
                    <a:cubicBezTo>
                      <a:pt x="82403" y="1512"/>
                      <a:pt x="82358" y="1511"/>
                      <a:pt x="82313" y="1507"/>
                    </a:cubicBezTo>
                    <a:cubicBezTo>
                      <a:pt x="82281" y="1506"/>
                      <a:pt x="82250" y="1506"/>
                      <a:pt x="82218" y="1506"/>
                    </a:cubicBezTo>
                    <a:cubicBezTo>
                      <a:pt x="80376" y="1506"/>
                      <a:pt x="79245" y="3375"/>
                      <a:pt x="77443" y="3375"/>
                    </a:cubicBezTo>
                    <a:cubicBezTo>
                      <a:pt x="77340" y="3375"/>
                      <a:pt x="77235" y="3369"/>
                      <a:pt x="77128" y="3356"/>
                    </a:cubicBezTo>
                    <a:cubicBezTo>
                      <a:pt x="77026" y="3344"/>
                      <a:pt x="76928" y="3335"/>
                      <a:pt x="76837" y="3335"/>
                    </a:cubicBezTo>
                    <a:cubicBezTo>
                      <a:pt x="76434" y="3335"/>
                      <a:pt x="76136" y="3491"/>
                      <a:pt x="75953" y="4082"/>
                    </a:cubicBezTo>
                    <a:cubicBezTo>
                      <a:pt x="75843" y="4459"/>
                      <a:pt x="75132" y="4980"/>
                      <a:pt x="74758" y="4980"/>
                    </a:cubicBezTo>
                    <a:cubicBezTo>
                      <a:pt x="74720" y="4980"/>
                      <a:pt x="74687" y="4974"/>
                      <a:pt x="74657" y="4964"/>
                    </a:cubicBezTo>
                    <a:cubicBezTo>
                      <a:pt x="73910" y="4715"/>
                      <a:pt x="73366" y="4590"/>
                      <a:pt x="73013" y="4590"/>
                    </a:cubicBezTo>
                    <a:cubicBezTo>
                      <a:pt x="72190" y="4590"/>
                      <a:pt x="72409" y="5268"/>
                      <a:pt x="73534" y="6623"/>
                    </a:cubicBezTo>
                    <a:cubicBezTo>
                      <a:pt x="73585" y="6692"/>
                      <a:pt x="73499" y="6882"/>
                      <a:pt x="73482" y="7003"/>
                    </a:cubicBezTo>
                    <a:cubicBezTo>
                      <a:pt x="73413" y="6968"/>
                      <a:pt x="73292" y="6951"/>
                      <a:pt x="73240" y="6882"/>
                    </a:cubicBezTo>
                    <a:cubicBezTo>
                      <a:pt x="72877" y="6381"/>
                      <a:pt x="72324" y="5914"/>
                      <a:pt x="72220" y="5344"/>
                    </a:cubicBezTo>
                    <a:cubicBezTo>
                      <a:pt x="72065" y="4531"/>
                      <a:pt x="71961" y="3840"/>
                      <a:pt x="71010" y="3650"/>
                    </a:cubicBezTo>
                    <a:cubicBezTo>
                      <a:pt x="70839" y="3615"/>
                      <a:pt x="70680" y="3599"/>
                      <a:pt x="70533" y="3599"/>
                    </a:cubicBezTo>
                    <a:cubicBezTo>
                      <a:pt x="69359" y="3599"/>
                      <a:pt x="68898" y="4626"/>
                      <a:pt x="68315" y="5517"/>
                    </a:cubicBezTo>
                    <a:cubicBezTo>
                      <a:pt x="67865" y="6208"/>
                      <a:pt x="68349" y="6536"/>
                      <a:pt x="68729" y="6934"/>
                    </a:cubicBezTo>
                    <a:cubicBezTo>
                      <a:pt x="68798" y="7003"/>
                      <a:pt x="68850" y="7089"/>
                      <a:pt x="68902" y="7176"/>
                    </a:cubicBezTo>
                    <a:cubicBezTo>
                      <a:pt x="68817" y="7188"/>
                      <a:pt x="68731" y="7200"/>
                      <a:pt x="68645" y="7200"/>
                    </a:cubicBezTo>
                    <a:cubicBezTo>
                      <a:pt x="68610" y="7200"/>
                      <a:pt x="68575" y="7198"/>
                      <a:pt x="68539" y="7193"/>
                    </a:cubicBezTo>
                    <a:cubicBezTo>
                      <a:pt x="67376" y="7024"/>
                      <a:pt x="66212" y="6691"/>
                      <a:pt x="65033" y="6691"/>
                    </a:cubicBezTo>
                    <a:cubicBezTo>
                      <a:pt x="65003" y="6691"/>
                      <a:pt x="64974" y="6691"/>
                      <a:pt x="64945" y="6692"/>
                    </a:cubicBezTo>
                    <a:cubicBezTo>
                      <a:pt x="64584" y="6692"/>
                      <a:pt x="63909" y="6196"/>
                      <a:pt x="63437" y="6196"/>
                    </a:cubicBezTo>
                    <a:cubicBezTo>
                      <a:pt x="63072" y="6196"/>
                      <a:pt x="62827" y="6492"/>
                      <a:pt x="62940" y="7538"/>
                    </a:cubicBezTo>
                    <a:cubicBezTo>
                      <a:pt x="62940" y="7608"/>
                      <a:pt x="62525" y="7711"/>
                      <a:pt x="62283" y="7798"/>
                    </a:cubicBezTo>
                    <a:cubicBezTo>
                      <a:pt x="61879" y="7955"/>
                      <a:pt x="61464" y="8005"/>
                      <a:pt x="61043" y="8005"/>
                    </a:cubicBezTo>
                    <a:cubicBezTo>
                      <a:pt x="60325" y="8005"/>
                      <a:pt x="59591" y="7860"/>
                      <a:pt x="58870" y="7860"/>
                    </a:cubicBezTo>
                    <a:cubicBezTo>
                      <a:pt x="58295" y="7860"/>
                      <a:pt x="57729" y="7952"/>
                      <a:pt x="57185" y="8282"/>
                    </a:cubicBezTo>
                    <a:cubicBezTo>
                      <a:pt x="56736" y="8610"/>
                      <a:pt x="56304" y="8938"/>
                      <a:pt x="55837" y="9267"/>
                    </a:cubicBezTo>
                    <a:cubicBezTo>
                      <a:pt x="55671" y="9381"/>
                      <a:pt x="55417" y="9527"/>
                      <a:pt x="55226" y="9527"/>
                    </a:cubicBezTo>
                    <a:cubicBezTo>
                      <a:pt x="55100" y="9527"/>
                      <a:pt x="55001" y="9463"/>
                      <a:pt x="54973" y="9284"/>
                    </a:cubicBezTo>
                    <a:cubicBezTo>
                      <a:pt x="54819" y="8258"/>
                      <a:pt x="54209" y="8003"/>
                      <a:pt x="53545" y="8003"/>
                    </a:cubicBezTo>
                    <a:cubicBezTo>
                      <a:pt x="53313" y="8003"/>
                      <a:pt x="53075" y="8034"/>
                      <a:pt x="52848" y="8074"/>
                    </a:cubicBezTo>
                    <a:cubicBezTo>
                      <a:pt x="51897" y="8264"/>
                      <a:pt x="52416" y="9232"/>
                      <a:pt x="52295" y="9854"/>
                    </a:cubicBezTo>
                    <a:cubicBezTo>
                      <a:pt x="52156" y="10615"/>
                      <a:pt x="51344" y="10096"/>
                      <a:pt x="50998" y="10545"/>
                    </a:cubicBezTo>
                    <a:cubicBezTo>
                      <a:pt x="50949" y="10609"/>
                      <a:pt x="50910" y="10635"/>
                      <a:pt x="50880" y="10635"/>
                    </a:cubicBezTo>
                    <a:cubicBezTo>
                      <a:pt x="50805" y="10635"/>
                      <a:pt x="50789" y="10469"/>
                      <a:pt x="50826" y="10321"/>
                    </a:cubicBezTo>
                    <a:cubicBezTo>
                      <a:pt x="51033" y="8990"/>
                      <a:pt x="50221" y="8541"/>
                      <a:pt x="49115" y="8161"/>
                    </a:cubicBezTo>
                    <a:cubicBezTo>
                      <a:pt x="46903" y="7400"/>
                      <a:pt x="44535" y="7176"/>
                      <a:pt x="42392" y="6070"/>
                    </a:cubicBezTo>
                    <a:cubicBezTo>
                      <a:pt x="41667" y="5697"/>
                      <a:pt x="40852" y="5536"/>
                      <a:pt x="40032" y="5536"/>
                    </a:cubicBezTo>
                    <a:cubicBezTo>
                      <a:pt x="39367" y="5536"/>
                      <a:pt x="38699" y="5642"/>
                      <a:pt x="38072" y="5828"/>
                    </a:cubicBezTo>
                    <a:cubicBezTo>
                      <a:pt x="36033" y="6432"/>
                      <a:pt x="33838" y="6502"/>
                      <a:pt x="31989" y="7642"/>
                    </a:cubicBezTo>
                    <a:cubicBezTo>
                      <a:pt x="31263" y="8074"/>
                      <a:pt x="29206" y="7296"/>
                      <a:pt x="30226" y="9457"/>
                    </a:cubicBezTo>
                    <a:cubicBezTo>
                      <a:pt x="30278" y="9578"/>
                      <a:pt x="29984" y="9854"/>
                      <a:pt x="29863" y="10079"/>
                    </a:cubicBezTo>
                    <a:cubicBezTo>
                      <a:pt x="28653" y="12412"/>
                      <a:pt x="26234" y="13224"/>
                      <a:pt x="24229" y="14555"/>
                    </a:cubicBezTo>
                    <a:cubicBezTo>
                      <a:pt x="22536" y="15661"/>
                      <a:pt x="23486" y="17112"/>
                      <a:pt x="24022" y="18236"/>
                    </a:cubicBezTo>
                    <a:cubicBezTo>
                      <a:pt x="24328" y="18880"/>
                      <a:pt x="24972" y="19241"/>
                      <a:pt x="25627" y="19241"/>
                    </a:cubicBezTo>
                    <a:cubicBezTo>
                      <a:pt x="26008" y="19241"/>
                      <a:pt x="26393" y="19119"/>
                      <a:pt x="26718" y="18858"/>
                    </a:cubicBezTo>
                    <a:cubicBezTo>
                      <a:pt x="27228" y="18470"/>
                      <a:pt x="27609" y="18306"/>
                      <a:pt x="27903" y="18306"/>
                    </a:cubicBezTo>
                    <a:cubicBezTo>
                      <a:pt x="28524" y="18306"/>
                      <a:pt x="28748" y="19042"/>
                      <a:pt x="28947" y="19946"/>
                    </a:cubicBezTo>
                    <a:cubicBezTo>
                      <a:pt x="28982" y="20223"/>
                      <a:pt x="28999" y="20499"/>
                      <a:pt x="28982" y="20776"/>
                    </a:cubicBezTo>
                    <a:cubicBezTo>
                      <a:pt x="28774" y="20551"/>
                      <a:pt x="28446" y="20396"/>
                      <a:pt x="28342" y="20119"/>
                    </a:cubicBezTo>
                    <a:cubicBezTo>
                      <a:pt x="28124" y="19474"/>
                      <a:pt x="27849" y="19234"/>
                      <a:pt x="27528" y="19234"/>
                    </a:cubicBezTo>
                    <a:cubicBezTo>
                      <a:pt x="27212" y="19234"/>
                      <a:pt x="26853" y="19465"/>
                      <a:pt x="26459" y="19774"/>
                    </a:cubicBezTo>
                    <a:cubicBezTo>
                      <a:pt x="25646" y="20379"/>
                      <a:pt x="25958" y="21260"/>
                      <a:pt x="26130" y="21899"/>
                    </a:cubicBezTo>
                    <a:cubicBezTo>
                      <a:pt x="26459" y="23092"/>
                      <a:pt x="25802" y="23420"/>
                      <a:pt x="24938" y="23627"/>
                    </a:cubicBezTo>
                    <a:cubicBezTo>
                      <a:pt x="23901" y="23852"/>
                      <a:pt x="23072" y="24267"/>
                      <a:pt x="22553" y="25269"/>
                    </a:cubicBezTo>
                    <a:cubicBezTo>
                      <a:pt x="22273" y="25790"/>
                      <a:pt x="21682" y="26043"/>
                      <a:pt x="21157" y="26043"/>
                    </a:cubicBezTo>
                    <a:cubicBezTo>
                      <a:pt x="21003" y="26043"/>
                      <a:pt x="20855" y="26021"/>
                      <a:pt x="20721" y="25978"/>
                    </a:cubicBezTo>
                    <a:cubicBezTo>
                      <a:pt x="20116" y="25788"/>
                      <a:pt x="20963" y="25390"/>
                      <a:pt x="20946" y="24993"/>
                    </a:cubicBezTo>
                    <a:cubicBezTo>
                      <a:pt x="20929" y="24543"/>
                      <a:pt x="20738" y="24129"/>
                      <a:pt x="20410" y="23835"/>
                    </a:cubicBezTo>
                    <a:cubicBezTo>
                      <a:pt x="19477" y="22798"/>
                      <a:pt x="18354" y="21709"/>
                      <a:pt x="18215" y="20327"/>
                    </a:cubicBezTo>
                    <a:cubicBezTo>
                      <a:pt x="18098" y="19205"/>
                      <a:pt x="17332" y="17921"/>
                      <a:pt x="16200" y="17921"/>
                    </a:cubicBezTo>
                    <a:cubicBezTo>
                      <a:pt x="16163" y="17921"/>
                      <a:pt x="16127" y="17922"/>
                      <a:pt x="16090" y="17925"/>
                    </a:cubicBezTo>
                    <a:cubicBezTo>
                      <a:pt x="15105" y="17976"/>
                      <a:pt x="14068" y="18391"/>
                      <a:pt x="13930" y="19221"/>
                    </a:cubicBezTo>
                    <a:cubicBezTo>
                      <a:pt x="13670" y="20430"/>
                      <a:pt x="14137" y="21709"/>
                      <a:pt x="15122" y="22470"/>
                    </a:cubicBezTo>
                    <a:cubicBezTo>
                      <a:pt x="15952" y="23109"/>
                      <a:pt x="15952" y="23161"/>
                      <a:pt x="15589" y="23489"/>
                    </a:cubicBezTo>
                    <a:cubicBezTo>
                      <a:pt x="14448" y="24526"/>
                      <a:pt x="14915" y="26116"/>
                      <a:pt x="14292" y="27377"/>
                    </a:cubicBezTo>
                    <a:cubicBezTo>
                      <a:pt x="14143" y="27687"/>
                      <a:pt x="14420" y="27822"/>
                      <a:pt x="14760" y="27822"/>
                    </a:cubicBezTo>
                    <a:cubicBezTo>
                      <a:pt x="14932" y="27822"/>
                      <a:pt x="15121" y="27787"/>
                      <a:pt x="15278" y="27723"/>
                    </a:cubicBezTo>
                    <a:cubicBezTo>
                      <a:pt x="16510" y="27249"/>
                      <a:pt x="17772" y="26919"/>
                      <a:pt x="19089" y="26919"/>
                    </a:cubicBezTo>
                    <a:cubicBezTo>
                      <a:pt x="19212" y="26919"/>
                      <a:pt x="19336" y="26922"/>
                      <a:pt x="19460" y="26928"/>
                    </a:cubicBezTo>
                    <a:lnTo>
                      <a:pt x="19874" y="26928"/>
                    </a:lnTo>
                    <a:cubicBezTo>
                      <a:pt x="19840" y="26997"/>
                      <a:pt x="19823" y="27136"/>
                      <a:pt x="19753" y="27153"/>
                    </a:cubicBezTo>
                    <a:cubicBezTo>
                      <a:pt x="18630" y="27585"/>
                      <a:pt x="17507" y="28138"/>
                      <a:pt x="16349" y="28414"/>
                    </a:cubicBezTo>
                    <a:cubicBezTo>
                      <a:pt x="15692" y="28570"/>
                      <a:pt x="14915" y="28432"/>
                      <a:pt x="14707" y="29209"/>
                    </a:cubicBezTo>
                    <a:cubicBezTo>
                      <a:pt x="14500" y="30004"/>
                      <a:pt x="15260" y="30194"/>
                      <a:pt x="15813" y="30505"/>
                    </a:cubicBezTo>
                    <a:cubicBezTo>
                      <a:pt x="17161" y="31318"/>
                      <a:pt x="17369" y="32493"/>
                      <a:pt x="16867" y="33910"/>
                    </a:cubicBezTo>
                    <a:cubicBezTo>
                      <a:pt x="16664" y="34503"/>
                      <a:pt x="16349" y="34660"/>
                      <a:pt x="15995" y="34660"/>
                    </a:cubicBezTo>
                    <a:cubicBezTo>
                      <a:pt x="15626" y="34660"/>
                      <a:pt x="15216" y="34489"/>
                      <a:pt x="14846" y="34463"/>
                    </a:cubicBezTo>
                    <a:cubicBezTo>
                      <a:pt x="13916" y="34396"/>
                      <a:pt x="12987" y="34203"/>
                      <a:pt x="12042" y="34203"/>
                    </a:cubicBezTo>
                    <a:cubicBezTo>
                      <a:pt x="12003" y="34203"/>
                      <a:pt x="11964" y="34203"/>
                      <a:pt x="11925" y="34204"/>
                    </a:cubicBezTo>
                    <a:cubicBezTo>
                      <a:pt x="10957" y="34221"/>
                      <a:pt x="9834" y="34446"/>
                      <a:pt x="9989" y="35759"/>
                    </a:cubicBezTo>
                    <a:cubicBezTo>
                      <a:pt x="10128" y="37072"/>
                      <a:pt x="9834" y="38196"/>
                      <a:pt x="9592" y="39440"/>
                    </a:cubicBezTo>
                    <a:cubicBezTo>
                      <a:pt x="9385" y="40425"/>
                      <a:pt x="8693" y="42136"/>
                      <a:pt x="10542" y="42464"/>
                    </a:cubicBezTo>
                    <a:cubicBezTo>
                      <a:pt x="12305" y="42758"/>
                      <a:pt x="12668" y="43173"/>
                      <a:pt x="11735" y="44693"/>
                    </a:cubicBezTo>
                    <a:cubicBezTo>
                      <a:pt x="11389" y="45298"/>
                      <a:pt x="10888" y="45817"/>
                      <a:pt x="10300" y="46180"/>
                    </a:cubicBezTo>
                    <a:cubicBezTo>
                      <a:pt x="9108" y="46871"/>
                      <a:pt x="8175" y="47752"/>
                      <a:pt x="8313" y="49342"/>
                    </a:cubicBezTo>
                    <a:cubicBezTo>
                      <a:pt x="8365" y="49964"/>
                      <a:pt x="8140" y="50707"/>
                      <a:pt x="7535" y="50967"/>
                    </a:cubicBezTo>
                    <a:cubicBezTo>
                      <a:pt x="5168" y="52021"/>
                      <a:pt x="3768" y="53991"/>
                      <a:pt x="2662" y="56168"/>
                    </a:cubicBezTo>
                    <a:cubicBezTo>
                      <a:pt x="1781" y="57931"/>
                      <a:pt x="122" y="59469"/>
                      <a:pt x="1279" y="61888"/>
                    </a:cubicBezTo>
                    <a:cubicBezTo>
                      <a:pt x="1936" y="63236"/>
                      <a:pt x="1573" y="64792"/>
                      <a:pt x="830" y="66209"/>
                    </a:cubicBezTo>
                    <a:cubicBezTo>
                      <a:pt x="1" y="67781"/>
                      <a:pt x="744" y="70477"/>
                      <a:pt x="2126" y="71687"/>
                    </a:cubicBezTo>
                    <a:cubicBezTo>
                      <a:pt x="2420" y="71946"/>
                      <a:pt x="2662" y="72240"/>
                      <a:pt x="2818" y="72586"/>
                    </a:cubicBezTo>
                    <a:cubicBezTo>
                      <a:pt x="4027" y="75040"/>
                      <a:pt x="5462" y="77303"/>
                      <a:pt x="7881" y="78755"/>
                    </a:cubicBezTo>
                    <a:cubicBezTo>
                      <a:pt x="8455" y="79100"/>
                      <a:pt x="9053" y="79742"/>
                      <a:pt x="9645" y="79742"/>
                    </a:cubicBezTo>
                    <a:cubicBezTo>
                      <a:pt x="9766" y="79742"/>
                      <a:pt x="9887" y="79715"/>
                      <a:pt x="10007" y="79654"/>
                    </a:cubicBezTo>
                    <a:cubicBezTo>
                      <a:pt x="12824" y="78254"/>
                      <a:pt x="16142" y="79844"/>
                      <a:pt x="18889" y="77874"/>
                    </a:cubicBezTo>
                    <a:cubicBezTo>
                      <a:pt x="19326" y="77562"/>
                      <a:pt x="19938" y="77352"/>
                      <a:pt x="20558" y="77352"/>
                    </a:cubicBezTo>
                    <a:cubicBezTo>
                      <a:pt x="21313" y="77352"/>
                      <a:pt x="22079" y="77663"/>
                      <a:pt x="22553" y="78479"/>
                    </a:cubicBezTo>
                    <a:cubicBezTo>
                      <a:pt x="23034" y="79313"/>
                      <a:pt x="23538" y="79650"/>
                      <a:pt x="24283" y="79650"/>
                    </a:cubicBezTo>
                    <a:cubicBezTo>
                      <a:pt x="24448" y="79650"/>
                      <a:pt x="24626" y="79633"/>
                      <a:pt x="24817" y="79602"/>
                    </a:cubicBezTo>
                    <a:cubicBezTo>
                      <a:pt x="24994" y="79574"/>
                      <a:pt x="25161" y="79561"/>
                      <a:pt x="25317" y="79561"/>
                    </a:cubicBezTo>
                    <a:cubicBezTo>
                      <a:pt x="26715" y="79561"/>
                      <a:pt x="27271" y="80640"/>
                      <a:pt x="26960" y="82194"/>
                    </a:cubicBezTo>
                    <a:cubicBezTo>
                      <a:pt x="26683" y="83611"/>
                      <a:pt x="25750" y="85218"/>
                      <a:pt x="26545" y="86480"/>
                    </a:cubicBezTo>
                    <a:cubicBezTo>
                      <a:pt x="27461" y="87966"/>
                      <a:pt x="28515" y="89400"/>
                      <a:pt x="29206" y="90973"/>
                    </a:cubicBezTo>
                    <a:cubicBezTo>
                      <a:pt x="30416" y="93721"/>
                      <a:pt x="31298" y="96641"/>
                      <a:pt x="29777" y="99631"/>
                    </a:cubicBezTo>
                    <a:cubicBezTo>
                      <a:pt x="28809" y="101515"/>
                      <a:pt x="28619" y="103502"/>
                      <a:pt x="29535" y="105369"/>
                    </a:cubicBezTo>
                    <a:cubicBezTo>
                      <a:pt x="30503" y="107321"/>
                      <a:pt x="31228" y="109274"/>
                      <a:pt x="31488" y="111469"/>
                    </a:cubicBezTo>
                    <a:cubicBezTo>
                      <a:pt x="31712" y="113456"/>
                      <a:pt x="31695" y="115599"/>
                      <a:pt x="33371" y="117172"/>
                    </a:cubicBezTo>
                    <a:cubicBezTo>
                      <a:pt x="34322" y="118088"/>
                      <a:pt x="34581" y="119436"/>
                      <a:pt x="35013" y="120645"/>
                    </a:cubicBezTo>
                    <a:cubicBezTo>
                      <a:pt x="35393" y="121717"/>
                      <a:pt x="34546" y="123065"/>
                      <a:pt x="35843" y="123998"/>
                    </a:cubicBezTo>
                    <a:cubicBezTo>
                      <a:pt x="36206" y="124270"/>
                      <a:pt x="36549" y="124368"/>
                      <a:pt x="36881" y="124368"/>
                    </a:cubicBezTo>
                    <a:cubicBezTo>
                      <a:pt x="37735" y="124368"/>
                      <a:pt x="38515" y="123721"/>
                      <a:pt x="39372" y="123721"/>
                    </a:cubicBezTo>
                    <a:cubicBezTo>
                      <a:pt x="39388" y="123721"/>
                      <a:pt x="39404" y="123721"/>
                      <a:pt x="39420" y="123721"/>
                    </a:cubicBezTo>
                    <a:cubicBezTo>
                      <a:pt x="39526" y="123724"/>
                      <a:pt x="39630" y="123725"/>
                      <a:pt x="39734" y="123725"/>
                    </a:cubicBezTo>
                    <a:cubicBezTo>
                      <a:pt x="44937" y="123725"/>
                      <a:pt x="47636" y="120353"/>
                      <a:pt x="49754" y="116100"/>
                    </a:cubicBezTo>
                    <a:cubicBezTo>
                      <a:pt x="50186" y="115236"/>
                      <a:pt x="49720" y="113957"/>
                      <a:pt x="50826" y="113508"/>
                    </a:cubicBezTo>
                    <a:cubicBezTo>
                      <a:pt x="52761" y="112713"/>
                      <a:pt x="53193" y="111175"/>
                      <a:pt x="52692" y="109499"/>
                    </a:cubicBezTo>
                    <a:cubicBezTo>
                      <a:pt x="51949" y="107028"/>
                      <a:pt x="53297" y="106112"/>
                      <a:pt x="55181" y="105282"/>
                    </a:cubicBezTo>
                    <a:cubicBezTo>
                      <a:pt x="57773" y="104107"/>
                      <a:pt x="59449" y="98370"/>
                      <a:pt x="57963" y="96071"/>
                    </a:cubicBezTo>
                    <a:cubicBezTo>
                      <a:pt x="56770" y="94239"/>
                      <a:pt x="57099" y="92217"/>
                      <a:pt x="57444" y="90316"/>
                    </a:cubicBezTo>
                    <a:cubicBezTo>
                      <a:pt x="57911" y="87621"/>
                      <a:pt x="59933" y="85823"/>
                      <a:pt x="61851" y="84164"/>
                    </a:cubicBezTo>
                    <a:cubicBezTo>
                      <a:pt x="65601" y="80915"/>
                      <a:pt x="68055" y="76992"/>
                      <a:pt x="69109" y="72171"/>
                    </a:cubicBezTo>
                    <a:cubicBezTo>
                      <a:pt x="69271" y="71459"/>
                      <a:pt x="69266" y="70656"/>
                      <a:pt x="68371" y="70656"/>
                    </a:cubicBezTo>
                    <a:cubicBezTo>
                      <a:pt x="68311" y="70656"/>
                      <a:pt x="68246" y="70660"/>
                      <a:pt x="68176" y="70667"/>
                    </a:cubicBezTo>
                    <a:cubicBezTo>
                      <a:pt x="67157" y="70788"/>
                      <a:pt x="66154" y="71151"/>
                      <a:pt x="65152" y="71462"/>
                    </a:cubicBezTo>
                    <a:cubicBezTo>
                      <a:pt x="63960" y="71826"/>
                      <a:pt x="63201" y="72060"/>
                      <a:pt x="62664" y="72060"/>
                    </a:cubicBezTo>
                    <a:cubicBezTo>
                      <a:pt x="61727" y="72060"/>
                      <a:pt x="61469" y="71346"/>
                      <a:pt x="60772" y="69363"/>
                    </a:cubicBezTo>
                    <a:lnTo>
                      <a:pt x="60772" y="69363"/>
                    </a:lnTo>
                    <a:cubicBezTo>
                      <a:pt x="61180" y="69747"/>
                      <a:pt x="61467" y="70422"/>
                      <a:pt x="62074" y="70422"/>
                    </a:cubicBezTo>
                    <a:cubicBezTo>
                      <a:pt x="62180" y="70422"/>
                      <a:pt x="62295" y="70402"/>
                      <a:pt x="62422" y="70356"/>
                    </a:cubicBezTo>
                    <a:cubicBezTo>
                      <a:pt x="63925" y="69769"/>
                      <a:pt x="65359" y="68957"/>
                      <a:pt x="66897" y="68455"/>
                    </a:cubicBezTo>
                    <a:cubicBezTo>
                      <a:pt x="68660" y="67868"/>
                      <a:pt x="69732" y="66209"/>
                      <a:pt x="71391" y="65639"/>
                    </a:cubicBezTo>
                    <a:cubicBezTo>
                      <a:pt x="73706" y="64844"/>
                      <a:pt x="76713" y="61716"/>
                      <a:pt x="76852" y="59383"/>
                    </a:cubicBezTo>
                    <a:cubicBezTo>
                      <a:pt x="76834" y="59072"/>
                      <a:pt x="76713" y="58778"/>
                      <a:pt x="76506" y="58553"/>
                    </a:cubicBezTo>
                    <a:cubicBezTo>
                      <a:pt x="75918" y="57810"/>
                      <a:pt x="75279" y="57153"/>
                      <a:pt x="74294" y="56894"/>
                    </a:cubicBezTo>
                    <a:cubicBezTo>
                      <a:pt x="73724" y="56739"/>
                      <a:pt x="73378" y="56151"/>
                      <a:pt x="73516" y="55581"/>
                    </a:cubicBezTo>
                    <a:cubicBezTo>
                      <a:pt x="73547" y="55481"/>
                      <a:pt x="73596" y="55443"/>
                      <a:pt x="73658" y="55443"/>
                    </a:cubicBezTo>
                    <a:cubicBezTo>
                      <a:pt x="73842" y="55443"/>
                      <a:pt x="74139" y="55775"/>
                      <a:pt x="74398" y="55788"/>
                    </a:cubicBezTo>
                    <a:cubicBezTo>
                      <a:pt x="75366" y="55855"/>
                      <a:pt x="76333" y="56083"/>
                      <a:pt x="77301" y="56083"/>
                    </a:cubicBezTo>
                    <a:cubicBezTo>
                      <a:pt x="77336" y="56083"/>
                      <a:pt x="77370" y="56083"/>
                      <a:pt x="77405" y="56082"/>
                    </a:cubicBezTo>
                    <a:cubicBezTo>
                      <a:pt x="77727" y="56077"/>
                      <a:pt x="78047" y="56073"/>
                      <a:pt x="78365" y="56073"/>
                    </a:cubicBezTo>
                    <a:cubicBezTo>
                      <a:pt x="81373" y="56073"/>
                      <a:pt x="84145" y="56432"/>
                      <a:pt x="85786" y="59746"/>
                    </a:cubicBezTo>
                    <a:cubicBezTo>
                      <a:pt x="86136" y="60461"/>
                      <a:pt x="86996" y="61297"/>
                      <a:pt x="88011" y="61297"/>
                    </a:cubicBezTo>
                    <a:cubicBezTo>
                      <a:pt x="88148" y="61297"/>
                      <a:pt x="88288" y="61282"/>
                      <a:pt x="88430" y="61249"/>
                    </a:cubicBezTo>
                    <a:cubicBezTo>
                      <a:pt x="88585" y="61214"/>
                      <a:pt x="88707" y="61197"/>
                      <a:pt x="88805" y="61197"/>
                    </a:cubicBezTo>
                    <a:cubicBezTo>
                      <a:pt x="89186" y="61197"/>
                      <a:pt x="89184" y="61451"/>
                      <a:pt x="89225" y="61837"/>
                    </a:cubicBezTo>
                    <a:cubicBezTo>
                      <a:pt x="89830" y="66554"/>
                      <a:pt x="91990" y="70685"/>
                      <a:pt x="94133" y="74832"/>
                    </a:cubicBezTo>
                    <a:cubicBezTo>
                      <a:pt x="94475" y="75487"/>
                      <a:pt x="94875" y="75911"/>
                      <a:pt x="95290" y="75911"/>
                    </a:cubicBezTo>
                    <a:cubicBezTo>
                      <a:pt x="95652" y="75911"/>
                      <a:pt x="96025" y="75588"/>
                      <a:pt x="96380" y="74815"/>
                    </a:cubicBezTo>
                    <a:cubicBezTo>
                      <a:pt x="96622" y="74297"/>
                      <a:pt x="97036" y="73847"/>
                      <a:pt x="97382" y="73381"/>
                    </a:cubicBezTo>
                    <a:lnTo>
                      <a:pt x="97538" y="73225"/>
                    </a:lnTo>
                    <a:cubicBezTo>
                      <a:pt x="98212" y="71618"/>
                      <a:pt x="98056" y="69993"/>
                      <a:pt x="97831" y="68317"/>
                    </a:cubicBezTo>
                    <a:cubicBezTo>
                      <a:pt x="97762" y="67833"/>
                      <a:pt x="97589" y="67211"/>
                      <a:pt x="98194" y="67073"/>
                    </a:cubicBezTo>
                    <a:cubicBezTo>
                      <a:pt x="99784" y="66693"/>
                      <a:pt x="100268" y="65258"/>
                      <a:pt x="101149" y="64187"/>
                    </a:cubicBezTo>
                    <a:cubicBezTo>
                      <a:pt x="102117" y="63029"/>
                      <a:pt x="103137" y="61629"/>
                      <a:pt x="104243" y="60903"/>
                    </a:cubicBezTo>
                    <a:cubicBezTo>
                      <a:pt x="104825" y="60515"/>
                      <a:pt x="105739" y="59942"/>
                      <a:pt x="106690" y="59942"/>
                    </a:cubicBezTo>
                    <a:cubicBezTo>
                      <a:pt x="107432" y="59942"/>
                      <a:pt x="108196" y="60292"/>
                      <a:pt x="108840" y="61353"/>
                    </a:cubicBezTo>
                    <a:cubicBezTo>
                      <a:pt x="109600" y="62632"/>
                      <a:pt x="110965" y="63565"/>
                      <a:pt x="111017" y="65258"/>
                    </a:cubicBezTo>
                    <a:cubicBezTo>
                      <a:pt x="111034" y="65777"/>
                      <a:pt x="110793" y="66433"/>
                      <a:pt x="111536" y="66693"/>
                    </a:cubicBezTo>
                    <a:cubicBezTo>
                      <a:pt x="111822" y="66788"/>
                      <a:pt x="112112" y="66862"/>
                      <a:pt x="112391" y="66862"/>
                    </a:cubicBezTo>
                    <a:cubicBezTo>
                      <a:pt x="112769" y="66862"/>
                      <a:pt x="113129" y="66727"/>
                      <a:pt x="113437" y="66330"/>
                    </a:cubicBezTo>
                    <a:cubicBezTo>
                      <a:pt x="113540" y="66205"/>
                      <a:pt x="113700" y="66031"/>
                      <a:pt x="113856" y="66031"/>
                    </a:cubicBezTo>
                    <a:cubicBezTo>
                      <a:pt x="113960" y="66031"/>
                      <a:pt x="114062" y="66109"/>
                      <a:pt x="114145" y="66330"/>
                    </a:cubicBezTo>
                    <a:cubicBezTo>
                      <a:pt x="114543" y="67470"/>
                      <a:pt x="114802" y="68663"/>
                      <a:pt x="115286" y="69769"/>
                    </a:cubicBezTo>
                    <a:cubicBezTo>
                      <a:pt x="116271" y="72033"/>
                      <a:pt x="114940" y="74677"/>
                      <a:pt x="116858" y="76871"/>
                    </a:cubicBezTo>
                    <a:cubicBezTo>
                      <a:pt x="118241" y="78461"/>
                      <a:pt x="118362" y="80915"/>
                      <a:pt x="119900" y="82540"/>
                    </a:cubicBezTo>
                    <a:cubicBezTo>
                      <a:pt x="120401" y="82799"/>
                      <a:pt x="120885" y="83058"/>
                      <a:pt x="121386" y="83300"/>
                    </a:cubicBezTo>
                    <a:cubicBezTo>
                      <a:pt x="121538" y="83368"/>
                      <a:pt x="121699" y="83403"/>
                      <a:pt x="121846" y="83403"/>
                    </a:cubicBezTo>
                    <a:cubicBezTo>
                      <a:pt x="122184" y="83403"/>
                      <a:pt x="122445" y="83219"/>
                      <a:pt x="122337" y="82834"/>
                    </a:cubicBezTo>
                    <a:cubicBezTo>
                      <a:pt x="121818" y="80915"/>
                      <a:pt x="121991" y="78790"/>
                      <a:pt x="119969" y="77355"/>
                    </a:cubicBezTo>
                    <a:cubicBezTo>
                      <a:pt x="118414" y="76249"/>
                      <a:pt x="117239" y="74521"/>
                      <a:pt x="117463" y="72378"/>
                    </a:cubicBezTo>
                    <a:cubicBezTo>
                      <a:pt x="117528" y="71821"/>
                      <a:pt x="116912" y="70437"/>
                      <a:pt x="117695" y="70437"/>
                    </a:cubicBezTo>
                    <a:cubicBezTo>
                      <a:pt x="117955" y="70437"/>
                      <a:pt x="118371" y="70590"/>
                      <a:pt x="119019" y="70979"/>
                    </a:cubicBezTo>
                    <a:cubicBezTo>
                      <a:pt x="120194" y="71704"/>
                      <a:pt x="121386" y="72655"/>
                      <a:pt x="121749" y="73605"/>
                    </a:cubicBezTo>
                    <a:cubicBezTo>
                      <a:pt x="122096" y="74553"/>
                      <a:pt x="122434" y="74868"/>
                      <a:pt x="122776" y="74868"/>
                    </a:cubicBezTo>
                    <a:cubicBezTo>
                      <a:pt x="123251" y="74868"/>
                      <a:pt x="123732" y="74261"/>
                      <a:pt x="124255" y="73899"/>
                    </a:cubicBezTo>
                    <a:cubicBezTo>
                      <a:pt x="124531" y="73709"/>
                      <a:pt x="124721" y="73363"/>
                      <a:pt x="125015" y="73208"/>
                    </a:cubicBezTo>
                    <a:cubicBezTo>
                      <a:pt x="126743" y="72292"/>
                      <a:pt x="127210" y="70961"/>
                      <a:pt x="126743" y="69043"/>
                    </a:cubicBezTo>
                    <a:cubicBezTo>
                      <a:pt x="126294" y="67159"/>
                      <a:pt x="125292" y="65725"/>
                      <a:pt x="123892" y="64533"/>
                    </a:cubicBezTo>
                    <a:cubicBezTo>
                      <a:pt x="122596" y="63409"/>
                      <a:pt x="122285" y="62459"/>
                      <a:pt x="123546" y="61059"/>
                    </a:cubicBezTo>
                    <a:cubicBezTo>
                      <a:pt x="123952" y="60621"/>
                      <a:pt x="124332" y="60388"/>
                      <a:pt x="124705" y="60388"/>
                    </a:cubicBezTo>
                    <a:cubicBezTo>
                      <a:pt x="124936" y="60388"/>
                      <a:pt x="125164" y="60477"/>
                      <a:pt x="125395" y="60661"/>
                    </a:cubicBezTo>
                    <a:cubicBezTo>
                      <a:pt x="126000" y="61145"/>
                      <a:pt x="125810" y="61750"/>
                      <a:pt x="125119" y="62234"/>
                    </a:cubicBezTo>
                    <a:cubicBezTo>
                      <a:pt x="124618" y="62580"/>
                      <a:pt x="124445" y="63219"/>
                      <a:pt x="125050" y="63651"/>
                    </a:cubicBezTo>
                    <a:cubicBezTo>
                      <a:pt x="125442" y="63952"/>
                      <a:pt x="125858" y="64171"/>
                      <a:pt x="126268" y="64171"/>
                    </a:cubicBezTo>
                    <a:cubicBezTo>
                      <a:pt x="126635" y="64171"/>
                      <a:pt x="126996" y="63996"/>
                      <a:pt x="127331" y="63547"/>
                    </a:cubicBezTo>
                    <a:cubicBezTo>
                      <a:pt x="127694" y="63046"/>
                      <a:pt x="128247" y="62407"/>
                      <a:pt x="127469" y="61940"/>
                    </a:cubicBezTo>
                    <a:cubicBezTo>
                      <a:pt x="126398" y="61318"/>
                      <a:pt x="127037" y="61042"/>
                      <a:pt x="127590" y="60696"/>
                    </a:cubicBezTo>
                    <a:cubicBezTo>
                      <a:pt x="130061" y="59210"/>
                      <a:pt x="133449" y="59106"/>
                      <a:pt x="134693" y="55788"/>
                    </a:cubicBezTo>
                    <a:cubicBezTo>
                      <a:pt x="135298" y="54146"/>
                      <a:pt x="136093" y="52591"/>
                      <a:pt x="135851" y="50725"/>
                    </a:cubicBezTo>
                    <a:cubicBezTo>
                      <a:pt x="135522" y="48288"/>
                      <a:pt x="133932" y="46629"/>
                      <a:pt x="132498" y="44918"/>
                    </a:cubicBezTo>
                    <a:cubicBezTo>
                      <a:pt x="131772" y="44054"/>
                      <a:pt x="131859" y="43622"/>
                      <a:pt x="132775" y="43173"/>
                    </a:cubicBezTo>
                    <a:cubicBezTo>
                      <a:pt x="133120" y="43017"/>
                      <a:pt x="133397" y="42793"/>
                      <a:pt x="133362" y="42378"/>
                    </a:cubicBezTo>
                    <a:cubicBezTo>
                      <a:pt x="133345" y="41980"/>
                      <a:pt x="133051" y="41635"/>
                      <a:pt x="132671" y="41548"/>
                    </a:cubicBezTo>
                    <a:cubicBezTo>
                      <a:pt x="132227" y="41462"/>
                      <a:pt x="131713" y="41297"/>
                      <a:pt x="131292" y="41297"/>
                    </a:cubicBezTo>
                    <a:cubicBezTo>
                      <a:pt x="131122" y="41297"/>
                      <a:pt x="130968" y="41323"/>
                      <a:pt x="130839" y="41393"/>
                    </a:cubicBezTo>
                    <a:cubicBezTo>
                      <a:pt x="130667" y="41486"/>
                      <a:pt x="130517" y="41524"/>
                      <a:pt x="130385" y="41524"/>
                    </a:cubicBezTo>
                    <a:cubicBezTo>
                      <a:pt x="129751" y="41524"/>
                      <a:pt x="129496" y="40648"/>
                      <a:pt x="128935" y="40648"/>
                    </a:cubicBezTo>
                    <a:cubicBezTo>
                      <a:pt x="128871" y="40648"/>
                      <a:pt x="128804" y="40659"/>
                      <a:pt x="128731" y="40684"/>
                    </a:cubicBezTo>
                    <a:cubicBezTo>
                      <a:pt x="129025" y="40425"/>
                      <a:pt x="129336" y="40166"/>
                      <a:pt x="129612" y="39889"/>
                    </a:cubicBezTo>
                    <a:cubicBezTo>
                      <a:pt x="129699" y="39786"/>
                      <a:pt x="129768" y="39647"/>
                      <a:pt x="129802" y="39509"/>
                    </a:cubicBezTo>
                    <a:cubicBezTo>
                      <a:pt x="129896" y="39229"/>
                      <a:pt x="130059" y="38963"/>
                      <a:pt x="130355" y="38963"/>
                    </a:cubicBezTo>
                    <a:cubicBezTo>
                      <a:pt x="130388" y="38963"/>
                      <a:pt x="130423" y="38966"/>
                      <a:pt x="130459" y="38973"/>
                    </a:cubicBezTo>
                    <a:cubicBezTo>
                      <a:pt x="130822" y="39025"/>
                      <a:pt x="130718" y="39405"/>
                      <a:pt x="130753" y="39665"/>
                    </a:cubicBezTo>
                    <a:cubicBezTo>
                      <a:pt x="130885" y="40368"/>
                      <a:pt x="131150" y="40680"/>
                      <a:pt x="131522" y="40680"/>
                    </a:cubicBezTo>
                    <a:cubicBezTo>
                      <a:pt x="131781" y="40680"/>
                      <a:pt x="132092" y="40529"/>
                      <a:pt x="132446" y="40252"/>
                    </a:cubicBezTo>
                    <a:cubicBezTo>
                      <a:pt x="132816" y="39963"/>
                      <a:pt x="133198" y="39825"/>
                      <a:pt x="133552" y="39825"/>
                    </a:cubicBezTo>
                    <a:cubicBezTo>
                      <a:pt x="134190" y="39825"/>
                      <a:pt x="134735" y="40276"/>
                      <a:pt x="134935" y="41099"/>
                    </a:cubicBezTo>
                    <a:cubicBezTo>
                      <a:pt x="135004" y="41410"/>
                      <a:pt x="135246" y="41911"/>
                      <a:pt x="135436" y="41928"/>
                    </a:cubicBezTo>
                    <a:cubicBezTo>
                      <a:pt x="136836" y="42067"/>
                      <a:pt x="137130" y="43259"/>
                      <a:pt x="137441" y="44192"/>
                    </a:cubicBezTo>
                    <a:cubicBezTo>
                      <a:pt x="137757" y="45176"/>
                      <a:pt x="138205" y="45491"/>
                      <a:pt x="138710" y="45491"/>
                    </a:cubicBezTo>
                    <a:cubicBezTo>
                      <a:pt x="139226" y="45491"/>
                      <a:pt x="139803" y="45163"/>
                      <a:pt x="140361" y="44884"/>
                    </a:cubicBezTo>
                    <a:cubicBezTo>
                      <a:pt x="141813" y="44175"/>
                      <a:pt x="140586" y="43363"/>
                      <a:pt x="140327" y="42654"/>
                    </a:cubicBezTo>
                    <a:cubicBezTo>
                      <a:pt x="140188" y="42188"/>
                      <a:pt x="139739" y="41773"/>
                      <a:pt x="139324" y="41479"/>
                    </a:cubicBezTo>
                    <a:cubicBezTo>
                      <a:pt x="137717" y="40356"/>
                      <a:pt x="137648" y="38921"/>
                      <a:pt x="138305" y="37245"/>
                    </a:cubicBezTo>
                    <a:cubicBezTo>
                      <a:pt x="138533" y="36644"/>
                      <a:pt x="138753" y="36160"/>
                      <a:pt x="139216" y="36160"/>
                    </a:cubicBezTo>
                    <a:cubicBezTo>
                      <a:pt x="139418" y="36160"/>
                      <a:pt x="139666" y="36252"/>
                      <a:pt x="139981" y="36468"/>
                    </a:cubicBezTo>
                    <a:cubicBezTo>
                      <a:pt x="140121" y="36569"/>
                      <a:pt x="140268" y="36617"/>
                      <a:pt x="140413" y="36617"/>
                    </a:cubicBezTo>
                    <a:cubicBezTo>
                      <a:pt x="140661" y="36617"/>
                      <a:pt x="140902" y="36477"/>
                      <a:pt x="141087" y="36226"/>
                    </a:cubicBezTo>
                    <a:cubicBezTo>
                      <a:pt x="142573" y="34255"/>
                      <a:pt x="142850" y="29797"/>
                      <a:pt x="141640" y="27706"/>
                    </a:cubicBezTo>
                    <a:cubicBezTo>
                      <a:pt x="141485" y="27447"/>
                      <a:pt x="141104" y="27187"/>
                      <a:pt x="141398" y="26807"/>
                    </a:cubicBezTo>
                    <a:lnTo>
                      <a:pt x="141398" y="26807"/>
                    </a:lnTo>
                    <a:cubicBezTo>
                      <a:pt x="141623" y="26997"/>
                      <a:pt x="141917" y="27153"/>
                      <a:pt x="142072" y="27395"/>
                    </a:cubicBezTo>
                    <a:cubicBezTo>
                      <a:pt x="142988" y="28812"/>
                      <a:pt x="143869" y="30229"/>
                      <a:pt x="144733" y="31663"/>
                    </a:cubicBezTo>
                    <a:cubicBezTo>
                      <a:pt x="144984" y="32062"/>
                      <a:pt x="145261" y="32460"/>
                      <a:pt x="145713" y="32460"/>
                    </a:cubicBezTo>
                    <a:cubicBezTo>
                      <a:pt x="145790" y="32460"/>
                      <a:pt x="145872" y="32449"/>
                      <a:pt x="145960" y="32424"/>
                    </a:cubicBezTo>
                    <a:cubicBezTo>
                      <a:pt x="146323" y="32320"/>
                      <a:pt x="146825" y="32043"/>
                      <a:pt x="146928" y="31750"/>
                    </a:cubicBezTo>
                    <a:cubicBezTo>
                      <a:pt x="147118" y="31197"/>
                      <a:pt x="146496" y="30972"/>
                      <a:pt x="146151" y="30644"/>
                    </a:cubicBezTo>
                    <a:cubicBezTo>
                      <a:pt x="145805" y="30298"/>
                      <a:pt x="144889" y="29935"/>
                      <a:pt x="145511" y="29348"/>
                    </a:cubicBezTo>
                    <a:cubicBezTo>
                      <a:pt x="146220" y="28674"/>
                      <a:pt x="145701" y="28363"/>
                      <a:pt x="145373" y="27982"/>
                    </a:cubicBezTo>
                    <a:cubicBezTo>
                      <a:pt x="144924" y="27464"/>
                      <a:pt x="144353" y="27049"/>
                      <a:pt x="143904" y="26513"/>
                    </a:cubicBezTo>
                    <a:cubicBezTo>
                      <a:pt x="142452" y="24803"/>
                      <a:pt x="140309" y="24008"/>
                      <a:pt x="138927" y="23455"/>
                    </a:cubicBezTo>
                    <a:cubicBezTo>
                      <a:pt x="137233" y="22781"/>
                      <a:pt x="135350" y="23368"/>
                      <a:pt x="133794" y="22349"/>
                    </a:cubicBezTo>
                    <a:cubicBezTo>
                      <a:pt x="133621" y="22228"/>
                      <a:pt x="133120" y="22141"/>
                      <a:pt x="133379" y="21934"/>
                    </a:cubicBezTo>
                    <a:cubicBezTo>
                      <a:pt x="134416" y="21156"/>
                      <a:pt x="134192" y="19843"/>
                      <a:pt x="134814" y="18910"/>
                    </a:cubicBezTo>
                    <a:cubicBezTo>
                      <a:pt x="135183" y="18357"/>
                      <a:pt x="137525" y="17996"/>
                      <a:pt x="139389" y="17996"/>
                    </a:cubicBezTo>
                    <a:cubicBezTo>
                      <a:pt x="140321" y="17996"/>
                      <a:pt x="141133" y="18086"/>
                      <a:pt x="141519" y="18287"/>
                    </a:cubicBezTo>
                    <a:cubicBezTo>
                      <a:pt x="141913" y="18491"/>
                      <a:pt x="142318" y="18567"/>
                      <a:pt x="142722" y="18567"/>
                    </a:cubicBezTo>
                    <a:cubicBezTo>
                      <a:pt x="143310" y="18567"/>
                      <a:pt x="143896" y="18407"/>
                      <a:pt x="144440" y="18253"/>
                    </a:cubicBezTo>
                    <a:cubicBezTo>
                      <a:pt x="145183" y="18028"/>
                      <a:pt x="144301" y="17320"/>
                      <a:pt x="144440" y="16905"/>
                    </a:cubicBezTo>
                    <a:cubicBezTo>
                      <a:pt x="144595" y="16473"/>
                      <a:pt x="144232" y="15764"/>
                      <a:pt x="144803" y="15626"/>
                    </a:cubicBezTo>
                    <a:cubicBezTo>
                      <a:pt x="144894" y="15602"/>
                      <a:pt x="144986" y="15590"/>
                      <a:pt x="145078" y="15590"/>
                    </a:cubicBezTo>
                    <a:cubicBezTo>
                      <a:pt x="145503" y="15590"/>
                      <a:pt x="145922" y="15838"/>
                      <a:pt x="146306" y="16179"/>
                    </a:cubicBezTo>
                    <a:cubicBezTo>
                      <a:pt x="146709" y="16532"/>
                      <a:pt x="147171" y="16997"/>
                      <a:pt x="147617" y="16997"/>
                    </a:cubicBezTo>
                    <a:cubicBezTo>
                      <a:pt x="147935" y="16997"/>
                      <a:pt x="148244" y="16760"/>
                      <a:pt x="148518" y="16075"/>
                    </a:cubicBezTo>
                    <a:cubicBezTo>
                      <a:pt x="148584" y="15900"/>
                      <a:pt x="148692" y="15801"/>
                      <a:pt x="148828" y="15801"/>
                    </a:cubicBezTo>
                    <a:cubicBezTo>
                      <a:pt x="148906" y="15801"/>
                      <a:pt x="148994" y="15833"/>
                      <a:pt x="149088" y="15903"/>
                    </a:cubicBezTo>
                    <a:cubicBezTo>
                      <a:pt x="149348" y="16110"/>
                      <a:pt x="149348" y="16335"/>
                      <a:pt x="149192" y="16646"/>
                    </a:cubicBezTo>
                    <a:cubicBezTo>
                      <a:pt x="148743" y="17596"/>
                      <a:pt x="147965" y="18547"/>
                      <a:pt x="147965" y="19497"/>
                    </a:cubicBezTo>
                    <a:cubicBezTo>
                      <a:pt x="147931" y="21122"/>
                      <a:pt x="148708" y="22677"/>
                      <a:pt x="150022" y="23627"/>
                    </a:cubicBezTo>
                    <a:cubicBezTo>
                      <a:pt x="151231" y="24561"/>
                      <a:pt x="152631" y="25269"/>
                      <a:pt x="153582" y="26513"/>
                    </a:cubicBezTo>
                    <a:cubicBezTo>
                      <a:pt x="153835" y="26852"/>
                      <a:pt x="154112" y="27339"/>
                      <a:pt x="154580" y="27339"/>
                    </a:cubicBezTo>
                    <a:cubicBezTo>
                      <a:pt x="154686" y="27339"/>
                      <a:pt x="154802" y="27314"/>
                      <a:pt x="154930" y="27257"/>
                    </a:cubicBezTo>
                    <a:cubicBezTo>
                      <a:pt x="155621" y="26928"/>
                      <a:pt x="155673" y="26271"/>
                      <a:pt x="155604" y="25615"/>
                    </a:cubicBezTo>
                    <a:cubicBezTo>
                      <a:pt x="155448" y="24025"/>
                      <a:pt x="155863" y="22435"/>
                      <a:pt x="154739" y="20845"/>
                    </a:cubicBezTo>
                    <a:cubicBezTo>
                      <a:pt x="154065" y="19877"/>
                      <a:pt x="153772" y="18823"/>
                      <a:pt x="152406" y="18737"/>
                    </a:cubicBezTo>
                    <a:cubicBezTo>
                      <a:pt x="152044" y="18720"/>
                      <a:pt x="151940" y="18478"/>
                      <a:pt x="151888" y="18201"/>
                    </a:cubicBezTo>
                    <a:cubicBezTo>
                      <a:pt x="151820" y="17931"/>
                      <a:pt x="151918" y="17578"/>
                      <a:pt x="152229" y="17578"/>
                    </a:cubicBezTo>
                    <a:cubicBezTo>
                      <a:pt x="152236" y="17578"/>
                      <a:pt x="152243" y="17579"/>
                      <a:pt x="152251" y="17579"/>
                    </a:cubicBezTo>
                    <a:cubicBezTo>
                      <a:pt x="152284" y="17581"/>
                      <a:pt x="152317" y="17582"/>
                      <a:pt x="152350" y="17582"/>
                    </a:cubicBezTo>
                    <a:cubicBezTo>
                      <a:pt x="153000" y="17582"/>
                      <a:pt x="153628" y="17254"/>
                      <a:pt x="154277" y="17254"/>
                    </a:cubicBezTo>
                    <a:cubicBezTo>
                      <a:pt x="154558" y="17254"/>
                      <a:pt x="154844" y="17316"/>
                      <a:pt x="155137" y="17493"/>
                    </a:cubicBezTo>
                    <a:cubicBezTo>
                      <a:pt x="155393" y="17649"/>
                      <a:pt x="155627" y="17726"/>
                      <a:pt x="155836" y="17726"/>
                    </a:cubicBezTo>
                    <a:cubicBezTo>
                      <a:pt x="156249" y="17726"/>
                      <a:pt x="156566" y="17427"/>
                      <a:pt x="156761" y="16853"/>
                    </a:cubicBezTo>
                    <a:cubicBezTo>
                      <a:pt x="157072" y="15920"/>
                      <a:pt x="157954" y="15505"/>
                      <a:pt x="158662" y="15039"/>
                    </a:cubicBezTo>
                    <a:cubicBezTo>
                      <a:pt x="158771" y="14969"/>
                      <a:pt x="158912" y="14953"/>
                      <a:pt x="159064" y="14953"/>
                    </a:cubicBezTo>
                    <a:cubicBezTo>
                      <a:pt x="159192" y="14953"/>
                      <a:pt x="159327" y="14964"/>
                      <a:pt x="159458" y="14964"/>
                    </a:cubicBezTo>
                    <a:cubicBezTo>
                      <a:pt x="159792" y="14964"/>
                      <a:pt x="160100" y="14892"/>
                      <a:pt x="160183" y="14382"/>
                    </a:cubicBezTo>
                    <a:cubicBezTo>
                      <a:pt x="160304" y="13501"/>
                      <a:pt x="159475" y="13310"/>
                      <a:pt x="158887" y="12965"/>
                    </a:cubicBezTo>
                    <a:cubicBezTo>
                      <a:pt x="158662" y="12827"/>
                      <a:pt x="158334" y="12550"/>
                      <a:pt x="158351" y="12395"/>
                    </a:cubicBezTo>
                    <a:cubicBezTo>
                      <a:pt x="158404" y="12154"/>
                      <a:pt x="158582" y="12097"/>
                      <a:pt x="158776" y="12097"/>
                    </a:cubicBezTo>
                    <a:cubicBezTo>
                      <a:pt x="158903" y="12097"/>
                      <a:pt x="159037" y="12122"/>
                      <a:pt x="159146" y="12135"/>
                    </a:cubicBezTo>
                    <a:cubicBezTo>
                      <a:pt x="160460" y="12308"/>
                      <a:pt x="161652" y="12999"/>
                      <a:pt x="163017" y="12999"/>
                    </a:cubicBezTo>
                    <a:cubicBezTo>
                      <a:pt x="163570" y="12999"/>
                      <a:pt x="163795" y="12913"/>
                      <a:pt x="164002" y="12274"/>
                    </a:cubicBezTo>
                    <a:cubicBezTo>
                      <a:pt x="164745" y="10182"/>
                      <a:pt x="163311" y="10010"/>
                      <a:pt x="161998" y="9923"/>
                    </a:cubicBezTo>
                    <a:cubicBezTo>
                      <a:pt x="160218" y="9820"/>
                      <a:pt x="158438" y="9543"/>
                      <a:pt x="156710" y="9076"/>
                    </a:cubicBezTo>
                    <a:cubicBezTo>
                      <a:pt x="153313" y="8169"/>
                      <a:pt x="149984" y="6872"/>
                      <a:pt x="146431" y="6872"/>
                    </a:cubicBezTo>
                    <a:cubicBezTo>
                      <a:pt x="145249" y="6872"/>
                      <a:pt x="144041" y="7016"/>
                      <a:pt x="142798" y="7366"/>
                    </a:cubicBezTo>
                    <a:cubicBezTo>
                      <a:pt x="142441" y="7468"/>
                      <a:pt x="142044" y="7507"/>
                      <a:pt x="141624" y="7507"/>
                    </a:cubicBezTo>
                    <a:cubicBezTo>
                      <a:pt x="140475" y="7507"/>
                      <a:pt x="139148" y="7211"/>
                      <a:pt x="137959" y="7072"/>
                    </a:cubicBezTo>
                    <a:cubicBezTo>
                      <a:pt x="135760" y="6810"/>
                      <a:pt x="133765" y="5577"/>
                      <a:pt x="131513" y="5577"/>
                    </a:cubicBezTo>
                    <a:cubicBezTo>
                      <a:pt x="131235" y="5577"/>
                      <a:pt x="130953" y="5596"/>
                      <a:pt x="130666" y="5637"/>
                    </a:cubicBezTo>
                    <a:cubicBezTo>
                      <a:pt x="130197" y="5701"/>
                      <a:pt x="129713" y="5752"/>
                      <a:pt x="129231" y="5752"/>
                    </a:cubicBezTo>
                    <a:cubicBezTo>
                      <a:pt x="128525" y="5752"/>
                      <a:pt x="127823" y="5641"/>
                      <a:pt x="127175" y="5292"/>
                    </a:cubicBezTo>
                    <a:cubicBezTo>
                      <a:pt x="124583" y="3857"/>
                      <a:pt x="121352" y="4808"/>
                      <a:pt x="118811" y="3097"/>
                    </a:cubicBezTo>
                    <a:cubicBezTo>
                      <a:pt x="118623" y="2965"/>
                      <a:pt x="118385" y="2894"/>
                      <a:pt x="118144" y="2894"/>
                    </a:cubicBezTo>
                    <a:cubicBezTo>
                      <a:pt x="117786" y="2894"/>
                      <a:pt x="117421" y="3050"/>
                      <a:pt x="117204" y="3391"/>
                    </a:cubicBezTo>
                    <a:cubicBezTo>
                      <a:pt x="116737" y="4117"/>
                      <a:pt x="117601" y="4134"/>
                      <a:pt x="117930" y="4462"/>
                    </a:cubicBezTo>
                    <a:cubicBezTo>
                      <a:pt x="118103" y="4670"/>
                      <a:pt x="118154" y="4946"/>
                      <a:pt x="118068" y="5188"/>
                    </a:cubicBezTo>
                    <a:cubicBezTo>
                      <a:pt x="117958" y="5398"/>
                      <a:pt x="116241" y="5510"/>
                      <a:pt x="114740" y="5510"/>
                    </a:cubicBezTo>
                    <a:cubicBezTo>
                      <a:pt x="113645" y="5510"/>
                      <a:pt x="112664" y="5450"/>
                      <a:pt x="112503" y="5326"/>
                    </a:cubicBezTo>
                    <a:cubicBezTo>
                      <a:pt x="111242" y="4410"/>
                      <a:pt x="109825" y="3719"/>
                      <a:pt x="108321" y="3287"/>
                    </a:cubicBezTo>
                    <a:cubicBezTo>
                      <a:pt x="108108" y="3224"/>
                      <a:pt x="107902" y="3198"/>
                      <a:pt x="107703" y="3198"/>
                    </a:cubicBezTo>
                    <a:cubicBezTo>
                      <a:pt x="106742" y="3198"/>
                      <a:pt x="105934" y="3807"/>
                      <a:pt x="105084" y="3807"/>
                    </a:cubicBezTo>
                    <a:cubicBezTo>
                      <a:pt x="105000" y="3807"/>
                      <a:pt x="104915" y="3801"/>
                      <a:pt x="104830" y="3788"/>
                    </a:cubicBezTo>
                    <a:cubicBezTo>
                      <a:pt x="102083" y="3391"/>
                      <a:pt x="99266" y="3909"/>
                      <a:pt x="96760" y="1559"/>
                    </a:cubicBezTo>
                    <a:cubicBezTo>
                      <a:pt x="95295" y="185"/>
                      <a:pt x="93272" y="50"/>
                      <a:pt x="91223" y="50"/>
                    </a:cubicBezTo>
                    <a:cubicBezTo>
                      <a:pt x="90718" y="50"/>
                      <a:pt x="90212" y="58"/>
                      <a:pt x="89713" y="58"/>
                    </a:cubicBezTo>
                    <a:cubicBezTo>
                      <a:pt x="89152" y="58"/>
                      <a:pt x="88600" y="48"/>
                      <a:pt x="88067" y="4"/>
                    </a:cubicBezTo>
                    <a:cubicBezTo>
                      <a:pt x="88037" y="2"/>
                      <a:pt x="88007" y="1"/>
                      <a:pt x="879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41"/>
              <p:cNvSpPr/>
              <p:nvPr/>
            </p:nvSpPr>
            <p:spPr>
              <a:xfrm>
                <a:off x="5913800" y="3523050"/>
                <a:ext cx="1109075" cy="813875"/>
              </a:xfrm>
              <a:custGeom>
                <a:avLst/>
                <a:gdLst/>
                <a:ahLst/>
                <a:cxnLst/>
                <a:rect l="l" t="t" r="r" b="b"/>
                <a:pathLst>
                  <a:path w="44363" h="32555" extrusionOk="0">
                    <a:moveTo>
                      <a:pt x="28245" y="1"/>
                    </a:moveTo>
                    <a:cubicBezTo>
                      <a:pt x="27747" y="1"/>
                      <a:pt x="27602" y="373"/>
                      <a:pt x="27634" y="804"/>
                    </a:cubicBezTo>
                    <a:cubicBezTo>
                      <a:pt x="27737" y="2117"/>
                      <a:pt x="27979" y="3482"/>
                      <a:pt x="27996" y="4778"/>
                    </a:cubicBezTo>
                    <a:cubicBezTo>
                      <a:pt x="28014" y="5660"/>
                      <a:pt x="28567" y="7094"/>
                      <a:pt x="27634" y="7267"/>
                    </a:cubicBezTo>
                    <a:cubicBezTo>
                      <a:pt x="27521" y="7286"/>
                      <a:pt x="27406" y="7295"/>
                      <a:pt x="27290" y="7295"/>
                    </a:cubicBezTo>
                    <a:cubicBezTo>
                      <a:pt x="25431" y="7295"/>
                      <a:pt x="23230" y="4918"/>
                      <a:pt x="23555" y="3275"/>
                    </a:cubicBezTo>
                    <a:cubicBezTo>
                      <a:pt x="23754" y="2264"/>
                      <a:pt x="23333" y="1317"/>
                      <a:pt x="22034" y="1317"/>
                    </a:cubicBezTo>
                    <a:cubicBezTo>
                      <a:pt x="21978" y="1317"/>
                      <a:pt x="21920" y="1318"/>
                      <a:pt x="21862" y="1322"/>
                    </a:cubicBezTo>
                    <a:cubicBezTo>
                      <a:pt x="21814" y="1325"/>
                      <a:pt x="21765" y="1327"/>
                      <a:pt x="21716" y="1327"/>
                    </a:cubicBezTo>
                    <a:cubicBezTo>
                      <a:pt x="20777" y="1327"/>
                      <a:pt x="19668" y="752"/>
                      <a:pt x="18692" y="752"/>
                    </a:cubicBezTo>
                    <a:cubicBezTo>
                      <a:pt x="18107" y="752"/>
                      <a:pt x="17570" y="958"/>
                      <a:pt x="17144" y="1616"/>
                    </a:cubicBezTo>
                    <a:cubicBezTo>
                      <a:pt x="16642" y="2376"/>
                      <a:pt x="15295" y="2826"/>
                      <a:pt x="15191" y="4035"/>
                    </a:cubicBezTo>
                    <a:cubicBezTo>
                      <a:pt x="15162" y="4430"/>
                      <a:pt x="15144" y="4616"/>
                      <a:pt x="15002" y="4616"/>
                    </a:cubicBezTo>
                    <a:cubicBezTo>
                      <a:pt x="14889" y="4616"/>
                      <a:pt x="14698" y="4499"/>
                      <a:pt x="14361" y="4277"/>
                    </a:cubicBezTo>
                    <a:cubicBezTo>
                      <a:pt x="13724" y="3844"/>
                      <a:pt x="13113" y="3612"/>
                      <a:pt x="12606" y="3612"/>
                    </a:cubicBezTo>
                    <a:cubicBezTo>
                      <a:pt x="12042" y="3612"/>
                      <a:pt x="11607" y="3900"/>
                      <a:pt x="11406" y="4519"/>
                    </a:cubicBezTo>
                    <a:cubicBezTo>
                      <a:pt x="10784" y="6334"/>
                      <a:pt x="8710" y="7215"/>
                      <a:pt x="8624" y="9392"/>
                    </a:cubicBezTo>
                    <a:cubicBezTo>
                      <a:pt x="8607" y="10153"/>
                      <a:pt x="7933" y="10619"/>
                      <a:pt x="7086" y="10879"/>
                    </a:cubicBezTo>
                    <a:cubicBezTo>
                      <a:pt x="5669" y="11311"/>
                      <a:pt x="4355" y="11864"/>
                      <a:pt x="3007" y="12382"/>
                    </a:cubicBezTo>
                    <a:cubicBezTo>
                      <a:pt x="1003" y="13160"/>
                      <a:pt x="0" y="16910"/>
                      <a:pt x="1538" y="19018"/>
                    </a:cubicBezTo>
                    <a:cubicBezTo>
                      <a:pt x="2835" y="20798"/>
                      <a:pt x="3128" y="22595"/>
                      <a:pt x="3992" y="24375"/>
                    </a:cubicBezTo>
                    <a:cubicBezTo>
                      <a:pt x="4494" y="25360"/>
                      <a:pt x="4424" y="26276"/>
                      <a:pt x="3750" y="26950"/>
                    </a:cubicBezTo>
                    <a:cubicBezTo>
                      <a:pt x="3353" y="27348"/>
                      <a:pt x="3509" y="27797"/>
                      <a:pt x="4148" y="28298"/>
                    </a:cubicBezTo>
                    <a:cubicBezTo>
                      <a:pt x="5020" y="28962"/>
                      <a:pt x="5824" y="29302"/>
                      <a:pt x="6549" y="29302"/>
                    </a:cubicBezTo>
                    <a:cubicBezTo>
                      <a:pt x="7089" y="29302"/>
                      <a:pt x="7586" y="29114"/>
                      <a:pt x="8036" y="28730"/>
                    </a:cubicBezTo>
                    <a:cubicBezTo>
                      <a:pt x="8740" y="28095"/>
                      <a:pt x="9643" y="27747"/>
                      <a:pt x="10576" y="27747"/>
                    </a:cubicBezTo>
                    <a:cubicBezTo>
                      <a:pt x="10811" y="27747"/>
                      <a:pt x="11049" y="27769"/>
                      <a:pt x="11285" y="27814"/>
                    </a:cubicBezTo>
                    <a:cubicBezTo>
                      <a:pt x="11420" y="27836"/>
                      <a:pt x="11551" y="27846"/>
                      <a:pt x="11676" y="27846"/>
                    </a:cubicBezTo>
                    <a:cubicBezTo>
                      <a:pt x="12065" y="27846"/>
                      <a:pt x="12402" y="27743"/>
                      <a:pt x="12650" y="27521"/>
                    </a:cubicBezTo>
                    <a:cubicBezTo>
                      <a:pt x="14551" y="25793"/>
                      <a:pt x="17368" y="25343"/>
                      <a:pt x="20047" y="24790"/>
                    </a:cubicBezTo>
                    <a:cubicBezTo>
                      <a:pt x="20247" y="24746"/>
                      <a:pt x="20464" y="24721"/>
                      <a:pt x="20691" y="24721"/>
                    </a:cubicBezTo>
                    <a:cubicBezTo>
                      <a:pt x="21623" y="24721"/>
                      <a:pt x="22712" y="25150"/>
                      <a:pt x="23365" y="26484"/>
                    </a:cubicBezTo>
                    <a:cubicBezTo>
                      <a:pt x="23667" y="27105"/>
                      <a:pt x="23855" y="28198"/>
                      <a:pt x="25083" y="28198"/>
                    </a:cubicBezTo>
                    <a:cubicBezTo>
                      <a:pt x="25120" y="28198"/>
                      <a:pt x="25158" y="28197"/>
                      <a:pt x="25197" y="28195"/>
                    </a:cubicBezTo>
                    <a:cubicBezTo>
                      <a:pt x="25345" y="28183"/>
                      <a:pt x="25455" y="28022"/>
                      <a:pt x="25593" y="28022"/>
                    </a:cubicBezTo>
                    <a:cubicBezTo>
                      <a:pt x="25664" y="28022"/>
                      <a:pt x="25742" y="28065"/>
                      <a:pt x="25836" y="28195"/>
                    </a:cubicBezTo>
                    <a:cubicBezTo>
                      <a:pt x="25923" y="28298"/>
                      <a:pt x="25767" y="28592"/>
                      <a:pt x="25612" y="28713"/>
                    </a:cubicBezTo>
                    <a:cubicBezTo>
                      <a:pt x="25318" y="28938"/>
                      <a:pt x="24903" y="29128"/>
                      <a:pt x="25283" y="29646"/>
                    </a:cubicBezTo>
                    <a:cubicBezTo>
                      <a:pt x="25508" y="29871"/>
                      <a:pt x="25802" y="30026"/>
                      <a:pt x="26113" y="30078"/>
                    </a:cubicBezTo>
                    <a:cubicBezTo>
                      <a:pt x="26172" y="30086"/>
                      <a:pt x="26229" y="30090"/>
                      <a:pt x="26283" y="30090"/>
                    </a:cubicBezTo>
                    <a:cubicBezTo>
                      <a:pt x="26710" y="30090"/>
                      <a:pt x="27006" y="29856"/>
                      <a:pt x="27098" y="29473"/>
                    </a:cubicBezTo>
                    <a:cubicBezTo>
                      <a:pt x="27115" y="29335"/>
                      <a:pt x="27098" y="29197"/>
                      <a:pt x="27029" y="29076"/>
                    </a:cubicBezTo>
                    <a:cubicBezTo>
                      <a:pt x="26976" y="28903"/>
                      <a:pt x="26992" y="28848"/>
                      <a:pt x="27041" y="28848"/>
                    </a:cubicBezTo>
                    <a:cubicBezTo>
                      <a:pt x="27105" y="28848"/>
                      <a:pt x="27225" y="28941"/>
                      <a:pt x="27322" y="28990"/>
                    </a:cubicBezTo>
                    <a:cubicBezTo>
                      <a:pt x="27824" y="29266"/>
                      <a:pt x="28463" y="29473"/>
                      <a:pt x="28169" y="30113"/>
                    </a:cubicBezTo>
                    <a:cubicBezTo>
                      <a:pt x="27945" y="30597"/>
                      <a:pt x="28117" y="31029"/>
                      <a:pt x="28809" y="31461"/>
                    </a:cubicBezTo>
                    <a:cubicBezTo>
                      <a:pt x="30199" y="32318"/>
                      <a:pt x="31628" y="32554"/>
                      <a:pt x="32898" y="32554"/>
                    </a:cubicBezTo>
                    <a:cubicBezTo>
                      <a:pt x="33522" y="32554"/>
                      <a:pt x="34108" y="32497"/>
                      <a:pt x="34633" y="32429"/>
                    </a:cubicBezTo>
                    <a:cubicBezTo>
                      <a:pt x="36672" y="32135"/>
                      <a:pt x="39299" y="31824"/>
                      <a:pt x="39299" y="29145"/>
                    </a:cubicBezTo>
                    <a:cubicBezTo>
                      <a:pt x="39299" y="28938"/>
                      <a:pt x="39541" y="28799"/>
                      <a:pt x="39592" y="28575"/>
                    </a:cubicBezTo>
                    <a:cubicBezTo>
                      <a:pt x="40024" y="26968"/>
                      <a:pt x="41804" y="26363"/>
                      <a:pt x="42496" y="24998"/>
                    </a:cubicBezTo>
                    <a:cubicBezTo>
                      <a:pt x="44224" y="21559"/>
                      <a:pt x="44362" y="17722"/>
                      <a:pt x="40232" y="13661"/>
                    </a:cubicBezTo>
                    <a:cubicBezTo>
                      <a:pt x="38953" y="12399"/>
                      <a:pt x="38037" y="10671"/>
                      <a:pt x="36309" y="9859"/>
                    </a:cubicBezTo>
                    <a:cubicBezTo>
                      <a:pt x="34494" y="9012"/>
                      <a:pt x="34080" y="7716"/>
                      <a:pt x="33509" y="6472"/>
                    </a:cubicBezTo>
                    <a:cubicBezTo>
                      <a:pt x="33388" y="5608"/>
                      <a:pt x="33008" y="4761"/>
                      <a:pt x="32213" y="4346"/>
                    </a:cubicBezTo>
                    <a:cubicBezTo>
                      <a:pt x="30658" y="3465"/>
                      <a:pt x="30278" y="2100"/>
                      <a:pt x="29414" y="942"/>
                    </a:cubicBezTo>
                    <a:cubicBezTo>
                      <a:pt x="29120" y="544"/>
                      <a:pt x="28947" y="78"/>
                      <a:pt x="28377" y="9"/>
                    </a:cubicBezTo>
                    <a:cubicBezTo>
                      <a:pt x="28330" y="3"/>
                      <a:pt x="28287" y="1"/>
                      <a:pt x="2824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41"/>
              <p:cNvSpPr/>
              <p:nvPr/>
            </p:nvSpPr>
            <p:spPr>
              <a:xfrm>
                <a:off x="6442175" y="3238700"/>
                <a:ext cx="571625" cy="311800"/>
              </a:xfrm>
              <a:custGeom>
                <a:avLst/>
                <a:gdLst/>
                <a:ahLst/>
                <a:cxnLst/>
                <a:rect l="l" t="t" r="r" b="b"/>
                <a:pathLst>
                  <a:path w="22865" h="12472" extrusionOk="0">
                    <a:moveTo>
                      <a:pt x="3070" y="1"/>
                    </a:moveTo>
                    <a:cubicBezTo>
                      <a:pt x="2939" y="1"/>
                      <a:pt x="2792" y="15"/>
                      <a:pt x="2627" y="46"/>
                    </a:cubicBezTo>
                    <a:cubicBezTo>
                      <a:pt x="1833" y="202"/>
                      <a:pt x="830" y="29"/>
                      <a:pt x="415" y="927"/>
                    </a:cubicBezTo>
                    <a:cubicBezTo>
                      <a:pt x="1" y="1826"/>
                      <a:pt x="934" y="1861"/>
                      <a:pt x="1400" y="2189"/>
                    </a:cubicBezTo>
                    <a:cubicBezTo>
                      <a:pt x="1504" y="2258"/>
                      <a:pt x="1366" y="2569"/>
                      <a:pt x="1435" y="2742"/>
                    </a:cubicBezTo>
                    <a:cubicBezTo>
                      <a:pt x="1757" y="3623"/>
                      <a:pt x="1963" y="4886"/>
                      <a:pt x="3062" y="4886"/>
                    </a:cubicBezTo>
                    <a:cubicBezTo>
                      <a:pt x="3084" y="4886"/>
                      <a:pt x="3106" y="4886"/>
                      <a:pt x="3129" y="4885"/>
                    </a:cubicBezTo>
                    <a:cubicBezTo>
                      <a:pt x="3207" y="4880"/>
                      <a:pt x="3284" y="4878"/>
                      <a:pt x="3360" y="4878"/>
                    </a:cubicBezTo>
                    <a:cubicBezTo>
                      <a:pt x="4698" y="4878"/>
                      <a:pt x="5731" y="5570"/>
                      <a:pt x="6810" y="6077"/>
                    </a:cubicBezTo>
                    <a:cubicBezTo>
                      <a:pt x="7328" y="6319"/>
                      <a:pt x="8019" y="7322"/>
                      <a:pt x="7207" y="8203"/>
                    </a:cubicBezTo>
                    <a:cubicBezTo>
                      <a:pt x="6913" y="8531"/>
                      <a:pt x="6948" y="8911"/>
                      <a:pt x="7121" y="9292"/>
                    </a:cubicBezTo>
                    <a:cubicBezTo>
                      <a:pt x="7274" y="9613"/>
                      <a:pt x="7597" y="9810"/>
                      <a:pt x="7934" y="9810"/>
                    </a:cubicBezTo>
                    <a:cubicBezTo>
                      <a:pt x="8014" y="9810"/>
                      <a:pt x="8095" y="9799"/>
                      <a:pt x="8175" y="9775"/>
                    </a:cubicBezTo>
                    <a:cubicBezTo>
                      <a:pt x="8275" y="9755"/>
                      <a:pt x="8368" y="9745"/>
                      <a:pt x="8457" y="9745"/>
                    </a:cubicBezTo>
                    <a:cubicBezTo>
                      <a:pt x="8811" y="9745"/>
                      <a:pt x="9087" y="9900"/>
                      <a:pt x="9419" y="10121"/>
                    </a:cubicBezTo>
                    <a:cubicBezTo>
                      <a:pt x="10079" y="10569"/>
                      <a:pt x="10930" y="10787"/>
                      <a:pt x="11688" y="10787"/>
                    </a:cubicBezTo>
                    <a:cubicBezTo>
                      <a:pt x="12538" y="10787"/>
                      <a:pt x="13270" y="10513"/>
                      <a:pt x="13480" y="9983"/>
                    </a:cubicBezTo>
                    <a:cubicBezTo>
                      <a:pt x="13648" y="9563"/>
                      <a:pt x="13555" y="9014"/>
                      <a:pt x="14230" y="9014"/>
                    </a:cubicBezTo>
                    <a:cubicBezTo>
                      <a:pt x="14250" y="9014"/>
                      <a:pt x="14271" y="9014"/>
                      <a:pt x="14293" y="9015"/>
                    </a:cubicBezTo>
                    <a:cubicBezTo>
                      <a:pt x="15036" y="9050"/>
                      <a:pt x="15381" y="9516"/>
                      <a:pt x="15450" y="10138"/>
                    </a:cubicBezTo>
                    <a:cubicBezTo>
                      <a:pt x="15640" y="11486"/>
                      <a:pt x="16522" y="11953"/>
                      <a:pt x="17697" y="11988"/>
                    </a:cubicBezTo>
                    <a:cubicBezTo>
                      <a:pt x="18224" y="11988"/>
                      <a:pt x="18870" y="12472"/>
                      <a:pt x="19366" y="12472"/>
                    </a:cubicBezTo>
                    <a:cubicBezTo>
                      <a:pt x="19602" y="12472"/>
                      <a:pt x="19804" y="12362"/>
                      <a:pt x="19944" y="12039"/>
                    </a:cubicBezTo>
                    <a:cubicBezTo>
                      <a:pt x="20289" y="11210"/>
                      <a:pt x="19287" y="10398"/>
                      <a:pt x="18596" y="9758"/>
                    </a:cubicBezTo>
                    <a:cubicBezTo>
                      <a:pt x="18164" y="9361"/>
                      <a:pt x="17420" y="8825"/>
                      <a:pt x="17749" y="8272"/>
                    </a:cubicBezTo>
                    <a:cubicBezTo>
                      <a:pt x="17984" y="7884"/>
                      <a:pt x="18253" y="7197"/>
                      <a:pt x="18937" y="7197"/>
                    </a:cubicBezTo>
                    <a:cubicBezTo>
                      <a:pt x="19107" y="7197"/>
                      <a:pt x="19302" y="7239"/>
                      <a:pt x="19529" y="7339"/>
                    </a:cubicBezTo>
                    <a:cubicBezTo>
                      <a:pt x="19732" y="7429"/>
                      <a:pt x="19935" y="7468"/>
                      <a:pt x="20135" y="7468"/>
                    </a:cubicBezTo>
                    <a:cubicBezTo>
                      <a:pt x="20854" y="7468"/>
                      <a:pt x="21544" y="6970"/>
                      <a:pt x="22138" y="6578"/>
                    </a:cubicBezTo>
                    <a:cubicBezTo>
                      <a:pt x="22795" y="6146"/>
                      <a:pt x="22864" y="5248"/>
                      <a:pt x="22311" y="4643"/>
                    </a:cubicBezTo>
                    <a:cubicBezTo>
                      <a:pt x="22115" y="4425"/>
                      <a:pt x="21948" y="4340"/>
                      <a:pt x="21799" y="4340"/>
                    </a:cubicBezTo>
                    <a:cubicBezTo>
                      <a:pt x="21465" y="4340"/>
                      <a:pt x="21227" y="4774"/>
                      <a:pt x="20963" y="5110"/>
                    </a:cubicBezTo>
                    <a:cubicBezTo>
                      <a:pt x="20756" y="5334"/>
                      <a:pt x="20479" y="5472"/>
                      <a:pt x="20168" y="5507"/>
                    </a:cubicBezTo>
                    <a:cubicBezTo>
                      <a:pt x="20112" y="5512"/>
                      <a:pt x="20051" y="5514"/>
                      <a:pt x="19986" y="5514"/>
                    </a:cubicBezTo>
                    <a:cubicBezTo>
                      <a:pt x="18639" y="5514"/>
                      <a:pt x="15548" y="4518"/>
                      <a:pt x="14344" y="3727"/>
                    </a:cubicBezTo>
                    <a:cubicBezTo>
                      <a:pt x="13999" y="3485"/>
                      <a:pt x="13636" y="3295"/>
                      <a:pt x="13238" y="3139"/>
                    </a:cubicBezTo>
                    <a:cubicBezTo>
                      <a:pt x="11925" y="2690"/>
                      <a:pt x="10473" y="2465"/>
                      <a:pt x="9298" y="1774"/>
                    </a:cubicBezTo>
                    <a:cubicBezTo>
                      <a:pt x="8770" y="1458"/>
                      <a:pt x="8301" y="1322"/>
                      <a:pt x="7877" y="1322"/>
                    </a:cubicBezTo>
                    <a:cubicBezTo>
                      <a:pt x="7093" y="1322"/>
                      <a:pt x="6459" y="1787"/>
                      <a:pt x="5876" y="2448"/>
                    </a:cubicBezTo>
                    <a:cubicBezTo>
                      <a:pt x="5497" y="2886"/>
                      <a:pt x="5240" y="3062"/>
                      <a:pt x="5050" y="3062"/>
                    </a:cubicBezTo>
                    <a:cubicBezTo>
                      <a:pt x="4739" y="3062"/>
                      <a:pt x="4614" y="2586"/>
                      <a:pt x="4442" y="2016"/>
                    </a:cubicBezTo>
                    <a:cubicBezTo>
                      <a:pt x="4193" y="1191"/>
                      <a:pt x="4266" y="1"/>
                      <a:pt x="3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41"/>
              <p:cNvSpPr/>
              <p:nvPr/>
            </p:nvSpPr>
            <p:spPr>
              <a:xfrm>
                <a:off x="5898675" y="3029225"/>
                <a:ext cx="282150" cy="318450"/>
              </a:xfrm>
              <a:custGeom>
                <a:avLst/>
                <a:gdLst/>
                <a:ahLst/>
                <a:cxnLst/>
                <a:rect l="l" t="t" r="r" b="b"/>
                <a:pathLst>
                  <a:path w="11286" h="12738" extrusionOk="0">
                    <a:moveTo>
                      <a:pt x="8163" y="0"/>
                    </a:moveTo>
                    <a:cubicBezTo>
                      <a:pt x="7646" y="0"/>
                      <a:pt x="7307" y="634"/>
                      <a:pt x="7121" y="1115"/>
                    </a:cubicBezTo>
                    <a:cubicBezTo>
                      <a:pt x="6498" y="2618"/>
                      <a:pt x="5081" y="3362"/>
                      <a:pt x="4027" y="4450"/>
                    </a:cubicBezTo>
                    <a:cubicBezTo>
                      <a:pt x="3562" y="4916"/>
                      <a:pt x="2753" y="5709"/>
                      <a:pt x="2170" y="5709"/>
                    </a:cubicBezTo>
                    <a:cubicBezTo>
                      <a:pt x="2125" y="5709"/>
                      <a:pt x="2082" y="5704"/>
                      <a:pt x="2040" y="5695"/>
                    </a:cubicBezTo>
                    <a:cubicBezTo>
                      <a:pt x="1767" y="5631"/>
                      <a:pt x="1536" y="5602"/>
                      <a:pt x="1339" y="5602"/>
                    </a:cubicBezTo>
                    <a:cubicBezTo>
                      <a:pt x="150" y="5602"/>
                      <a:pt x="215" y="6659"/>
                      <a:pt x="52" y="7475"/>
                    </a:cubicBezTo>
                    <a:cubicBezTo>
                      <a:pt x="1" y="9410"/>
                      <a:pt x="1625" y="11518"/>
                      <a:pt x="3267" y="12123"/>
                    </a:cubicBezTo>
                    <a:cubicBezTo>
                      <a:pt x="3638" y="12262"/>
                      <a:pt x="4019" y="12277"/>
                      <a:pt x="4389" y="12277"/>
                    </a:cubicBezTo>
                    <a:cubicBezTo>
                      <a:pt x="4488" y="12277"/>
                      <a:pt x="4586" y="12276"/>
                      <a:pt x="4683" y="12276"/>
                    </a:cubicBezTo>
                    <a:cubicBezTo>
                      <a:pt x="5034" y="12276"/>
                      <a:pt x="5369" y="12290"/>
                      <a:pt x="5669" y="12417"/>
                    </a:cubicBezTo>
                    <a:cubicBezTo>
                      <a:pt x="6156" y="12630"/>
                      <a:pt x="6559" y="12738"/>
                      <a:pt x="6895" y="12738"/>
                    </a:cubicBezTo>
                    <a:cubicBezTo>
                      <a:pt x="7678" y="12738"/>
                      <a:pt x="8093" y="12148"/>
                      <a:pt x="8348" y="10914"/>
                    </a:cubicBezTo>
                    <a:cubicBezTo>
                      <a:pt x="8572" y="9773"/>
                      <a:pt x="9073" y="8235"/>
                      <a:pt x="9937" y="7786"/>
                    </a:cubicBezTo>
                    <a:cubicBezTo>
                      <a:pt x="11268" y="7094"/>
                      <a:pt x="10577" y="6697"/>
                      <a:pt x="10231" y="6023"/>
                    </a:cubicBezTo>
                    <a:cubicBezTo>
                      <a:pt x="9782" y="5124"/>
                      <a:pt x="8797" y="4278"/>
                      <a:pt x="10058" y="3189"/>
                    </a:cubicBezTo>
                    <a:cubicBezTo>
                      <a:pt x="10404" y="2895"/>
                      <a:pt x="11285" y="2618"/>
                      <a:pt x="10853" y="1945"/>
                    </a:cubicBezTo>
                    <a:cubicBezTo>
                      <a:pt x="10266" y="1063"/>
                      <a:pt x="9402" y="286"/>
                      <a:pt x="8348" y="26"/>
                    </a:cubicBezTo>
                    <a:cubicBezTo>
                      <a:pt x="8284" y="9"/>
                      <a:pt x="8222" y="0"/>
                      <a:pt x="816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41"/>
              <p:cNvSpPr/>
              <p:nvPr/>
            </p:nvSpPr>
            <p:spPr>
              <a:xfrm>
                <a:off x="5544400" y="3065225"/>
                <a:ext cx="541800" cy="430700"/>
              </a:xfrm>
              <a:custGeom>
                <a:avLst/>
                <a:gdLst/>
                <a:ahLst/>
                <a:cxnLst/>
                <a:rect l="l" t="t" r="r" b="b"/>
                <a:pathLst>
                  <a:path w="21672" h="17228" extrusionOk="0">
                    <a:moveTo>
                      <a:pt x="7484" y="4583"/>
                    </a:moveTo>
                    <a:lnTo>
                      <a:pt x="7484" y="4583"/>
                    </a:lnTo>
                    <a:cubicBezTo>
                      <a:pt x="7486" y="4586"/>
                      <a:pt x="7488" y="4589"/>
                      <a:pt x="7491" y="4592"/>
                    </a:cubicBezTo>
                    <a:lnTo>
                      <a:pt x="7491" y="4592"/>
                    </a:lnTo>
                    <a:cubicBezTo>
                      <a:pt x="7494" y="4595"/>
                      <a:pt x="7498" y="4597"/>
                      <a:pt x="7501" y="4600"/>
                    </a:cubicBezTo>
                    <a:lnTo>
                      <a:pt x="7484" y="4583"/>
                    </a:lnTo>
                    <a:close/>
                    <a:moveTo>
                      <a:pt x="1210" y="0"/>
                    </a:moveTo>
                    <a:cubicBezTo>
                      <a:pt x="910" y="0"/>
                      <a:pt x="646" y="84"/>
                      <a:pt x="415" y="314"/>
                    </a:cubicBezTo>
                    <a:cubicBezTo>
                      <a:pt x="1" y="712"/>
                      <a:pt x="260" y="1127"/>
                      <a:pt x="571" y="1403"/>
                    </a:cubicBezTo>
                    <a:cubicBezTo>
                      <a:pt x="1833" y="2561"/>
                      <a:pt x="2939" y="3874"/>
                      <a:pt x="3872" y="5309"/>
                    </a:cubicBezTo>
                    <a:cubicBezTo>
                      <a:pt x="5894" y="8264"/>
                      <a:pt x="6948" y="12014"/>
                      <a:pt x="10663" y="13552"/>
                    </a:cubicBezTo>
                    <a:cubicBezTo>
                      <a:pt x="10715" y="13587"/>
                      <a:pt x="10733" y="13656"/>
                      <a:pt x="10733" y="13725"/>
                    </a:cubicBezTo>
                    <a:cubicBezTo>
                      <a:pt x="10007" y="15522"/>
                      <a:pt x="11579" y="15401"/>
                      <a:pt x="12478" y="15660"/>
                    </a:cubicBezTo>
                    <a:cubicBezTo>
                      <a:pt x="14932" y="16334"/>
                      <a:pt x="17420" y="16801"/>
                      <a:pt x="19961" y="17043"/>
                    </a:cubicBezTo>
                    <a:cubicBezTo>
                      <a:pt x="20276" y="17079"/>
                      <a:pt x="20618" y="17227"/>
                      <a:pt x="20904" y="17227"/>
                    </a:cubicBezTo>
                    <a:cubicBezTo>
                      <a:pt x="21167" y="17227"/>
                      <a:pt x="21382" y="17101"/>
                      <a:pt x="21482" y="16645"/>
                    </a:cubicBezTo>
                    <a:cubicBezTo>
                      <a:pt x="21672" y="15816"/>
                      <a:pt x="20842" y="15626"/>
                      <a:pt x="20306" y="15280"/>
                    </a:cubicBezTo>
                    <a:cubicBezTo>
                      <a:pt x="18129" y="13932"/>
                      <a:pt x="15502" y="14347"/>
                      <a:pt x="13204" y="13448"/>
                    </a:cubicBezTo>
                    <a:cubicBezTo>
                      <a:pt x="13103" y="13410"/>
                      <a:pt x="12986" y="13400"/>
                      <a:pt x="12863" y="13400"/>
                    </a:cubicBezTo>
                    <a:cubicBezTo>
                      <a:pt x="12726" y="13400"/>
                      <a:pt x="12582" y="13412"/>
                      <a:pt x="12448" y="13412"/>
                    </a:cubicBezTo>
                    <a:cubicBezTo>
                      <a:pt x="12162" y="13412"/>
                      <a:pt x="11919" y="13355"/>
                      <a:pt x="11873" y="12999"/>
                    </a:cubicBezTo>
                    <a:cubicBezTo>
                      <a:pt x="11769" y="12221"/>
                      <a:pt x="11614" y="11288"/>
                      <a:pt x="12409" y="10666"/>
                    </a:cubicBezTo>
                    <a:cubicBezTo>
                      <a:pt x="12979" y="10199"/>
                      <a:pt x="12806" y="9836"/>
                      <a:pt x="12478" y="9249"/>
                    </a:cubicBezTo>
                    <a:cubicBezTo>
                      <a:pt x="11908" y="8195"/>
                      <a:pt x="10352" y="8558"/>
                      <a:pt x="10076" y="7849"/>
                    </a:cubicBezTo>
                    <a:cubicBezTo>
                      <a:pt x="9542" y="6419"/>
                      <a:pt x="8354" y="5659"/>
                      <a:pt x="7491" y="4592"/>
                    </a:cubicBezTo>
                    <a:lnTo>
                      <a:pt x="7491" y="4592"/>
                    </a:lnTo>
                    <a:cubicBezTo>
                      <a:pt x="6993" y="4179"/>
                      <a:pt x="6512" y="3733"/>
                      <a:pt x="5980" y="3339"/>
                    </a:cubicBezTo>
                    <a:cubicBezTo>
                      <a:pt x="4563" y="2285"/>
                      <a:pt x="3682" y="522"/>
                      <a:pt x="1763" y="72"/>
                    </a:cubicBezTo>
                    <a:cubicBezTo>
                      <a:pt x="1567" y="28"/>
                      <a:pt x="1383" y="0"/>
                      <a:pt x="12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41"/>
              <p:cNvSpPr/>
              <p:nvPr/>
            </p:nvSpPr>
            <p:spPr>
              <a:xfrm>
                <a:off x="4388700" y="3530600"/>
                <a:ext cx="227275" cy="395425"/>
              </a:xfrm>
              <a:custGeom>
                <a:avLst/>
                <a:gdLst/>
                <a:ahLst/>
                <a:cxnLst/>
                <a:rect l="l" t="t" r="r" b="b"/>
                <a:pathLst>
                  <a:path w="9091" h="15817" extrusionOk="0">
                    <a:moveTo>
                      <a:pt x="7622" y="0"/>
                    </a:moveTo>
                    <a:cubicBezTo>
                      <a:pt x="7155" y="0"/>
                      <a:pt x="6965" y="363"/>
                      <a:pt x="6740" y="761"/>
                    </a:cubicBezTo>
                    <a:cubicBezTo>
                      <a:pt x="5963" y="2212"/>
                      <a:pt x="5323" y="3802"/>
                      <a:pt x="3405" y="4200"/>
                    </a:cubicBezTo>
                    <a:cubicBezTo>
                      <a:pt x="2645" y="4338"/>
                      <a:pt x="2247" y="4891"/>
                      <a:pt x="2109" y="5738"/>
                    </a:cubicBezTo>
                    <a:cubicBezTo>
                      <a:pt x="1781" y="7587"/>
                      <a:pt x="1971" y="9471"/>
                      <a:pt x="917" y="11285"/>
                    </a:cubicBezTo>
                    <a:cubicBezTo>
                      <a:pt x="1" y="12910"/>
                      <a:pt x="1660" y="15813"/>
                      <a:pt x="3077" y="15813"/>
                    </a:cubicBezTo>
                    <a:cubicBezTo>
                      <a:pt x="3125" y="15815"/>
                      <a:pt x="3172" y="15816"/>
                      <a:pt x="3219" y="15816"/>
                    </a:cubicBezTo>
                    <a:cubicBezTo>
                      <a:pt x="4640" y="15816"/>
                      <a:pt x="5279" y="14808"/>
                      <a:pt x="5496" y="13670"/>
                    </a:cubicBezTo>
                    <a:cubicBezTo>
                      <a:pt x="6049" y="11095"/>
                      <a:pt x="7034" y="8676"/>
                      <a:pt x="8002" y="6256"/>
                    </a:cubicBezTo>
                    <a:cubicBezTo>
                      <a:pt x="8745" y="4373"/>
                      <a:pt x="9091" y="2645"/>
                      <a:pt x="8192" y="778"/>
                    </a:cubicBezTo>
                    <a:cubicBezTo>
                      <a:pt x="8054" y="467"/>
                      <a:pt x="8106" y="18"/>
                      <a:pt x="76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41"/>
              <p:cNvSpPr/>
              <p:nvPr/>
            </p:nvSpPr>
            <p:spPr>
              <a:xfrm>
                <a:off x="6438300" y="1893850"/>
                <a:ext cx="267450" cy="418275"/>
              </a:xfrm>
              <a:custGeom>
                <a:avLst/>
                <a:gdLst/>
                <a:ahLst/>
                <a:cxnLst/>
                <a:rect l="l" t="t" r="r" b="b"/>
                <a:pathLst>
                  <a:path w="10698" h="16731" extrusionOk="0">
                    <a:moveTo>
                      <a:pt x="4909" y="1"/>
                    </a:moveTo>
                    <a:cubicBezTo>
                      <a:pt x="4667" y="1"/>
                      <a:pt x="4504" y="61"/>
                      <a:pt x="4562" y="216"/>
                    </a:cubicBezTo>
                    <a:cubicBezTo>
                      <a:pt x="5064" y="1633"/>
                      <a:pt x="3992" y="3465"/>
                      <a:pt x="5444" y="4502"/>
                    </a:cubicBezTo>
                    <a:cubicBezTo>
                      <a:pt x="6654" y="5366"/>
                      <a:pt x="6515" y="6627"/>
                      <a:pt x="6913" y="7647"/>
                    </a:cubicBezTo>
                    <a:cubicBezTo>
                      <a:pt x="6804" y="8207"/>
                      <a:pt x="6835" y="9062"/>
                      <a:pt x="6426" y="9062"/>
                    </a:cubicBezTo>
                    <a:cubicBezTo>
                      <a:pt x="6380" y="9062"/>
                      <a:pt x="6330" y="9052"/>
                      <a:pt x="6273" y="9029"/>
                    </a:cubicBezTo>
                    <a:cubicBezTo>
                      <a:pt x="6019" y="8928"/>
                      <a:pt x="5817" y="8884"/>
                      <a:pt x="5657" y="8884"/>
                    </a:cubicBezTo>
                    <a:cubicBezTo>
                      <a:pt x="5131" y="8884"/>
                      <a:pt x="5047" y="9360"/>
                      <a:pt x="4995" y="9876"/>
                    </a:cubicBezTo>
                    <a:cubicBezTo>
                      <a:pt x="4925" y="10533"/>
                      <a:pt x="4614" y="10757"/>
                      <a:pt x="4044" y="10896"/>
                    </a:cubicBezTo>
                    <a:cubicBezTo>
                      <a:pt x="726" y="11673"/>
                      <a:pt x="0" y="13229"/>
                      <a:pt x="1659" y="16028"/>
                    </a:cubicBezTo>
                    <a:cubicBezTo>
                      <a:pt x="1834" y="16314"/>
                      <a:pt x="1935" y="16730"/>
                      <a:pt x="2351" y="16730"/>
                    </a:cubicBezTo>
                    <a:cubicBezTo>
                      <a:pt x="2389" y="16730"/>
                      <a:pt x="2429" y="16727"/>
                      <a:pt x="2471" y="16720"/>
                    </a:cubicBezTo>
                    <a:cubicBezTo>
                      <a:pt x="3007" y="16633"/>
                      <a:pt x="3197" y="16236"/>
                      <a:pt x="3301" y="15752"/>
                    </a:cubicBezTo>
                    <a:cubicBezTo>
                      <a:pt x="3405" y="15251"/>
                      <a:pt x="3301" y="14784"/>
                      <a:pt x="4009" y="14542"/>
                    </a:cubicBezTo>
                    <a:cubicBezTo>
                      <a:pt x="5651" y="13955"/>
                      <a:pt x="7241" y="13194"/>
                      <a:pt x="8866" y="12555"/>
                    </a:cubicBezTo>
                    <a:cubicBezTo>
                      <a:pt x="9298" y="12399"/>
                      <a:pt x="9643" y="12261"/>
                      <a:pt x="9799" y="11829"/>
                    </a:cubicBezTo>
                    <a:cubicBezTo>
                      <a:pt x="10300" y="10308"/>
                      <a:pt x="8866" y="5746"/>
                      <a:pt x="7604" y="4709"/>
                    </a:cubicBezTo>
                    <a:cubicBezTo>
                      <a:pt x="7397" y="4536"/>
                      <a:pt x="6809" y="4571"/>
                      <a:pt x="7016" y="4139"/>
                    </a:cubicBezTo>
                    <a:cubicBezTo>
                      <a:pt x="7082" y="4008"/>
                      <a:pt x="7166" y="3963"/>
                      <a:pt x="7262" y="3963"/>
                    </a:cubicBezTo>
                    <a:cubicBezTo>
                      <a:pt x="7468" y="3963"/>
                      <a:pt x="7725" y="4173"/>
                      <a:pt x="7950" y="4173"/>
                    </a:cubicBezTo>
                    <a:cubicBezTo>
                      <a:pt x="7979" y="4174"/>
                      <a:pt x="8009" y="4175"/>
                      <a:pt x="8039" y="4175"/>
                    </a:cubicBezTo>
                    <a:cubicBezTo>
                      <a:pt x="9008" y="4175"/>
                      <a:pt x="9913" y="3634"/>
                      <a:pt x="10265" y="2946"/>
                    </a:cubicBezTo>
                    <a:cubicBezTo>
                      <a:pt x="10697" y="2117"/>
                      <a:pt x="9695" y="1667"/>
                      <a:pt x="8987" y="1581"/>
                    </a:cubicBezTo>
                    <a:cubicBezTo>
                      <a:pt x="7811" y="1443"/>
                      <a:pt x="6930" y="786"/>
                      <a:pt x="5962" y="250"/>
                    </a:cubicBezTo>
                    <a:cubicBezTo>
                      <a:pt x="5704" y="111"/>
                      <a:pt x="5235" y="1"/>
                      <a:pt x="49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41"/>
              <p:cNvSpPr/>
              <p:nvPr/>
            </p:nvSpPr>
            <p:spPr>
              <a:xfrm>
                <a:off x="6901875" y="4220725"/>
                <a:ext cx="468775" cy="354550"/>
              </a:xfrm>
              <a:custGeom>
                <a:avLst/>
                <a:gdLst/>
                <a:ahLst/>
                <a:cxnLst/>
                <a:rect l="l" t="t" r="r" b="b"/>
                <a:pathLst>
                  <a:path w="18751" h="14182" extrusionOk="0">
                    <a:moveTo>
                      <a:pt x="15666" y="0"/>
                    </a:moveTo>
                    <a:cubicBezTo>
                      <a:pt x="15588" y="0"/>
                      <a:pt x="15504" y="9"/>
                      <a:pt x="15415" y="28"/>
                    </a:cubicBezTo>
                    <a:cubicBezTo>
                      <a:pt x="14690" y="184"/>
                      <a:pt x="14759" y="772"/>
                      <a:pt x="14897" y="1290"/>
                    </a:cubicBezTo>
                    <a:cubicBezTo>
                      <a:pt x="15294" y="2845"/>
                      <a:pt x="14880" y="4038"/>
                      <a:pt x="13463" y="4850"/>
                    </a:cubicBezTo>
                    <a:cubicBezTo>
                      <a:pt x="13013" y="5109"/>
                      <a:pt x="12823" y="5472"/>
                      <a:pt x="13065" y="5991"/>
                    </a:cubicBezTo>
                    <a:cubicBezTo>
                      <a:pt x="13324" y="6578"/>
                      <a:pt x="12823" y="6803"/>
                      <a:pt x="12512" y="7097"/>
                    </a:cubicBezTo>
                    <a:cubicBezTo>
                      <a:pt x="12410" y="7191"/>
                      <a:pt x="12303" y="7233"/>
                      <a:pt x="12200" y="7233"/>
                    </a:cubicBezTo>
                    <a:cubicBezTo>
                      <a:pt x="12041" y="7233"/>
                      <a:pt x="11891" y="7133"/>
                      <a:pt x="11786" y="6976"/>
                    </a:cubicBezTo>
                    <a:cubicBezTo>
                      <a:pt x="11531" y="6610"/>
                      <a:pt x="11284" y="6477"/>
                      <a:pt x="11039" y="6477"/>
                    </a:cubicBezTo>
                    <a:cubicBezTo>
                      <a:pt x="10705" y="6477"/>
                      <a:pt x="10373" y="6726"/>
                      <a:pt x="10024" y="6976"/>
                    </a:cubicBezTo>
                    <a:cubicBezTo>
                      <a:pt x="8797" y="7891"/>
                      <a:pt x="7811" y="9188"/>
                      <a:pt x="6308" y="9637"/>
                    </a:cubicBezTo>
                    <a:cubicBezTo>
                      <a:pt x="4303" y="10242"/>
                      <a:pt x="2696" y="11572"/>
                      <a:pt x="812" y="12385"/>
                    </a:cubicBezTo>
                    <a:cubicBezTo>
                      <a:pt x="242" y="12627"/>
                      <a:pt x="0" y="13214"/>
                      <a:pt x="692" y="13577"/>
                    </a:cubicBezTo>
                    <a:cubicBezTo>
                      <a:pt x="1262" y="13888"/>
                      <a:pt x="1936" y="13992"/>
                      <a:pt x="2610" y="14182"/>
                    </a:cubicBezTo>
                    <a:cubicBezTo>
                      <a:pt x="3819" y="13854"/>
                      <a:pt x="4943" y="13249"/>
                      <a:pt x="5893" y="12436"/>
                    </a:cubicBezTo>
                    <a:cubicBezTo>
                      <a:pt x="7829" y="10743"/>
                      <a:pt x="10144" y="9447"/>
                      <a:pt x="12357" y="8496"/>
                    </a:cubicBezTo>
                    <a:cubicBezTo>
                      <a:pt x="14396" y="7615"/>
                      <a:pt x="15847" y="6042"/>
                      <a:pt x="17817" y="5213"/>
                    </a:cubicBezTo>
                    <a:cubicBezTo>
                      <a:pt x="18301" y="4988"/>
                      <a:pt x="18751" y="4452"/>
                      <a:pt x="18612" y="3848"/>
                    </a:cubicBezTo>
                    <a:cubicBezTo>
                      <a:pt x="18539" y="3538"/>
                      <a:pt x="18402" y="3442"/>
                      <a:pt x="18239" y="3442"/>
                    </a:cubicBezTo>
                    <a:cubicBezTo>
                      <a:pt x="18019" y="3442"/>
                      <a:pt x="17752" y="3615"/>
                      <a:pt x="17524" y="3675"/>
                    </a:cubicBezTo>
                    <a:cubicBezTo>
                      <a:pt x="17487" y="3682"/>
                      <a:pt x="17451" y="3686"/>
                      <a:pt x="17417" y="3686"/>
                    </a:cubicBezTo>
                    <a:cubicBezTo>
                      <a:pt x="17207" y="3686"/>
                      <a:pt x="17050" y="3554"/>
                      <a:pt x="17109" y="3346"/>
                    </a:cubicBezTo>
                    <a:cubicBezTo>
                      <a:pt x="17385" y="2431"/>
                      <a:pt x="16625" y="1791"/>
                      <a:pt x="16556" y="962"/>
                    </a:cubicBezTo>
                    <a:cubicBezTo>
                      <a:pt x="16526" y="461"/>
                      <a:pt x="16229" y="0"/>
                      <a:pt x="156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41"/>
              <p:cNvSpPr/>
              <p:nvPr/>
            </p:nvSpPr>
            <p:spPr>
              <a:xfrm>
                <a:off x="6306100" y="2654825"/>
                <a:ext cx="232875" cy="385425"/>
              </a:xfrm>
              <a:custGeom>
                <a:avLst/>
                <a:gdLst/>
                <a:ahLst/>
                <a:cxnLst/>
                <a:rect l="l" t="t" r="r" b="b"/>
                <a:pathLst>
                  <a:path w="9315" h="15417" extrusionOk="0">
                    <a:moveTo>
                      <a:pt x="6907" y="9941"/>
                    </a:moveTo>
                    <a:cubicBezTo>
                      <a:pt x="6738" y="10523"/>
                      <a:pt x="6645" y="11167"/>
                      <a:pt x="5910" y="11304"/>
                    </a:cubicBezTo>
                    <a:cubicBezTo>
                      <a:pt x="5905" y="11305"/>
                      <a:pt x="5899" y="11305"/>
                      <a:pt x="5892" y="11305"/>
                    </a:cubicBezTo>
                    <a:cubicBezTo>
                      <a:pt x="5767" y="11305"/>
                      <a:pt x="5547" y="11146"/>
                      <a:pt x="5547" y="11097"/>
                    </a:cubicBezTo>
                    <a:cubicBezTo>
                      <a:pt x="5616" y="10270"/>
                      <a:pt x="6304" y="10147"/>
                      <a:pt x="6907" y="9941"/>
                    </a:cubicBezTo>
                    <a:close/>
                    <a:moveTo>
                      <a:pt x="2345" y="1"/>
                    </a:moveTo>
                    <a:cubicBezTo>
                      <a:pt x="2049" y="1"/>
                      <a:pt x="1708" y="93"/>
                      <a:pt x="1419" y="93"/>
                    </a:cubicBezTo>
                    <a:cubicBezTo>
                      <a:pt x="1383" y="93"/>
                      <a:pt x="1348" y="92"/>
                      <a:pt x="1313" y="88"/>
                    </a:cubicBezTo>
                    <a:cubicBezTo>
                      <a:pt x="1306" y="88"/>
                      <a:pt x="1299" y="88"/>
                      <a:pt x="1292" y="88"/>
                    </a:cubicBezTo>
                    <a:cubicBezTo>
                      <a:pt x="885" y="88"/>
                      <a:pt x="504" y="561"/>
                      <a:pt x="639" y="883"/>
                    </a:cubicBezTo>
                    <a:cubicBezTo>
                      <a:pt x="1244" y="2283"/>
                      <a:pt x="0" y="3977"/>
                      <a:pt x="1348" y="5273"/>
                    </a:cubicBezTo>
                    <a:cubicBezTo>
                      <a:pt x="1538" y="5446"/>
                      <a:pt x="1383" y="5964"/>
                      <a:pt x="1538" y="6241"/>
                    </a:cubicBezTo>
                    <a:cubicBezTo>
                      <a:pt x="1851" y="6738"/>
                      <a:pt x="1941" y="7889"/>
                      <a:pt x="2501" y="7889"/>
                    </a:cubicBezTo>
                    <a:cubicBezTo>
                      <a:pt x="2623" y="7889"/>
                      <a:pt x="2766" y="7836"/>
                      <a:pt x="2938" y="7710"/>
                    </a:cubicBezTo>
                    <a:cubicBezTo>
                      <a:pt x="3345" y="7411"/>
                      <a:pt x="3664" y="7306"/>
                      <a:pt x="3951" y="7306"/>
                    </a:cubicBezTo>
                    <a:cubicBezTo>
                      <a:pt x="4345" y="7306"/>
                      <a:pt x="4678" y="7505"/>
                      <a:pt x="5098" y="7675"/>
                    </a:cubicBezTo>
                    <a:cubicBezTo>
                      <a:pt x="5375" y="7796"/>
                      <a:pt x="5651" y="7848"/>
                      <a:pt x="5668" y="8176"/>
                    </a:cubicBezTo>
                    <a:cubicBezTo>
                      <a:pt x="5668" y="8297"/>
                      <a:pt x="5547" y="8401"/>
                      <a:pt x="5478" y="8504"/>
                    </a:cubicBezTo>
                    <a:cubicBezTo>
                      <a:pt x="5288" y="8384"/>
                      <a:pt x="5098" y="8263"/>
                      <a:pt x="4908" y="8107"/>
                    </a:cubicBezTo>
                    <a:cubicBezTo>
                      <a:pt x="4670" y="7869"/>
                      <a:pt x="4349" y="7740"/>
                      <a:pt x="4020" y="7740"/>
                    </a:cubicBezTo>
                    <a:cubicBezTo>
                      <a:pt x="3895" y="7740"/>
                      <a:pt x="3770" y="7758"/>
                      <a:pt x="3646" y="7796"/>
                    </a:cubicBezTo>
                    <a:cubicBezTo>
                      <a:pt x="3059" y="7951"/>
                      <a:pt x="3284" y="8470"/>
                      <a:pt x="3249" y="8850"/>
                    </a:cubicBezTo>
                    <a:cubicBezTo>
                      <a:pt x="3180" y="10008"/>
                      <a:pt x="4701" y="11270"/>
                      <a:pt x="4580" y="11408"/>
                    </a:cubicBezTo>
                    <a:cubicBezTo>
                      <a:pt x="3042" y="13170"/>
                      <a:pt x="4251" y="13205"/>
                      <a:pt x="5599" y="13758"/>
                    </a:cubicBezTo>
                    <a:cubicBezTo>
                      <a:pt x="6014" y="13948"/>
                      <a:pt x="6429" y="15244"/>
                      <a:pt x="7379" y="15400"/>
                    </a:cubicBezTo>
                    <a:cubicBezTo>
                      <a:pt x="7454" y="15411"/>
                      <a:pt x="7523" y="15417"/>
                      <a:pt x="7586" y="15417"/>
                    </a:cubicBezTo>
                    <a:cubicBezTo>
                      <a:pt x="8462" y="15417"/>
                      <a:pt x="8316" y="14362"/>
                      <a:pt x="8606" y="13879"/>
                    </a:cubicBezTo>
                    <a:cubicBezTo>
                      <a:pt x="9315" y="12687"/>
                      <a:pt x="8554" y="11529"/>
                      <a:pt x="8105" y="10423"/>
                    </a:cubicBezTo>
                    <a:cubicBezTo>
                      <a:pt x="7967" y="10058"/>
                      <a:pt x="7709" y="9812"/>
                      <a:pt x="7353" y="9812"/>
                    </a:cubicBezTo>
                    <a:cubicBezTo>
                      <a:pt x="7222" y="9812"/>
                      <a:pt x="7078" y="9845"/>
                      <a:pt x="6922" y="9917"/>
                    </a:cubicBezTo>
                    <a:lnTo>
                      <a:pt x="6922" y="9917"/>
                    </a:lnTo>
                    <a:cubicBezTo>
                      <a:pt x="7290" y="9072"/>
                      <a:pt x="8114" y="7913"/>
                      <a:pt x="7103" y="7433"/>
                    </a:cubicBezTo>
                    <a:cubicBezTo>
                      <a:pt x="5789" y="6828"/>
                      <a:pt x="5530" y="5048"/>
                      <a:pt x="3854" y="4927"/>
                    </a:cubicBezTo>
                    <a:cubicBezTo>
                      <a:pt x="3335" y="4893"/>
                      <a:pt x="2886" y="4167"/>
                      <a:pt x="3318" y="3424"/>
                    </a:cubicBezTo>
                    <a:cubicBezTo>
                      <a:pt x="3975" y="2318"/>
                      <a:pt x="3353" y="1298"/>
                      <a:pt x="2955" y="348"/>
                    </a:cubicBezTo>
                    <a:cubicBezTo>
                      <a:pt x="2833" y="73"/>
                      <a:pt x="2607" y="1"/>
                      <a:pt x="234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41"/>
              <p:cNvSpPr/>
              <p:nvPr/>
            </p:nvSpPr>
            <p:spPr>
              <a:xfrm>
                <a:off x="6139750" y="3178550"/>
                <a:ext cx="185375" cy="227425"/>
              </a:xfrm>
              <a:custGeom>
                <a:avLst/>
                <a:gdLst/>
                <a:ahLst/>
                <a:cxnLst/>
                <a:rect l="l" t="t" r="r" b="b"/>
                <a:pathLst>
                  <a:path w="7415" h="9097" extrusionOk="0">
                    <a:moveTo>
                      <a:pt x="6576" y="0"/>
                    </a:moveTo>
                    <a:cubicBezTo>
                      <a:pt x="6440" y="0"/>
                      <a:pt x="6314" y="46"/>
                      <a:pt x="6222" y="154"/>
                    </a:cubicBezTo>
                    <a:cubicBezTo>
                      <a:pt x="5928" y="483"/>
                      <a:pt x="5611" y="592"/>
                      <a:pt x="5290" y="592"/>
                    </a:cubicBezTo>
                    <a:cubicBezTo>
                      <a:pt x="4988" y="592"/>
                      <a:pt x="4683" y="496"/>
                      <a:pt x="4390" y="396"/>
                    </a:cubicBezTo>
                    <a:cubicBezTo>
                      <a:pt x="3964" y="242"/>
                      <a:pt x="3597" y="173"/>
                      <a:pt x="3279" y="173"/>
                    </a:cubicBezTo>
                    <a:cubicBezTo>
                      <a:pt x="1986" y="173"/>
                      <a:pt x="1492" y="1318"/>
                      <a:pt x="1020" y="2608"/>
                    </a:cubicBezTo>
                    <a:cubicBezTo>
                      <a:pt x="364" y="4353"/>
                      <a:pt x="1" y="6064"/>
                      <a:pt x="796" y="7360"/>
                    </a:cubicBezTo>
                    <a:cubicBezTo>
                      <a:pt x="847" y="8362"/>
                      <a:pt x="761" y="8984"/>
                      <a:pt x="1470" y="9088"/>
                    </a:cubicBezTo>
                    <a:cubicBezTo>
                      <a:pt x="1519" y="9094"/>
                      <a:pt x="1568" y="9097"/>
                      <a:pt x="1614" y="9097"/>
                    </a:cubicBezTo>
                    <a:cubicBezTo>
                      <a:pt x="2117" y="9097"/>
                      <a:pt x="2435" y="8762"/>
                      <a:pt x="2593" y="8224"/>
                    </a:cubicBezTo>
                    <a:cubicBezTo>
                      <a:pt x="2634" y="8075"/>
                      <a:pt x="2578" y="7743"/>
                      <a:pt x="2746" y="7743"/>
                    </a:cubicBezTo>
                    <a:cubicBezTo>
                      <a:pt x="2792" y="7743"/>
                      <a:pt x="2854" y="7768"/>
                      <a:pt x="2938" y="7827"/>
                    </a:cubicBezTo>
                    <a:cubicBezTo>
                      <a:pt x="3173" y="7995"/>
                      <a:pt x="3380" y="8062"/>
                      <a:pt x="3567" y="8062"/>
                    </a:cubicBezTo>
                    <a:cubicBezTo>
                      <a:pt x="4013" y="8062"/>
                      <a:pt x="4340" y="7677"/>
                      <a:pt x="4632" y="7360"/>
                    </a:cubicBezTo>
                    <a:cubicBezTo>
                      <a:pt x="5116" y="6842"/>
                      <a:pt x="4563" y="6358"/>
                      <a:pt x="4373" y="5839"/>
                    </a:cubicBezTo>
                    <a:cubicBezTo>
                      <a:pt x="4183" y="5321"/>
                      <a:pt x="3491" y="4750"/>
                      <a:pt x="4442" y="4249"/>
                    </a:cubicBezTo>
                    <a:cubicBezTo>
                      <a:pt x="4943" y="3990"/>
                      <a:pt x="5790" y="3852"/>
                      <a:pt x="5427" y="3057"/>
                    </a:cubicBezTo>
                    <a:cubicBezTo>
                      <a:pt x="5274" y="2713"/>
                      <a:pt x="5030" y="2616"/>
                      <a:pt x="4752" y="2616"/>
                    </a:cubicBezTo>
                    <a:cubicBezTo>
                      <a:pt x="4400" y="2616"/>
                      <a:pt x="3994" y="2771"/>
                      <a:pt x="3647" y="2780"/>
                    </a:cubicBezTo>
                    <a:cubicBezTo>
                      <a:pt x="3388" y="2815"/>
                      <a:pt x="3129" y="2850"/>
                      <a:pt x="2887" y="2919"/>
                    </a:cubicBezTo>
                    <a:cubicBezTo>
                      <a:pt x="2887" y="2746"/>
                      <a:pt x="2800" y="2487"/>
                      <a:pt x="2887" y="2435"/>
                    </a:cubicBezTo>
                    <a:cubicBezTo>
                      <a:pt x="3111" y="2262"/>
                      <a:pt x="3405" y="2037"/>
                      <a:pt x="3664" y="2037"/>
                    </a:cubicBezTo>
                    <a:cubicBezTo>
                      <a:pt x="4321" y="2055"/>
                      <a:pt x="4995" y="2262"/>
                      <a:pt x="5634" y="2262"/>
                    </a:cubicBezTo>
                    <a:cubicBezTo>
                      <a:pt x="6481" y="2262"/>
                      <a:pt x="6861" y="1553"/>
                      <a:pt x="7242" y="931"/>
                    </a:cubicBezTo>
                    <a:cubicBezTo>
                      <a:pt x="7414" y="689"/>
                      <a:pt x="7328" y="344"/>
                      <a:pt x="7086" y="188"/>
                    </a:cubicBezTo>
                    <a:cubicBezTo>
                      <a:pt x="6932" y="73"/>
                      <a:pt x="6746" y="0"/>
                      <a:pt x="65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41"/>
              <p:cNvSpPr/>
              <p:nvPr/>
            </p:nvSpPr>
            <p:spPr>
              <a:xfrm>
                <a:off x="4320000" y="1079225"/>
                <a:ext cx="260125" cy="163000"/>
              </a:xfrm>
              <a:custGeom>
                <a:avLst/>
                <a:gdLst/>
                <a:ahLst/>
                <a:cxnLst/>
                <a:rect l="l" t="t" r="r" b="b"/>
                <a:pathLst>
                  <a:path w="10405" h="6520" extrusionOk="0">
                    <a:moveTo>
                      <a:pt x="8970" y="1"/>
                    </a:moveTo>
                    <a:cubicBezTo>
                      <a:pt x="6620" y="778"/>
                      <a:pt x="3786" y="294"/>
                      <a:pt x="1764" y="2576"/>
                    </a:cubicBezTo>
                    <a:cubicBezTo>
                      <a:pt x="502" y="3993"/>
                      <a:pt x="1" y="5410"/>
                      <a:pt x="1038" y="5876"/>
                    </a:cubicBezTo>
                    <a:cubicBezTo>
                      <a:pt x="2057" y="6274"/>
                      <a:pt x="3146" y="6499"/>
                      <a:pt x="4252" y="6516"/>
                    </a:cubicBezTo>
                    <a:cubicBezTo>
                      <a:pt x="4303" y="6518"/>
                      <a:pt x="4355" y="6520"/>
                      <a:pt x="4406" y="6520"/>
                    </a:cubicBezTo>
                    <a:cubicBezTo>
                      <a:pt x="4717" y="6520"/>
                      <a:pt x="5012" y="6455"/>
                      <a:pt x="5116" y="6084"/>
                    </a:cubicBezTo>
                    <a:cubicBezTo>
                      <a:pt x="5237" y="5652"/>
                      <a:pt x="4892" y="5479"/>
                      <a:pt x="4563" y="5323"/>
                    </a:cubicBezTo>
                    <a:cubicBezTo>
                      <a:pt x="3094" y="4598"/>
                      <a:pt x="3630" y="3924"/>
                      <a:pt x="4598" y="3198"/>
                    </a:cubicBezTo>
                    <a:cubicBezTo>
                      <a:pt x="5980" y="2144"/>
                      <a:pt x="7726" y="2126"/>
                      <a:pt x="9264" y="1487"/>
                    </a:cubicBezTo>
                    <a:cubicBezTo>
                      <a:pt x="9696" y="1331"/>
                      <a:pt x="10404" y="1556"/>
                      <a:pt x="10352" y="796"/>
                    </a:cubicBezTo>
                    <a:cubicBezTo>
                      <a:pt x="10301" y="35"/>
                      <a:pt x="9627" y="70"/>
                      <a:pt x="89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41"/>
              <p:cNvSpPr/>
              <p:nvPr/>
            </p:nvSpPr>
            <p:spPr>
              <a:xfrm>
                <a:off x="3605850" y="1017225"/>
                <a:ext cx="246275" cy="88775"/>
              </a:xfrm>
              <a:custGeom>
                <a:avLst/>
                <a:gdLst/>
                <a:ahLst/>
                <a:cxnLst/>
                <a:rect l="l" t="t" r="r" b="b"/>
                <a:pathLst>
                  <a:path w="9851" h="3551" extrusionOk="0">
                    <a:moveTo>
                      <a:pt x="3896" y="1"/>
                    </a:moveTo>
                    <a:cubicBezTo>
                      <a:pt x="2951" y="1"/>
                      <a:pt x="1998" y="113"/>
                      <a:pt x="1055" y="130"/>
                    </a:cubicBezTo>
                    <a:cubicBezTo>
                      <a:pt x="674" y="130"/>
                      <a:pt x="260" y="217"/>
                      <a:pt x="121" y="649"/>
                    </a:cubicBezTo>
                    <a:cubicBezTo>
                      <a:pt x="0" y="1046"/>
                      <a:pt x="173" y="1461"/>
                      <a:pt x="536" y="1651"/>
                    </a:cubicBezTo>
                    <a:cubicBezTo>
                      <a:pt x="1487" y="2256"/>
                      <a:pt x="2489" y="2792"/>
                      <a:pt x="3474" y="3345"/>
                    </a:cubicBezTo>
                    <a:cubicBezTo>
                      <a:pt x="3715" y="3472"/>
                      <a:pt x="3939" y="3551"/>
                      <a:pt x="4149" y="3551"/>
                    </a:cubicBezTo>
                    <a:cubicBezTo>
                      <a:pt x="4450" y="3551"/>
                      <a:pt x="4723" y="3389"/>
                      <a:pt x="4978" y="2982"/>
                    </a:cubicBezTo>
                    <a:cubicBezTo>
                      <a:pt x="5203" y="2650"/>
                      <a:pt x="5511" y="2104"/>
                      <a:pt x="5931" y="2104"/>
                    </a:cubicBezTo>
                    <a:cubicBezTo>
                      <a:pt x="6058" y="2104"/>
                      <a:pt x="6195" y="2153"/>
                      <a:pt x="6343" y="2273"/>
                    </a:cubicBezTo>
                    <a:cubicBezTo>
                      <a:pt x="6982" y="2809"/>
                      <a:pt x="7673" y="2826"/>
                      <a:pt x="8365" y="2895"/>
                    </a:cubicBezTo>
                    <a:cubicBezTo>
                      <a:pt x="8588" y="2920"/>
                      <a:pt x="8869" y="3004"/>
                      <a:pt x="9118" y="3004"/>
                    </a:cubicBezTo>
                    <a:cubicBezTo>
                      <a:pt x="9390" y="3004"/>
                      <a:pt x="9623" y="2904"/>
                      <a:pt x="9695" y="2515"/>
                    </a:cubicBezTo>
                    <a:cubicBezTo>
                      <a:pt x="9851" y="1789"/>
                      <a:pt x="9142" y="1668"/>
                      <a:pt x="8641" y="1478"/>
                    </a:cubicBezTo>
                    <a:lnTo>
                      <a:pt x="6585" y="493"/>
                    </a:lnTo>
                    <a:cubicBezTo>
                      <a:pt x="5704" y="104"/>
                      <a:pt x="4803" y="1"/>
                      <a:pt x="38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41"/>
              <p:cNvSpPr/>
              <p:nvPr/>
            </p:nvSpPr>
            <p:spPr>
              <a:xfrm>
                <a:off x="3161275" y="1612775"/>
                <a:ext cx="115825" cy="115825"/>
              </a:xfrm>
              <a:custGeom>
                <a:avLst/>
                <a:gdLst/>
                <a:ahLst/>
                <a:cxnLst/>
                <a:rect l="l" t="t" r="r" b="b"/>
                <a:pathLst>
                  <a:path w="4633" h="4633" extrusionOk="0">
                    <a:moveTo>
                      <a:pt x="2966" y="1"/>
                    </a:moveTo>
                    <a:cubicBezTo>
                      <a:pt x="2951" y="1"/>
                      <a:pt x="2936" y="1"/>
                      <a:pt x="2921" y="1"/>
                    </a:cubicBezTo>
                    <a:cubicBezTo>
                      <a:pt x="1729" y="36"/>
                      <a:pt x="1" y="2421"/>
                      <a:pt x="139" y="3803"/>
                    </a:cubicBezTo>
                    <a:cubicBezTo>
                      <a:pt x="139" y="4252"/>
                      <a:pt x="502" y="4615"/>
                      <a:pt x="951" y="4633"/>
                    </a:cubicBezTo>
                    <a:cubicBezTo>
                      <a:pt x="2956" y="4581"/>
                      <a:pt x="4632" y="3026"/>
                      <a:pt x="4529" y="1297"/>
                    </a:cubicBezTo>
                    <a:cubicBezTo>
                      <a:pt x="4478" y="482"/>
                      <a:pt x="3809" y="1"/>
                      <a:pt x="29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41"/>
              <p:cNvSpPr/>
              <p:nvPr/>
            </p:nvSpPr>
            <p:spPr>
              <a:xfrm>
                <a:off x="6082850" y="3458350"/>
                <a:ext cx="215350" cy="82375"/>
              </a:xfrm>
              <a:custGeom>
                <a:avLst/>
                <a:gdLst/>
                <a:ahLst/>
                <a:cxnLst/>
                <a:rect l="l" t="t" r="r" b="b"/>
                <a:pathLst>
                  <a:path w="8614" h="3295" extrusionOk="0">
                    <a:moveTo>
                      <a:pt x="8412" y="834"/>
                    </a:moveTo>
                    <a:lnTo>
                      <a:pt x="8412" y="834"/>
                    </a:lnTo>
                    <a:cubicBezTo>
                      <a:pt x="8408" y="835"/>
                      <a:pt x="8404" y="836"/>
                      <a:pt x="8401" y="837"/>
                    </a:cubicBezTo>
                    <a:lnTo>
                      <a:pt x="8401" y="837"/>
                    </a:lnTo>
                    <a:cubicBezTo>
                      <a:pt x="8399" y="842"/>
                      <a:pt x="8396" y="846"/>
                      <a:pt x="8394" y="851"/>
                    </a:cubicBezTo>
                    <a:lnTo>
                      <a:pt x="8412" y="834"/>
                    </a:lnTo>
                    <a:close/>
                    <a:moveTo>
                      <a:pt x="6441" y="1"/>
                    </a:moveTo>
                    <a:cubicBezTo>
                      <a:pt x="5426" y="1"/>
                      <a:pt x="4424" y="103"/>
                      <a:pt x="3504" y="557"/>
                    </a:cubicBezTo>
                    <a:cubicBezTo>
                      <a:pt x="3268" y="683"/>
                      <a:pt x="3156" y="756"/>
                      <a:pt x="3064" y="756"/>
                    </a:cubicBezTo>
                    <a:cubicBezTo>
                      <a:pt x="2968" y="756"/>
                      <a:pt x="2895" y="675"/>
                      <a:pt x="2726" y="488"/>
                    </a:cubicBezTo>
                    <a:cubicBezTo>
                      <a:pt x="2440" y="160"/>
                      <a:pt x="2158" y="41"/>
                      <a:pt x="1882" y="41"/>
                    </a:cubicBezTo>
                    <a:cubicBezTo>
                      <a:pt x="1373" y="41"/>
                      <a:pt x="881" y="443"/>
                      <a:pt x="410" y="678"/>
                    </a:cubicBezTo>
                    <a:cubicBezTo>
                      <a:pt x="0" y="866"/>
                      <a:pt x="164" y="1612"/>
                      <a:pt x="452" y="1612"/>
                    </a:cubicBezTo>
                    <a:cubicBezTo>
                      <a:pt x="455" y="1612"/>
                      <a:pt x="459" y="1612"/>
                      <a:pt x="462" y="1612"/>
                    </a:cubicBezTo>
                    <a:cubicBezTo>
                      <a:pt x="518" y="1607"/>
                      <a:pt x="572" y="1605"/>
                      <a:pt x="625" y="1605"/>
                    </a:cubicBezTo>
                    <a:cubicBezTo>
                      <a:pt x="1895" y="1605"/>
                      <a:pt x="2508" y="2753"/>
                      <a:pt x="3504" y="3184"/>
                    </a:cubicBezTo>
                    <a:cubicBezTo>
                      <a:pt x="3665" y="3259"/>
                      <a:pt x="3818" y="3295"/>
                      <a:pt x="3955" y="3295"/>
                    </a:cubicBezTo>
                    <a:cubicBezTo>
                      <a:pt x="4389" y="3295"/>
                      <a:pt x="4667" y="2934"/>
                      <a:pt x="4575" y="2303"/>
                    </a:cubicBezTo>
                    <a:cubicBezTo>
                      <a:pt x="4523" y="1905"/>
                      <a:pt x="4541" y="1784"/>
                      <a:pt x="4973" y="1698"/>
                    </a:cubicBezTo>
                    <a:cubicBezTo>
                      <a:pt x="6127" y="1457"/>
                      <a:pt x="7264" y="1130"/>
                      <a:pt x="8401" y="837"/>
                    </a:cubicBezTo>
                    <a:lnTo>
                      <a:pt x="8401" y="837"/>
                    </a:lnTo>
                    <a:cubicBezTo>
                      <a:pt x="8535" y="525"/>
                      <a:pt x="8613" y="56"/>
                      <a:pt x="8256" y="56"/>
                    </a:cubicBezTo>
                    <a:cubicBezTo>
                      <a:pt x="7656" y="37"/>
                      <a:pt x="7046" y="1"/>
                      <a:pt x="64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41"/>
              <p:cNvSpPr/>
              <p:nvPr/>
            </p:nvSpPr>
            <p:spPr>
              <a:xfrm>
                <a:off x="5726825" y="1103850"/>
                <a:ext cx="262175" cy="54825"/>
              </a:xfrm>
              <a:custGeom>
                <a:avLst/>
                <a:gdLst/>
                <a:ahLst/>
                <a:cxnLst/>
                <a:rect l="l" t="t" r="r" b="b"/>
                <a:pathLst>
                  <a:path w="10487" h="2193" extrusionOk="0">
                    <a:moveTo>
                      <a:pt x="2675" y="1"/>
                    </a:moveTo>
                    <a:cubicBezTo>
                      <a:pt x="2260" y="122"/>
                      <a:pt x="1984" y="208"/>
                      <a:pt x="1707" y="260"/>
                    </a:cubicBezTo>
                    <a:cubicBezTo>
                      <a:pt x="1625" y="276"/>
                      <a:pt x="1533" y="281"/>
                      <a:pt x="1436" y="281"/>
                    </a:cubicBezTo>
                    <a:cubicBezTo>
                      <a:pt x="1238" y="281"/>
                      <a:pt x="1018" y="259"/>
                      <a:pt x="814" y="259"/>
                    </a:cubicBezTo>
                    <a:cubicBezTo>
                      <a:pt x="370" y="259"/>
                      <a:pt x="1" y="367"/>
                      <a:pt x="83" y="1055"/>
                    </a:cubicBezTo>
                    <a:cubicBezTo>
                      <a:pt x="160" y="1671"/>
                      <a:pt x="629" y="1783"/>
                      <a:pt x="1147" y="1783"/>
                    </a:cubicBezTo>
                    <a:cubicBezTo>
                      <a:pt x="1443" y="1783"/>
                      <a:pt x="1754" y="1746"/>
                      <a:pt x="2018" y="1746"/>
                    </a:cubicBezTo>
                    <a:cubicBezTo>
                      <a:pt x="3176" y="1729"/>
                      <a:pt x="4334" y="1625"/>
                      <a:pt x="5488" y="1625"/>
                    </a:cubicBezTo>
                    <a:cubicBezTo>
                      <a:pt x="6641" y="1625"/>
                      <a:pt x="7790" y="1729"/>
                      <a:pt x="8931" y="2126"/>
                    </a:cubicBezTo>
                    <a:cubicBezTo>
                      <a:pt x="9064" y="2171"/>
                      <a:pt x="9201" y="2192"/>
                      <a:pt x="9336" y="2192"/>
                    </a:cubicBezTo>
                    <a:cubicBezTo>
                      <a:pt x="9780" y="2192"/>
                      <a:pt x="10194" y="1955"/>
                      <a:pt x="10314" y="1504"/>
                    </a:cubicBezTo>
                    <a:cubicBezTo>
                      <a:pt x="10486" y="813"/>
                      <a:pt x="9761" y="744"/>
                      <a:pt x="9294" y="606"/>
                    </a:cubicBezTo>
                    <a:cubicBezTo>
                      <a:pt x="8746" y="426"/>
                      <a:pt x="8189" y="370"/>
                      <a:pt x="7630" y="370"/>
                    </a:cubicBezTo>
                    <a:cubicBezTo>
                      <a:pt x="6715" y="370"/>
                      <a:pt x="5795" y="519"/>
                      <a:pt x="4900" y="519"/>
                    </a:cubicBezTo>
                    <a:cubicBezTo>
                      <a:pt x="4133" y="519"/>
                      <a:pt x="3384" y="409"/>
                      <a:pt x="267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41"/>
              <p:cNvSpPr/>
              <p:nvPr/>
            </p:nvSpPr>
            <p:spPr>
              <a:xfrm>
                <a:off x="6497925" y="4391525"/>
                <a:ext cx="125725" cy="97375"/>
              </a:xfrm>
              <a:custGeom>
                <a:avLst/>
                <a:gdLst/>
                <a:ahLst/>
                <a:cxnLst/>
                <a:rect l="l" t="t" r="r" b="b"/>
                <a:pathLst>
                  <a:path w="5029" h="3895" extrusionOk="0">
                    <a:moveTo>
                      <a:pt x="4062" y="0"/>
                    </a:moveTo>
                    <a:cubicBezTo>
                      <a:pt x="3557" y="0"/>
                      <a:pt x="2937" y="491"/>
                      <a:pt x="2445" y="491"/>
                    </a:cubicBezTo>
                    <a:cubicBezTo>
                      <a:pt x="2234" y="491"/>
                      <a:pt x="2046" y="401"/>
                      <a:pt x="1901" y="144"/>
                    </a:cubicBezTo>
                    <a:cubicBezTo>
                      <a:pt x="0" y="403"/>
                      <a:pt x="570" y="1975"/>
                      <a:pt x="225" y="2960"/>
                    </a:cubicBezTo>
                    <a:cubicBezTo>
                      <a:pt x="38" y="3485"/>
                      <a:pt x="566" y="3894"/>
                      <a:pt x="1172" y="3894"/>
                    </a:cubicBezTo>
                    <a:cubicBezTo>
                      <a:pt x="1185" y="3894"/>
                      <a:pt x="1197" y="3894"/>
                      <a:pt x="1210" y="3894"/>
                    </a:cubicBezTo>
                    <a:cubicBezTo>
                      <a:pt x="2298" y="3876"/>
                      <a:pt x="5029" y="1630"/>
                      <a:pt x="4804" y="783"/>
                    </a:cubicBezTo>
                    <a:cubicBezTo>
                      <a:pt x="4638" y="185"/>
                      <a:pt x="4372" y="0"/>
                      <a:pt x="40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41"/>
              <p:cNvSpPr/>
              <p:nvPr/>
            </p:nvSpPr>
            <p:spPr>
              <a:xfrm>
                <a:off x="5334875" y="2906300"/>
                <a:ext cx="82100" cy="128050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5122" extrusionOk="0">
                    <a:moveTo>
                      <a:pt x="519" y="1"/>
                    </a:moveTo>
                    <a:lnTo>
                      <a:pt x="380" y="139"/>
                    </a:lnTo>
                    <a:cubicBezTo>
                      <a:pt x="104" y="1452"/>
                      <a:pt x="0" y="2766"/>
                      <a:pt x="380" y="4062"/>
                    </a:cubicBezTo>
                    <a:cubicBezTo>
                      <a:pt x="534" y="4660"/>
                      <a:pt x="796" y="5122"/>
                      <a:pt x="1420" y="5122"/>
                    </a:cubicBezTo>
                    <a:cubicBezTo>
                      <a:pt x="1500" y="5122"/>
                      <a:pt x="1585" y="5114"/>
                      <a:pt x="1676" y="5099"/>
                    </a:cubicBezTo>
                    <a:cubicBezTo>
                      <a:pt x="2471" y="4978"/>
                      <a:pt x="3284" y="4408"/>
                      <a:pt x="3111" y="3734"/>
                    </a:cubicBezTo>
                    <a:cubicBezTo>
                      <a:pt x="2748" y="2213"/>
                      <a:pt x="2108" y="744"/>
                      <a:pt x="5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41"/>
              <p:cNvSpPr/>
              <p:nvPr/>
            </p:nvSpPr>
            <p:spPr>
              <a:xfrm>
                <a:off x="4869125" y="997550"/>
                <a:ext cx="160750" cy="66150"/>
              </a:xfrm>
              <a:custGeom>
                <a:avLst/>
                <a:gdLst/>
                <a:ahLst/>
                <a:cxnLst/>
                <a:rect l="l" t="t" r="r" b="b"/>
                <a:pathLst>
                  <a:path w="6430" h="2646" extrusionOk="0">
                    <a:moveTo>
                      <a:pt x="1040" y="1"/>
                    </a:moveTo>
                    <a:cubicBezTo>
                      <a:pt x="589" y="1"/>
                      <a:pt x="239" y="358"/>
                      <a:pt x="104" y="814"/>
                    </a:cubicBezTo>
                    <a:cubicBezTo>
                      <a:pt x="1" y="1108"/>
                      <a:pt x="191" y="1419"/>
                      <a:pt x="502" y="1470"/>
                    </a:cubicBezTo>
                    <a:cubicBezTo>
                      <a:pt x="1971" y="1885"/>
                      <a:pt x="3440" y="2283"/>
                      <a:pt x="4736" y="2646"/>
                    </a:cubicBezTo>
                    <a:cubicBezTo>
                      <a:pt x="5427" y="2611"/>
                      <a:pt x="5928" y="2611"/>
                      <a:pt x="6239" y="2127"/>
                    </a:cubicBezTo>
                    <a:cubicBezTo>
                      <a:pt x="6429" y="1851"/>
                      <a:pt x="6308" y="1470"/>
                      <a:pt x="6066" y="1419"/>
                    </a:cubicBezTo>
                    <a:cubicBezTo>
                      <a:pt x="4373" y="1021"/>
                      <a:pt x="2852" y="36"/>
                      <a:pt x="1072" y="2"/>
                    </a:cubicBezTo>
                    <a:cubicBezTo>
                      <a:pt x="1061" y="1"/>
                      <a:pt x="1051" y="1"/>
                      <a:pt x="10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41"/>
              <p:cNvSpPr/>
              <p:nvPr/>
            </p:nvSpPr>
            <p:spPr>
              <a:xfrm>
                <a:off x="3763550" y="998475"/>
                <a:ext cx="117975" cy="55725"/>
              </a:xfrm>
              <a:custGeom>
                <a:avLst/>
                <a:gdLst/>
                <a:ahLst/>
                <a:cxnLst/>
                <a:rect l="l" t="t" r="r" b="b"/>
                <a:pathLst>
                  <a:path w="4719" h="2229" extrusionOk="0">
                    <a:moveTo>
                      <a:pt x="747" y="0"/>
                    </a:moveTo>
                    <a:cubicBezTo>
                      <a:pt x="407" y="0"/>
                      <a:pt x="65" y="161"/>
                      <a:pt x="18" y="690"/>
                    </a:cubicBezTo>
                    <a:cubicBezTo>
                      <a:pt x="0" y="863"/>
                      <a:pt x="190" y="1053"/>
                      <a:pt x="277" y="1243"/>
                    </a:cubicBezTo>
                    <a:lnTo>
                      <a:pt x="2333" y="2228"/>
                    </a:lnTo>
                    <a:cubicBezTo>
                      <a:pt x="2437" y="2220"/>
                      <a:pt x="2541" y="2220"/>
                      <a:pt x="2644" y="2220"/>
                    </a:cubicBezTo>
                    <a:cubicBezTo>
                      <a:pt x="2748" y="2220"/>
                      <a:pt x="2852" y="2220"/>
                      <a:pt x="2955" y="2211"/>
                    </a:cubicBezTo>
                    <a:cubicBezTo>
                      <a:pt x="3647" y="2142"/>
                      <a:pt x="4718" y="2090"/>
                      <a:pt x="4511" y="1261"/>
                    </a:cubicBezTo>
                    <a:cubicBezTo>
                      <a:pt x="4255" y="308"/>
                      <a:pt x="3582" y="187"/>
                      <a:pt x="2842" y="187"/>
                    </a:cubicBezTo>
                    <a:cubicBezTo>
                      <a:pt x="2589" y="187"/>
                      <a:pt x="2328" y="201"/>
                      <a:pt x="2074" y="201"/>
                    </a:cubicBezTo>
                    <a:cubicBezTo>
                      <a:pt x="1762" y="201"/>
                      <a:pt x="1460" y="180"/>
                      <a:pt x="1193" y="85"/>
                    </a:cubicBezTo>
                    <a:cubicBezTo>
                      <a:pt x="1066" y="36"/>
                      <a:pt x="907" y="0"/>
                      <a:pt x="7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41"/>
              <p:cNvSpPr/>
              <p:nvPr/>
            </p:nvSpPr>
            <p:spPr>
              <a:xfrm>
                <a:off x="6244750" y="3463175"/>
                <a:ext cx="127900" cy="76650"/>
              </a:xfrm>
              <a:custGeom>
                <a:avLst/>
                <a:gdLst/>
                <a:ahLst/>
                <a:cxnLst/>
                <a:rect l="l" t="t" r="r" b="b"/>
                <a:pathLst>
                  <a:path w="5116" h="3066" extrusionOk="0">
                    <a:moveTo>
                      <a:pt x="4184" y="1"/>
                    </a:moveTo>
                    <a:cubicBezTo>
                      <a:pt x="4093" y="1"/>
                      <a:pt x="4000" y="13"/>
                      <a:pt x="3906" y="36"/>
                    </a:cubicBezTo>
                    <a:cubicBezTo>
                      <a:pt x="3232" y="209"/>
                      <a:pt x="2575" y="416"/>
                      <a:pt x="1918" y="641"/>
                    </a:cubicBezTo>
                    <a:lnTo>
                      <a:pt x="1936" y="641"/>
                    </a:lnTo>
                    <a:cubicBezTo>
                      <a:pt x="1659" y="848"/>
                      <a:pt x="1383" y="1038"/>
                      <a:pt x="1089" y="1194"/>
                    </a:cubicBezTo>
                    <a:cubicBezTo>
                      <a:pt x="432" y="1505"/>
                      <a:pt x="0" y="2093"/>
                      <a:pt x="311" y="2680"/>
                    </a:cubicBezTo>
                    <a:cubicBezTo>
                      <a:pt x="460" y="2964"/>
                      <a:pt x="650" y="3065"/>
                      <a:pt x="856" y="3065"/>
                    </a:cubicBezTo>
                    <a:cubicBezTo>
                      <a:pt x="1178" y="3065"/>
                      <a:pt x="1537" y="2818"/>
                      <a:pt x="1832" y="2628"/>
                    </a:cubicBezTo>
                    <a:cubicBezTo>
                      <a:pt x="2558" y="2093"/>
                      <a:pt x="3370" y="1695"/>
                      <a:pt x="4234" y="1436"/>
                    </a:cubicBezTo>
                    <a:cubicBezTo>
                      <a:pt x="4631" y="1332"/>
                      <a:pt x="5115" y="1108"/>
                      <a:pt x="4994" y="606"/>
                    </a:cubicBezTo>
                    <a:cubicBezTo>
                      <a:pt x="4883" y="203"/>
                      <a:pt x="4559" y="1"/>
                      <a:pt x="41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41"/>
              <p:cNvSpPr/>
              <p:nvPr/>
            </p:nvSpPr>
            <p:spPr>
              <a:xfrm>
                <a:off x="6286725" y="2464325"/>
                <a:ext cx="67775" cy="93850"/>
              </a:xfrm>
              <a:custGeom>
                <a:avLst/>
                <a:gdLst/>
                <a:ahLst/>
                <a:cxnLst/>
                <a:rect l="l" t="t" r="r" b="b"/>
                <a:pathLst>
                  <a:path w="2711" h="3754" extrusionOk="0">
                    <a:moveTo>
                      <a:pt x="1532" y="0"/>
                    </a:moveTo>
                    <a:cubicBezTo>
                      <a:pt x="1516" y="0"/>
                      <a:pt x="1500" y="0"/>
                      <a:pt x="1484" y="1"/>
                    </a:cubicBezTo>
                    <a:cubicBezTo>
                      <a:pt x="187" y="53"/>
                      <a:pt x="239" y="1332"/>
                      <a:pt x="101" y="2265"/>
                    </a:cubicBezTo>
                    <a:cubicBezTo>
                      <a:pt x="1" y="3066"/>
                      <a:pt x="465" y="3754"/>
                      <a:pt x="1243" y="3754"/>
                    </a:cubicBezTo>
                    <a:cubicBezTo>
                      <a:pt x="1271" y="3754"/>
                      <a:pt x="1299" y="3753"/>
                      <a:pt x="1328" y="3751"/>
                    </a:cubicBezTo>
                    <a:cubicBezTo>
                      <a:pt x="2711" y="3682"/>
                      <a:pt x="1967" y="2403"/>
                      <a:pt x="2313" y="1815"/>
                    </a:cubicBezTo>
                    <a:cubicBezTo>
                      <a:pt x="2228" y="1050"/>
                      <a:pt x="2528" y="0"/>
                      <a:pt x="15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41"/>
              <p:cNvSpPr/>
              <p:nvPr/>
            </p:nvSpPr>
            <p:spPr>
              <a:xfrm>
                <a:off x="6279300" y="2861375"/>
                <a:ext cx="75625" cy="97275"/>
              </a:xfrm>
              <a:custGeom>
                <a:avLst/>
                <a:gdLst/>
                <a:ahLst/>
                <a:cxnLst/>
                <a:rect l="l" t="t" r="r" b="b"/>
                <a:pathLst>
                  <a:path w="3025" h="3891" extrusionOk="0">
                    <a:moveTo>
                      <a:pt x="2403" y="1"/>
                    </a:moveTo>
                    <a:cubicBezTo>
                      <a:pt x="2178" y="1"/>
                      <a:pt x="1971" y="104"/>
                      <a:pt x="1850" y="277"/>
                    </a:cubicBezTo>
                    <a:cubicBezTo>
                      <a:pt x="1504" y="1193"/>
                      <a:pt x="882" y="1884"/>
                      <a:pt x="277" y="2610"/>
                    </a:cubicBezTo>
                    <a:cubicBezTo>
                      <a:pt x="35" y="2869"/>
                      <a:pt x="1" y="3284"/>
                      <a:pt x="208" y="3578"/>
                    </a:cubicBezTo>
                    <a:cubicBezTo>
                      <a:pt x="326" y="3766"/>
                      <a:pt x="507" y="3890"/>
                      <a:pt x="682" y="3890"/>
                    </a:cubicBezTo>
                    <a:cubicBezTo>
                      <a:pt x="764" y="3890"/>
                      <a:pt x="845" y="3863"/>
                      <a:pt x="916" y="3802"/>
                    </a:cubicBezTo>
                    <a:cubicBezTo>
                      <a:pt x="1815" y="3128"/>
                      <a:pt x="2731" y="2420"/>
                      <a:pt x="3025" y="1452"/>
                    </a:cubicBezTo>
                    <a:cubicBezTo>
                      <a:pt x="2973" y="744"/>
                      <a:pt x="2921" y="225"/>
                      <a:pt x="24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41"/>
              <p:cNvSpPr/>
              <p:nvPr/>
            </p:nvSpPr>
            <p:spPr>
              <a:xfrm>
                <a:off x="4145025" y="994975"/>
                <a:ext cx="111500" cy="47325"/>
              </a:xfrm>
              <a:custGeom>
                <a:avLst/>
                <a:gdLst/>
                <a:ahLst/>
                <a:cxnLst/>
                <a:rect l="l" t="t" r="r" b="b"/>
                <a:pathLst>
                  <a:path w="4460" h="1893" extrusionOk="0">
                    <a:moveTo>
                      <a:pt x="1539" y="105"/>
                    </a:moveTo>
                    <a:cubicBezTo>
                      <a:pt x="969" y="243"/>
                      <a:pt x="139" y="1"/>
                      <a:pt x="70" y="744"/>
                    </a:cubicBezTo>
                    <a:cubicBezTo>
                      <a:pt x="1" y="1418"/>
                      <a:pt x="813" y="1418"/>
                      <a:pt x="1332" y="1556"/>
                    </a:cubicBezTo>
                    <a:cubicBezTo>
                      <a:pt x="1764" y="1677"/>
                      <a:pt x="2213" y="1764"/>
                      <a:pt x="2645" y="1815"/>
                    </a:cubicBezTo>
                    <a:cubicBezTo>
                      <a:pt x="2898" y="1847"/>
                      <a:pt x="3179" y="1893"/>
                      <a:pt x="3440" y="1893"/>
                    </a:cubicBezTo>
                    <a:cubicBezTo>
                      <a:pt x="3890" y="1893"/>
                      <a:pt x="4279" y="1756"/>
                      <a:pt x="4356" y="1176"/>
                    </a:cubicBezTo>
                    <a:cubicBezTo>
                      <a:pt x="4459" y="346"/>
                      <a:pt x="3561" y="416"/>
                      <a:pt x="2956" y="329"/>
                    </a:cubicBezTo>
                    <a:lnTo>
                      <a:pt x="1539" y="1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41"/>
              <p:cNvSpPr/>
              <p:nvPr/>
            </p:nvSpPr>
            <p:spPr>
              <a:xfrm>
                <a:off x="7213625" y="3803350"/>
                <a:ext cx="74075" cy="80050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3202" extrusionOk="0">
                    <a:moveTo>
                      <a:pt x="573" y="1"/>
                    </a:moveTo>
                    <a:cubicBezTo>
                      <a:pt x="233" y="1"/>
                      <a:pt x="0" y="333"/>
                      <a:pt x="59" y="704"/>
                    </a:cubicBezTo>
                    <a:cubicBezTo>
                      <a:pt x="284" y="1965"/>
                      <a:pt x="1096" y="2777"/>
                      <a:pt x="2289" y="3175"/>
                    </a:cubicBezTo>
                    <a:cubicBezTo>
                      <a:pt x="2343" y="3193"/>
                      <a:pt x="2395" y="3202"/>
                      <a:pt x="2445" y="3202"/>
                    </a:cubicBezTo>
                    <a:cubicBezTo>
                      <a:pt x="2729" y="3202"/>
                      <a:pt x="2933" y="2914"/>
                      <a:pt x="2963" y="2414"/>
                    </a:cubicBezTo>
                    <a:cubicBezTo>
                      <a:pt x="2341" y="1619"/>
                      <a:pt x="1960" y="427"/>
                      <a:pt x="751" y="30"/>
                    </a:cubicBezTo>
                    <a:cubicBezTo>
                      <a:pt x="689" y="10"/>
                      <a:pt x="630" y="1"/>
                      <a:pt x="5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41"/>
              <p:cNvSpPr/>
              <p:nvPr/>
            </p:nvSpPr>
            <p:spPr>
              <a:xfrm>
                <a:off x="6542025" y="3118350"/>
                <a:ext cx="66075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2643" h="3192" extrusionOk="0">
                    <a:moveTo>
                      <a:pt x="1295" y="1"/>
                    </a:moveTo>
                    <a:cubicBezTo>
                      <a:pt x="1273" y="1"/>
                      <a:pt x="1250" y="2"/>
                      <a:pt x="1226" y="4"/>
                    </a:cubicBezTo>
                    <a:cubicBezTo>
                      <a:pt x="275" y="108"/>
                      <a:pt x="51" y="954"/>
                      <a:pt x="33" y="1732"/>
                    </a:cubicBezTo>
                    <a:cubicBezTo>
                      <a:pt x="1" y="2354"/>
                      <a:pt x="200" y="3192"/>
                      <a:pt x="910" y="3192"/>
                    </a:cubicBezTo>
                    <a:cubicBezTo>
                      <a:pt x="950" y="3192"/>
                      <a:pt x="992" y="3189"/>
                      <a:pt x="1036" y="3184"/>
                    </a:cubicBezTo>
                    <a:cubicBezTo>
                      <a:pt x="2643" y="2959"/>
                      <a:pt x="1640" y="1767"/>
                      <a:pt x="1640" y="1110"/>
                    </a:cubicBezTo>
                    <a:cubicBezTo>
                      <a:pt x="1740" y="547"/>
                      <a:pt x="1792" y="1"/>
                      <a:pt x="12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41"/>
              <p:cNvSpPr/>
              <p:nvPr/>
            </p:nvSpPr>
            <p:spPr>
              <a:xfrm>
                <a:off x="4278100" y="987200"/>
                <a:ext cx="87225" cy="50150"/>
              </a:xfrm>
              <a:custGeom>
                <a:avLst/>
                <a:gdLst/>
                <a:ahLst/>
                <a:cxnLst/>
                <a:rect l="l" t="t" r="r" b="b"/>
                <a:pathLst>
                  <a:path w="3489" h="2006" extrusionOk="0">
                    <a:moveTo>
                      <a:pt x="2519" y="46"/>
                    </a:moveTo>
                    <a:cubicBezTo>
                      <a:pt x="2407" y="46"/>
                      <a:pt x="2296" y="60"/>
                      <a:pt x="2195" y="87"/>
                    </a:cubicBezTo>
                    <a:cubicBezTo>
                      <a:pt x="1435" y="312"/>
                      <a:pt x="191" y="1"/>
                      <a:pt x="87" y="1107"/>
                    </a:cubicBezTo>
                    <a:cubicBezTo>
                      <a:pt x="1" y="1798"/>
                      <a:pt x="986" y="1746"/>
                      <a:pt x="1642" y="1781"/>
                    </a:cubicBezTo>
                    <a:cubicBezTo>
                      <a:pt x="2299" y="1556"/>
                      <a:pt x="3422" y="2005"/>
                      <a:pt x="3474" y="813"/>
                    </a:cubicBezTo>
                    <a:cubicBezTo>
                      <a:pt x="3488" y="284"/>
                      <a:pt x="2986" y="46"/>
                      <a:pt x="2519" y="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41"/>
              <p:cNvSpPr/>
              <p:nvPr/>
            </p:nvSpPr>
            <p:spPr>
              <a:xfrm>
                <a:off x="6595650" y="1204100"/>
                <a:ext cx="81075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3243" h="1672" extrusionOk="0">
                    <a:moveTo>
                      <a:pt x="1466" y="121"/>
                    </a:moveTo>
                    <a:cubicBezTo>
                      <a:pt x="1366" y="163"/>
                      <a:pt x="1241" y="173"/>
                      <a:pt x="1106" y="173"/>
                    </a:cubicBezTo>
                    <a:cubicBezTo>
                      <a:pt x="987" y="173"/>
                      <a:pt x="861" y="165"/>
                      <a:pt x="738" y="165"/>
                    </a:cubicBezTo>
                    <a:cubicBezTo>
                      <a:pt x="371" y="165"/>
                      <a:pt x="34" y="234"/>
                      <a:pt x="14" y="778"/>
                    </a:cubicBezTo>
                    <a:cubicBezTo>
                      <a:pt x="0" y="1593"/>
                      <a:pt x="628" y="1660"/>
                      <a:pt x="1232" y="1660"/>
                    </a:cubicBezTo>
                    <a:cubicBezTo>
                      <a:pt x="1352" y="1660"/>
                      <a:pt x="1472" y="1658"/>
                      <a:pt x="1585" y="1658"/>
                    </a:cubicBezTo>
                    <a:cubicBezTo>
                      <a:pt x="1627" y="1658"/>
                      <a:pt x="1668" y="1658"/>
                      <a:pt x="1708" y="1659"/>
                    </a:cubicBezTo>
                    <a:cubicBezTo>
                      <a:pt x="1826" y="1666"/>
                      <a:pt x="1954" y="1672"/>
                      <a:pt x="2085" y="1672"/>
                    </a:cubicBezTo>
                    <a:cubicBezTo>
                      <a:pt x="2644" y="1672"/>
                      <a:pt x="3242" y="1563"/>
                      <a:pt x="3228" y="933"/>
                    </a:cubicBezTo>
                    <a:cubicBezTo>
                      <a:pt x="3194" y="0"/>
                      <a:pt x="2209" y="207"/>
                      <a:pt x="1466" y="1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41"/>
              <p:cNvSpPr/>
              <p:nvPr/>
            </p:nvSpPr>
            <p:spPr>
              <a:xfrm>
                <a:off x="5040350" y="1034625"/>
                <a:ext cx="81550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3262" h="1879" extrusionOk="0">
                    <a:moveTo>
                      <a:pt x="1625" y="1"/>
                    </a:moveTo>
                    <a:cubicBezTo>
                      <a:pt x="803" y="1"/>
                      <a:pt x="279" y="461"/>
                      <a:pt x="99" y="1249"/>
                    </a:cubicBezTo>
                    <a:cubicBezTo>
                      <a:pt x="0" y="1616"/>
                      <a:pt x="339" y="1879"/>
                      <a:pt x="645" y="1879"/>
                    </a:cubicBezTo>
                    <a:cubicBezTo>
                      <a:pt x="714" y="1879"/>
                      <a:pt x="781" y="1865"/>
                      <a:pt x="842" y="1837"/>
                    </a:cubicBezTo>
                    <a:cubicBezTo>
                      <a:pt x="1620" y="1474"/>
                      <a:pt x="2829" y="1750"/>
                      <a:pt x="3106" y="800"/>
                    </a:cubicBezTo>
                    <a:cubicBezTo>
                      <a:pt x="3261" y="229"/>
                      <a:pt x="2363" y="22"/>
                      <a:pt x="1758" y="5"/>
                    </a:cubicBezTo>
                    <a:cubicBezTo>
                      <a:pt x="1713" y="2"/>
                      <a:pt x="1668" y="1"/>
                      <a:pt x="16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41"/>
              <p:cNvSpPr/>
              <p:nvPr/>
            </p:nvSpPr>
            <p:spPr>
              <a:xfrm>
                <a:off x="6380950" y="3302475"/>
                <a:ext cx="77800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3112" h="1609" extrusionOk="0">
                    <a:moveTo>
                      <a:pt x="843" y="80"/>
                    </a:moveTo>
                    <a:cubicBezTo>
                      <a:pt x="352" y="80"/>
                      <a:pt x="1" y="466"/>
                      <a:pt x="65" y="882"/>
                    </a:cubicBezTo>
                    <a:cubicBezTo>
                      <a:pt x="161" y="1545"/>
                      <a:pt x="602" y="1578"/>
                      <a:pt x="1054" y="1578"/>
                    </a:cubicBezTo>
                    <a:cubicBezTo>
                      <a:pt x="1103" y="1578"/>
                      <a:pt x="1152" y="1577"/>
                      <a:pt x="1201" y="1577"/>
                    </a:cubicBezTo>
                    <a:cubicBezTo>
                      <a:pt x="1347" y="1577"/>
                      <a:pt x="1491" y="1581"/>
                      <a:pt x="1620" y="1608"/>
                    </a:cubicBezTo>
                    <a:cubicBezTo>
                      <a:pt x="1746" y="1549"/>
                      <a:pt x="1903" y="1535"/>
                      <a:pt x="2065" y="1535"/>
                    </a:cubicBezTo>
                    <a:cubicBezTo>
                      <a:pt x="2212" y="1535"/>
                      <a:pt x="2363" y="1547"/>
                      <a:pt x="2502" y="1547"/>
                    </a:cubicBezTo>
                    <a:cubicBezTo>
                      <a:pt x="2845" y="1547"/>
                      <a:pt x="3112" y="1478"/>
                      <a:pt x="3037" y="1003"/>
                    </a:cubicBezTo>
                    <a:cubicBezTo>
                      <a:pt x="2882" y="1"/>
                      <a:pt x="1741" y="191"/>
                      <a:pt x="963" y="87"/>
                    </a:cubicBezTo>
                    <a:cubicBezTo>
                      <a:pt x="923" y="82"/>
                      <a:pt x="882" y="80"/>
                      <a:pt x="843" y="8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41"/>
              <p:cNvSpPr/>
              <p:nvPr/>
            </p:nvSpPr>
            <p:spPr>
              <a:xfrm>
                <a:off x="4384825" y="996700"/>
                <a:ext cx="62025" cy="39775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1591" extrusionOk="0">
                    <a:moveTo>
                      <a:pt x="1811" y="155"/>
                    </a:moveTo>
                    <a:cubicBezTo>
                      <a:pt x="1713" y="155"/>
                      <a:pt x="1613" y="168"/>
                      <a:pt x="1521" y="191"/>
                    </a:cubicBezTo>
                    <a:cubicBezTo>
                      <a:pt x="985" y="312"/>
                      <a:pt x="121" y="1"/>
                      <a:pt x="52" y="917"/>
                    </a:cubicBezTo>
                    <a:cubicBezTo>
                      <a:pt x="0" y="1487"/>
                      <a:pt x="536" y="1574"/>
                      <a:pt x="1054" y="1591"/>
                    </a:cubicBezTo>
                    <a:cubicBezTo>
                      <a:pt x="1573" y="1418"/>
                      <a:pt x="2385" y="1556"/>
                      <a:pt x="2454" y="727"/>
                    </a:cubicBezTo>
                    <a:cubicBezTo>
                      <a:pt x="2481" y="311"/>
                      <a:pt x="2153" y="155"/>
                      <a:pt x="1811" y="1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41"/>
              <p:cNvSpPr/>
              <p:nvPr/>
            </p:nvSpPr>
            <p:spPr>
              <a:xfrm>
                <a:off x="2100625" y="1004500"/>
                <a:ext cx="520200" cy="95050"/>
              </a:xfrm>
              <a:custGeom>
                <a:avLst/>
                <a:gdLst/>
                <a:ahLst/>
                <a:cxnLst/>
                <a:rect l="l" t="t" r="r" b="b"/>
                <a:pathLst>
                  <a:path w="20808" h="3802" extrusionOk="0">
                    <a:moveTo>
                      <a:pt x="20756" y="0"/>
                    </a:moveTo>
                    <a:lnTo>
                      <a:pt x="20738" y="17"/>
                    </a:lnTo>
                    <a:lnTo>
                      <a:pt x="20773" y="17"/>
                    </a:lnTo>
                    <a:lnTo>
                      <a:pt x="20808" y="0"/>
                    </a:lnTo>
                    <a:close/>
                    <a:moveTo>
                      <a:pt x="1" y="3785"/>
                    </a:moveTo>
                    <a:lnTo>
                      <a:pt x="1" y="3802"/>
                    </a:lnTo>
                    <a:lnTo>
                      <a:pt x="18" y="3802"/>
                    </a:lnTo>
                    <a:lnTo>
                      <a:pt x="18" y="378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41"/>
              <p:cNvSpPr/>
              <p:nvPr/>
            </p:nvSpPr>
            <p:spPr>
              <a:xfrm>
                <a:off x="233350" y="949250"/>
                <a:ext cx="3232550" cy="3802300"/>
              </a:xfrm>
              <a:custGeom>
                <a:avLst/>
                <a:gdLst/>
                <a:ahLst/>
                <a:cxnLst/>
                <a:rect l="l" t="t" r="r" b="b"/>
                <a:pathLst>
                  <a:path w="129302" h="152092" extrusionOk="0">
                    <a:moveTo>
                      <a:pt x="97270" y="1644"/>
                    </a:moveTo>
                    <a:cubicBezTo>
                      <a:pt x="97347" y="1644"/>
                      <a:pt x="97424" y="1648"/>
                      <a:pt x="97503" y="1657"/>
                    </a:cubicBezTo>
                    <a:cubicBezTo>
                      <a:pt x="97555" y="1674"/>
                      <a:pt x="97607" y="1692"/>
                      <a:pt x="97642" y="1709"/>
                    </a:cubicBezTo>
                    <a:lnTo>
                      <a:pt x="95601" y="2170"/>
                    </a:lnTo>
                    <a:lnTo>
                      <a:pt x="95601" y="2170"/>
                    </a:lnTo>
                    <a:cubicBezTo>
                      <a:pt x="96129" y="1917"/>
                      <a:pt x="96661" y="1644"/>
                      <a:pt x="97270" y="1644"/>
                    </a:cubicBezTo>
                    <a:close/>
                    <a:moveTo>
                      <a:pt x="95473" y="2210"/>
                    </a:moveTo>
                    <a:lnTo>
                      <a:pt x="95447" y="2227"/>
                    </a:lnTo>
                    <a:lnTo>
                      <a:pt x="95429" y="2227"/>
                    </a:lnTo>
                    <a:lnTo>
                      <a:pt x="95464" y="2210"/>
                    </a:lnTo>
                    <a:close/>
                    <a:moveTo>
                      <a:pt x="68358" y="8951"/>
                    </a:moveTo>
                    <a:cubicBezTo>
                      <a:pt x="68553" y="8951"/>
                      <a:pt x="68761" y="9049"/>
                      <a:pt x="68989" y="9313"/>
                    </a:cubicBezTo>
                    <a:cubicBezTo>
                      <a:pt x="69208" y="9280"/>
                      <a:pt x="69420" y="9268"/>
                      <a:pt x="69634" y="9268"/>
                    </a:cubicBezTo>
                    <a:cubicBezTo>
                      <a:pt x="69758" y="9268"/>
                      <a:pt x="69882" y="9272"/>
                      <a:pt x="70008" y="9278"/>
                    </a:cubicBezTo>
                    <a:cubicBezTo>
                      <a:pt x="70061" y="9286"/>
                      <a:pt x="70117" y="9289"/>
                      <a:pt x="70177" y="9289"/>
                    </a:cubicBezTo>
                    <a:cubicBezTo>
                      <a:pt x="70522" y="9289"/>
                      <a:pt x="70965" y="9176"/>
                      <a:pt x="71318" y="9176"/>
                    </a:cubicBezTo>
                    <a:cubicBezTo>
                      <a:pt x="71841" y="9176"/>
                      <a:pt x="72167" y="9425"/>
                      <a:pt x="71685" y="10661"/>
                    </a:cubicBezTo>
                    <a:cubicBezTo>
                      <a:pt x="71581" y="10937"/>
                      <a:pt x="71823" y="11265"/>
                      <a:pt x="72151" y="11386"/>
                    </a:cubicBezTo>
                    <a:cubicBezTo>
                      <a:pt x="72428" y="11438"/>
                      <a:pt x="72722" y="11490"/>
                      <a:pt x="72998" y="11507"/>
                    </a:cubicBezTo>
                    <a:cubicBezTo>
                      <a:pt x="72652" y="11922"/>
                      <a:pt x="72359" y="12406"/>
                      <a:pt x="71927" y="12717"/>
                    </a:cubicBezTo>
                    <a:cubicBezTo>
                      <a:pt x="71831" y="12786"/>
                      <a:pt x="71741" y="12813"/>
                      <a:pt x="71654" y="12813"/>
                    </a:cubicBezTo>
                    <a:cubicBezTo>
                      <a:pt x="71349" y="12813"/>
                      <a:pt x="71090" y="12473"/>
                      <a:pt x="70821" y="12406"/>
                    </a:cubicBezTo>
                    <a:cubicBezTo>
                      <a:pt x="69127" y="11939"/>
                      <a:pt x="69334" y="10488"/>
                      <a:pt x="68989" y="9313"/>
                    </a:cubicBezTo>
                    <a:lnTo>
                      <a:pt x="67330" y="9520"/>
                    </a:lnTo>
                    <a:cubicBezTo>
                      <a:pt x="67668" y="9295"/>
                      <a:pt x="67992" y="8951"/>
                      <a:pt x="68358" y="8951"/>
                    </a:cubicBezTo>
                    <a:close/>
                    <a:moveTo>
                      <a:pt x="51546" y="12467"/>
                    </a:moveTo>
                    <a:cubicBezTo>
                      <a:pt x="51593" y="12467"/>
                      <a:pt x="51647" y="12470"/>
                      <a:pt x="51707" y="12475"/>
                    </a:cubicBezTo>
                    <a:cubicBezTo>
                      <a:pt x="51897" y="12648"/>
                      <a:pt x="52157" y="12890"/>
                      <a:pt x="52433" y="13115"/>
                    </a:cubicBezTo>
                    <a:cubicBezTo>
                      <a:pt x="52260" y="13270"/>
                      <a:pt x="52053" y="13374"/>
                      <a:pt x="51845" y="13460"/>
                    </a:cubicBezTo>
                    <a:cubicBezTo>
                      <a:pt x="51802" y="13467"/>
                      <a:pt x="51764" y="13470"/>
                      <a:pt x="51729" y="13470"/>
                    </a:cubicBezTo>
                    <a:cubicBezTo>
                      <a:pt x="51300" y="13470"/>
                      <a:pt x="51439" y="13007"/>
                      <a:pt x="51327" y="12752"/>
                    </a:cubicBezTo>
                    <a:cubicBezTo>
                      <a:pt x="51225" y="12548"/>
                      <a:pt x="51295" y="12467"/>
                      <a:pt x="51546" y="12467"/>
                    </a:cubicBezTo>
                    <a:close/>
                    <a:moveTo>
                      <a:pt x="55481" y="12549"/>
                    </a:moveTo>
                    <a:cubicBezTo>
                      <a:pt x="55526" y="12549"/>
                      <a:pt x="55570" y="12553"/>
                      <a:pt x="55613" y="12562"/>
                    </a:cubicBezTo>
                    <a:lnTo>
                      <a:pt x="54576" y="13789"/>
                    </a:lnTo>
                    <a:lnTo>
                      <a:pt x="53954" y="13184"/>
                    </a:lnTo>
                    <a:cubicBezTo>
                      <a:pt x="54420" y="12976"/>
                      <a:pt x="54870" y="12752"/>
                      <a:pt x="55336" y="12562"/>
                    </a:cubicBezTo>
                    <a:cubicBezTo>
                      <a:pt x="55388" y="12553"/>
                      <a:pt x="55436" y="12549"/>
                      <a:pt x="55481" y="12549"/>
                    </a:cubicBezTo>
                    <a:close/>
                    <a:moveTo>
                      <a:pt x="116966" y="0"/>
                    </a:moveTo>
                    <a:cubicBezTo>
                      <a:pt x="112339" y="0"/>
                      <a:pt x="107712" y="747"/>
                      <a:pt x="103085" y="1035"/>
                    </a:cubicBezTo>
                    <a:cubicBezTo>
                      <a:pt x="101910" y="1104"/>
                      <a:pt x="100735" y="983"/>
                      <a:pt x="99542" y="1260"/>
                    </a:cubicBezTo>
                    <a:cubicBezTo>
                      <a:pt x="99533" y="1262"/>
                      <a:pt x="99523" y="1263"/>
                      <a:pt x="99512" y="1263"/>
                    </a:cubicBezTo>
                    <a:cubicBezTo>
                      <a:pt x="99194" y="1263"/>
                      <a:pt x="98389" y="307"/>
                      <a:pt x="97503" y="240"/>
                    </a:cubicBezTo>
                    <a:cubicBezTo>
                      <a:pt x="96554" y="172"/>
                      <a:pt x="95607" y="143"/>
                      <a:pt x="94661" y="143"/>
                    </a:cubicBezTo>
                    <a:cubicBezTo>
                      <a:pt x="91541" y="143"/>
                      <a:pt x="88432" y="459"/>
                      <a:pt x="85303" y="724"/>
                    </a:cubicBezTo>
                    <a:cubicBezTo>
                      <a:pt x="83379" y="875"/>
                      <a:pt x="81549" y="1637"/>
                      <a:pt x="79578" y="1637"/>
                    </a:cubicBezTo>
                    <a:cubicBezTo>
                      <a:pt x="79300" y="1637"/>
                      <a:pt x="79020" y="1622"/>
                      <a:pt x="78736" y="1588"/>
                    </a:cubicBezTo>
                    <a:cubicBezTo>
                      <a:pt x="78573" y="1568"/>
                      <a:pt x="78403" y="1557"/>
                      <a:pt x="78229" y="1557"/>
                    </a:cubicBezTo>
                    <a:cubicBezTo>
                      <a:pt x="77349" y="1557"/>
                      <a:pt x="76386" y="1840"/>
                      <a:pt x="75953" y="2677"/>
                    </a:cubicBezTo>
                    <a:cubicBezTo>
                      <a:pt x="75538" y="3489"/>
                      <a:pt x="76333" y="4163"/>
                      <a:pt x="76956" y="4750"/>
                    </a:cubicBezTo>
                    <a:cubicBezTo>
                      <a:pt x="77215" y="4992"/>
                      <a:pt x="77232" y="5511"/>
                      <a:pt x="77370" y="5891"/>
                    </a:cubicBezTo>
                    <a:cubicBezTo>
                      <a:pt x="77348" y="5890"/>
                      <a:pt x="77325" y="5889"/>
                      <a:pt x="77301" y="5889"/>
                    </a:cubicBezTo>
                    <a:cubicBezTo>
                      <a:pt x="77154" y="5889"/>
                      <a:pt x="76988" y="5912"/>
                      <a:pt x="76844" y="5912"/>
                    </a:cubicBezTo>
                    <a:cubicBezTo>
                      <a:pt x="76726" y="5912"/>
                      <a:pt x="76623" y="5896"/>
                      <a:pt x="76558" y="5839"/>
                    </a:cubicBezTo>
                    <a:cubicBezTo>
                      <a:pt x="76285" y="5586"/>
                      <a:pt x="76034" y="5489"/>
                      <a:pt x="75796" y="5489"/>
                    </a:cubicBezTo>
                    <a:cubicBezTo>
                      <a:pt x="75417" y="5489"/>
                      <a:pt x="75070" y="5733"/>
                      <a:pt x="74709" y="5977"/>
                    </a:cubicBezTo>
                    <a:lnTo>
                      <a:pt x="74709" y="5995"/>
                    </a:lnTo>
                    <a:lnTo>
                      <a:pt x="74692" y="5995"/>
                    </a:lnTo>
                    <a:cubicBezTo>
                      <a:pt x="74415" y="6358"/>
                      <a:pt x="73707" y="6479"/>
                      <a:pt x="73897" y="7066"/>
                    </a:cubicBezTo>
                    <a:cubicBezTo>
                      <a:pt x="74104" y="7654"/>
                      <a:pt x="74761" y="7671"/>
                      <a:pt x="75331" y="7723"/>
                    </a:cubicBezTo>
                    <a:lnTo>
                      <a:pt x="75625" y="7723"/>
                    </a:lnTo>
                    <a:lnTo>
                      <a:pt x="77146" y="7982"/>
                    </a:lnTo>
                    <a:cubicBezTo>
                      <a:pt x="76904" y="8068"/>
                      <a:pt x="76662" y="8120"/>
                      <a:pt x="76403" y="8120"/>
                    </a:cubicBezTo>
                    <a:cubicBezTo>
                      <a:pt x="76178" y="8103"/>
                      <a:pt x="75970" y="7930"/>
                      <a:pt x="75729" y="7861"/>
                    </a:cubicBezTo>
                    <a:cubicBezTo>
                      <a:pt x="75594" y="7823"/>
                      <a:pt x="75464" y="7807"/>
                      <a:pt x="75337" y="7807"/>
                    </a:cubicBezTo>
                    <a:cubicBezTo>
                      <a:pt x="74777" y="7807"/>
                      <a:pt x="74273" y="8116"/>
                      <a:pt x="73724" y="8172"/>
                    </a:cubicBezTo>
                    <a:cubicBezTo>
                      <a:pt x="73717" y="8173"/>
                      <a:pt x="73710" y="8174"/>
                      <a:pt x="73702" y="8174"/>
                    </a:cubicBezTo>
                    <a:cubicBezTo>
                      <a:pt x="73450" y="8174"/>
                      <a:pt x="72913" y="7613"/>
                      <a:pt x="72946" y="7394"/>
                    </a:cubicBezTo>
                    <a:cubicBezTo>
                      <a:pt x="73102" y="6479"/>
                      <a:pt x="73810" y="6098"/>
                      <a:pt x="74674" y="5995"/>
                    </a:cubicBezTo>
                    <a:lnTo>
                      <a:pt x="74674" y="5977"/>
                    </a:lnTo>
                    <a:cubicBezTo>
                      <a:pt x="74726" y="5545"/>
                      <a:pt x="74830" y="5113"/>
                      <a:pt x="74951" y="4681"/>
                    </a:cubicBezTo>
                    <a:cubicBezTo>
                      <a:pt x="75072" y="4370"/>
                      <a:pt x="75435" y="4076"/>
                      <a:pt x="75124" y="3748"/>
                    </a:cubicBezTo>
                    <a:cubicBezTo>
                      <a:pt x="74832" y="3467"/>
                      <a:pt x="74483" y="3396"/>
                      <a:pt x="74119" y="3396"/>
                    </a:cubicBezTo>
                    <a:cubicBezTo>
                      <a:pt x="73856" y="3396"/>
                      <a:pt x="73587" y="3433"/>
                      <a:pt x="73326" y="3454"/>
                    </a:cubicBezTo>
                    <a:cubicBezTo>
                      <a:pt x="72946" y="3506"/>
                      <a:pt x="72756" y="3748"/>
                      <a:pt x="72704" y="4180"/>
                    </a:cubicBezTo>
                    <a:cubicBezTo>
                      <a:pt x="72601" y="5252"/>
                      <a:pt x="72134" y="6098"/>
                      <a:pt x="70959" y="6340"/>
                    </a:cubicBezTo>
                    <a:cubicBezTo>
                      <a:pt x="70855" y="6427"/>
                      <a:pt x="70769" y="6513"/>
                      <a:pt x="70665" y="6617"/>
                    </a:cubicBezTo>
                    <a:cubicBezTo>
                      <a:pt x="70786" y="6859"/>
                      <a:pt x="70924" y="7083"/>
                      <a:pt x="71097" y="7291"/>
                    </a:cubicBezTo>
                    <a:cubicBezTo>
                      <a:pt x="71304" y="7412"/>
                      <a:pt x="71546" y="7515"/>
                      <a:pt x="71788" y="7567"/>
                    </a:cubicBezTo>
                    <a:cubicBezTo>
                      <a:pt x="71650" y="7550"/>
                      <a:pt x="71512" y="7541"/>
                      <a:pt x="71374" y="7541"/>
                    </a:cubicBezTo>
                    <a:cubicBezTo>
                      <a:pt x="71235" y="7541"/>
                      <a:pt x="71097" y="7550"/>
                      <a:pt x="70959" y="7567"/>
                    </a:cubicBezTo>
                    <a:cubicBezTo>
                      <a:pt x="70569" y="7671"/>
                      <a:pt x="70173" y="7708"/>
                      <a:pt x="69775" y="7708"/>
                    </a:cubicBezTo>
                    <a:cubicBezTo>
                      <a:pt x="68812" y="7708"/>
                      <a:pt x="67832" y="7494"/>
                      <a:pt x="66868" y="7494"/>
                    </a:cubicBezTo>
                    <a:cubicBezTo>
                      <a:pt x="66108" y="7494"/>
                      <a:pt x="65357" y="7627"/>
                      <a:pt x="64634" y="8103"/>
                    </a:cubicBezTo>
                    <a:cubicBezTo>
                      <a:pt x="64271" y="8345"/>
                      <a:pt x="63580" y="8379"/>
                      <a:pt x="63666" y="8863"/>
                    </a:cubicBezTo>
                    <a:cubicBezTo>
                      <a:pt x="63752" y="9382"/>
                      <a:pt x="64167" y="9900"/>
                      <a:pt x="64547" y="10315"/>
                    </a:cubicBezTo>
                    <a:cubicBezTo>
                      <a:pt x="64666" y="10447"/>
                      <a:pt x="64798" y="10498"/>
                      <a:pt x="64939" y="10498"/>
                    </a:cubicBezTo>
                    <a:cubicBezTo>
                      <a:pt x="65148" y="10498"/>
                      <a:pt x="65375" y="10387"/>
                      <a:pt x="65602" y="10263"/>
                    </a:cubicBezTo>
                    <a:cubicBezTo>
                      <a:pt x="66124" y="9977"/>
                      <a:pt x="66711" y="9789"/>
                      <a:pt x="67269" y="9556"/>
                    </a:cubicBezTo>
                    <a:lnTo>
                      <a:pt x="67269" y="9556"/>
                    </a:lnTo>
                    <a:cubicBezTo>
                      <a:pt x="66173" y="11022"/>
                      <a:pt x="64072" y="10911"/>
                      <a:pt x="62975" y="11974"/>
                    </a:cubicBezTo>
                    <a:cubicBezTo>
                      <a:pt x="62086" y="12850"/>
                      <a:pt x="61268" y="13162"/>
                      <a:pt x="60357" y="13162"/>
                    </a:cubicBezTo>
                    <a:cubicBezTo>
                      <a:pt x="59993" y="13162"/>
                      <a:pt x="59613" y="13112"/>
                      <a:pt x="59207" y="13028"/>
                    </a:cubicBezTo>
                    <a:cubicBezTo>
                      <a:pt x="58430" y="12873"/>
                      <a:pt x="57687" y="12510"/>
                      <a:pt x="56926" y="12233"/>
                    </a:cubicBezTo>
                    <a:cubicBezTo>
                      <a:pt x="57173" y="12050"/>
                      <a:pt x="57402" y="11981"/>
                      <a:pt x="57619" y="11981"/>
                    </a:cubicBezTo>
                    <a:cubicBezTo>
                      <a:pt x="58162" y="11981"/>
                      <a:pt x="58632" y="12416"/>
                      <a:pt x="59138" y="12613"/>
                    </a:cubicBezTo>
                    <a:cubicBezTo>
                      <a:pt x="59332" y="12687"/>
                      <a:pt x="59512" y="12718"/>
                      <a:pt x="59680" y="12718"/>
                    </a:cubicBezTo>
                    <a:cubicBezTo>
                      <a:pt x="60502" y="12718"/>
                      <a:pt x="61062" y="11967"/>
                      <a:pt x="61765" y="11680"/>
                    </a:cubicBezTo>
                    <a:cubicBezTo>
                      <a:pt x="62404" y="11421"/>
                      <a:pt x="61903" y="10851"/>
                      <a:pt x="61661" y="10384"/>
                    </a:cubicBezTo>
                    <a:cubicBezTo>
                      <a:pt x="61454" y="9987"/>
                      <a:pt x="61921" y="9745"/>
                      <a:pt x="62249" y="9537"/>
                    </a:cubicBezTo>
                    <a:cubicBezTo>
                      <a:pt x="62664" y="9295"/>
                      <a:pt x="63441" y="9226"/>
                      <a:pt x="63182" y="8518"/>
                    </a:cubicBezTo>
                    <a:cubicBezTo>
                      <a:pt x="63018" y="8098"/>
                      <a:pt x="62703" y="8030"/>
                      <a:pt x="62354" y="8030"/>
                    </a:cubicBezTo>
                    <a:cubicBezTo>
                      <a:pt x="62187" y="8030"/>
                      <a:pt x="62013" y="8045"/>
                      <a:pt x="61845" y="8045"/>
                    </a:cubicBezTo>
                    <a:cubicBezTo>
                      <a:pt x="61771" y="8045"/>
                      <a:pt x="61698" y="8042"/>
                      <a:pt x="61627" y="8034"/>
                    </a:cubicBezTo>
                    <a:cubicBezTo>
                      <a:pt x="61564" y="8027"/>
                      <a:pt x="61502" y="8024"/>
                      <a:pt x="61440" y="8024"/>
                    </a:cubicBezTo>
                    <a:cubicBezTo>
                      <a:pt x="60620" y="8024"/>
                      <a:pt x="59973" y="8583"/>
                      <a:pt x="59080" y="8583"/>
                    </a:cubicBezTo>
                    <a:cubicBezTo>
                      <a:pt x="59004" y="8583"/>
                      <a:pt x="58925" y="8579"/>
                      <a:pt x="58844" y="8570"/>
                    </a:cubicBezTo>
                    <a:cubicBezTo>
                      <a:pt x="57410" y="8414"/>
                      <a:pt x="56391" y="7671"/>
                      <a:pt x="55181" y="7187"/>
                    </a:cubicBezTo>
                    <a:cubicBezTo>
                      <a:pt x="54440" y="6892"/>
                      <a:pt x="53723" y="6767"/>
                      <a:pt x="53025" y="6767"/>
                    </a:cubicBezTo>
                    <a:cubicBezTo>
                      <a:pt x="51022" y="6767"/>
                      <a:pt x="49177" y="7799"/>
                      <a:pt x="47370" y="8812"/>
                    </a:cubicBezTo>
                    <a:cubicBezTo>
                      <a:pt x="46903" y="9071"/>
                      <a:pt x="46765" y="9434"/>
                      <a:pt x="46972" y="9969"/>
                    </a:cubicBezTo>
                    <a:cubicBezTo>
                      <a:pt x="47155" y="10426"/>
                      <a:pt x="47351" y="10748"/>
                      <a:pt x="47819" y="10748"/>
                    </a:cubicBezTo>
                    <a:cubicBezTo>
                      <a:pt x="47883" y="10748"/>
                      <a:pt x="47952" y="10742"/>
                      <a:pt x="48026" y="10730"/>
                    </a:cubicBezTo>
                    <a:lnTo>
                      <a:pt x="50498" y="10280"/>
                    </a:lnTo>
                    <a:cubicBezTo>
                      <a:pt x="50618" y="10263"/>
                      <a:pt x="50739" y="10229"/>
                      <a:pt x="50878" y="10194"/>
                    </a:cubicBezTo>
                    <a:lnTo>
                      <a:pt x="50878" y="10194"/>
                    </a:lnTo>
                    <a:cubicBezTo>
                      <a:pt x="50878" y="10298"/>
                      <a:pt x="50860" y="10401"/>
                      <a:pt x="50860" y="10505"/>
                    </a:cubicBezTo>
                    <a:cubicBezTo>
                      <a:pt x="50614" y="11663"/>
                      <a:pt x="50148" y="12321"/>
                      <a:pt x="49280" y="12321"/>
                    </a:cubicBezTo>
                    <a:cubicBezTo>
                      <a:pt x="48931" y="12321"/>
                      <a:pt x="48517" y="12214"/>
                      <a:pt x="48026" y="11991"/>
                    </a:cubicBezTo>
                    <a:cubicBezTo>
                      <a:pt x="46374" y="11254"/>
                      <a:pt x="44693" y="10979"/>
                      <a:pt x="42955" y="10979"/>
                    </a:cubicBezTo>
                    <a:cubicBezTo>
                      <a:pt x="42002" y="10979"/>
                      <a:pt x="41033" y="11062"/>
                      <a:pt x="40042" y="11196"/>
                    </a:cubicBezTo>
                    <a:cubicBezTo>
                      <a:pt x="38536" y="11404"/>
                      <a:pt x="37062" y="12285"/>
                      <a:pt x="35569" y="12285"/>
                    </a:cubicBezTo>
                    <a:cubicBezTo>
                      <a:pt x="35195" y="12285"/>
                      <a:pt x="34820" y="12230"/>
                      <a:pt x="34443" y="12095"/>
                    </a:cubicBezTo>
                    <a:cubicBezTo>
                      <a:pt x="32698" y="11490"/>
                      <a:pt x="30900" y="11110"/>
                      <a:pt x="29068" y="10920"/>
                    </a:cubicBezTo>
                    <a:cubicBezTo>
                      <a:pt x="27080" y="10698"/>
                      <a:pt x="25171" y="10202"/>
                      <a:pt x="23146" y="10202"/>
                    </a:cubicBezTo>
                    <a:cubicBezTo>
                      <a:pt x="22337" y="10202"/>
                      <a:pt x="21510" y="10281"/>
                      <a:pt x="20652" y="10488"/>
                    </a:cubicBezTo>
                    <a:cubicBezTo>
                      <a:pt x="18383" y="11055"/>
                      <a:pt x="16215" y="12269"/>
                      <a:pt x="13793" y="12269"/>
                    </a:cubicBezTo>
                    <a:cubicBezTo>
                      <a:pt x="13559" y="12269"/>
                      <a:pt x="13322" y="12258"/>
                      <a:pt x="13083" y="12233"/>
                    </a:cubicBezTo>
                    <a:cubicBezTo>
                      <a:pt x="13049" y="12230"/>
                      <a:pt x="13015" y="12229"/>
                      <a:pt x="12982" y="12229"/>
                    </a:cubicBezTo>
                    <a:cubicBezTo>
                      <a:pt x="12473" y="12229"/>
                      <a:pt x="12176" y="12605"/>
                      <a:pt x="12323" y="13287"/>
                    </a:cubicBezTo>
                    <a:cubicBezTo>
                      <a:pt x="12498" y="14071"/>
                      <a:pt x="12325" y="14707"/>
                      <a:pt x="11687" y="14707"/>
                    </a:cubicBezTo>
                    <a:cubicBezTo>
                      <a:pt x="11510" y="14707"/>
                      <a:pt x="11296" y="14658"/>
                      <a:pt x="11044" y="14549"/>
                    </a:cubicBezTo>
                    <a:cubicBezTo>
                      <a:pt x="10655" y="14378"/>
                      <a:pt x="10292" y="14308"/>
                      <a:pt x="9947" y="14308"/>
                    </a:cubicBezTo>
                    <a:cubicBezTo>
                      <a:pt x="9034" y="14308"/>
                      <a:pt x="8242" y="14801"/>
                      <a:pt x="7415" y="15240"/>
                    </a:cubicBezTo>
                    <a:cubicBezTo>
                      <a:pt x="6965" y="15482"/>
                      <a:pt x="6672" y="15914"/>
                      <a:pt x="6879" y="16467"/>
                    </a:cubicBezTo>
                    <a:cubicBezTo>
                      <a:pt x="7027" y="16886"/>
                      <a:pt x="7334" y="16988"/>
                      <a:pt x="7700" y="16988"/>
                    </a:cubicBezTo>
                    <a:cubicBezTo>
                      <a:pt x="7802" y="16988"/>
                      <a:pt x="7910" y="16980"/>
                      <a:pt x="8020" y="16968"/>
                    </a:cubicBezTo>
                    <a:cubicBezTo>
                      <a:pt x="8305" y="16929"/>
                      <a:pt x="8590" y="16910"/>
                      <a:pt x="8875" y="16910"/>
                    </a:cubicBezTo>
                    <a:cubicBezTo>
                      <a:pt x="8970" y="16910"/>
                      <a:pt x="9065" y="16912"/>
                      <a:pt x="9160" y="16917"/>
                    </a:cubicBezTo>
                    <a:cubicBezTo>
                      <a:pt x="9186" y="16919"/>
                      <a:pt x="9214" y="16920"/>
                      <a:pt x="9242" y="16920"/>
                    </a:cubicBezTo>
                    <a:cubicBezTo>
                      <a:pt x="9458" y="16920"/>
                      <a:pt x="9735" y="16862"/>
                      <a:pt x="9947" y="16862"/>
                    </a:cubicBezTo>
                    <a:cubicBezTo>
                      <a:pt x="10131" y="16862"/>
                      <a:pt x="10266" y="16906"/>
                      <a:pt x="10266" y="17072"/>
                    </a:cubicBezTo>
                    <a:cubicBezTo>
                      <a:pt x="10266" y="17498"/>
                      <a:pt x="9728" y="17637"/>
                      <a:pt x="9291" y="17637"/>
                    </a:cubicBezTo>
                    <a:cubicBezTo>
                      <a:pt x="9214" y="17637"/>
                      <a:pt x="9141" y="17633"/>
                      <a:pt x="9074" y="17625"/>
                    </a:cubicBezTo>
                    <a:cubicBezTo>
                      <a:pt x="8873" y="17604"/>
                      <a:pt x="8677" y="17594"/>
                      <a:pt x="8484" y="17594"/>
                    </a:cubicBezTo>
                    <a:cubicBezTo>
                      <a:pt x="6314" y="17594"/>
                      <a:pt x="4587" y="18859"/>
                      <a:pt x="2714" y="19716"/>
                    </a:cubicBezTo>
                    <a:cubicBezTo>
                      <a:pt x="1193" y="20407"/>
                      <a:pt x="2351" y="21548"/>
                      <a:pt x="2282" y="22429"/>
                    </a:cubicBezTo>
                    <a:cubicBezTo>
                      <a:pt x="2264" y="22814"/>
                      <a:pt x="2455" y="22907"/>
                      <a:pt x="2706" y="22907"/>
                    </a:cubicBezTo>
                    <a:cubicBezTo>
                      <a:pt x="2939" y="22907"/>
                      <a:pt x="3223" y="22827"/>
                      <a:pt x="3440" y="22827"/>
                    </a:cubicBezTo>
                    <a:cubicBezTo>
                      <a:pt x="3665" y="22827"/>
                      <a:pt x="3872" y="22982"/>
                      <a:pt x="4079" y="23069"/>
                    </a:cubicBezTo>
                    <a:cubicBezTo>
                      <a:pt x="3924" y="23242"/>
                      <a:pt x="3751" y="23380"/>
                      <a:pt x="3544" y="23501"/>
                    </a:cubicBezTo>
                    <a:cubicBezTo>
                      <a:pt x="2610" y="23881"/>
                      <a:pt x="1643" y="24192"/>
                      <a:pt x="709" y="24589"/>
                    </a:cubicBezTo>
                    <a:cubicBezTo>
                      <a:pt x="329" y="24745"/>
                      <a:pt x="1" y="25142"/>
                      <a:pt x="226" y="25609"/>
                    </a:cubicBezTo>
                    <a:cubicBezTo>
                      <a:pt x="325" y="25816"/>
                      <a:pt x="462" y="25880"/>
                      <a:pt x="615" y="25880"/>
                    </a:cubicBezTo>
                    <a:cubicBezTo>
                      <a:pt x="807" y="25880"/>
                      <a:pt x="1026" y="25778"/>
                      <a:pt x="1228" y="25730"/>
                    </a:cubicBezTo>
                    <a:cubicBezTo>
                      <a:pt x="2248" y="25454"/>
                      <a:pt x="3354" y="25350"/>
                      <a:pt x="4252" y="24866"/>
                    </a:cubicBezTo>
                    <a:cubicBezTo>
                      <a:pt x="4601" y="24679"/>
                      <a:pt x="4965" y="24620"/>
                      <a:pt x="5336" y="24620"/>
                    </a:cubicBezTo>
                    <a:cubicBezTo>
                      <a:pt x="5952" y="24620"/>
                      <a:pt x="6585" y="24782"/>
                      <a:pt x="7191" y="24782"/>
                    </a:cubicBezTo>
                    <a:cubicBezTo>
                      <a:pt x="7702" y="24782"/>
                      <a:pt x="8195" y="24667"/>
                      <a:pt x="8642" y="24244"/>
                    </a:cubicBezTo>
                    <a:cubicBezTo>
                      <a:pt x="9143" y="23760"/>
                      <a:pt x="9627" y="23276"/>
                      <a:pt x="10128" y="22809"/>
                    </a:cubicBezTo>
                    <a:cubicBezTo>
                      <a:pt x="10518" y="22438"/>
                      <a:pt x="10935" y="22335"/>
                      <a:pt x="11366" y="22335"/>
                    </a:cubicBezTo>
                    <a:cubicBezTo>
                      <a:pt x="11904" y="22335"/>
                      <a:pt x="12465" y="22495"/>
                      <a:pt x="13026" y="22495"/>
                    </a:cubicBezTo>
                    <a:cubicBezTo>
                      <a:pt x="13270" y="22495"/>
                      <a:pt x="13515" y="22465"/>
                      <a:pt x="13757" y="22377"/>
                    </a:cubicBezTo>
                    <a:cubicBezTo>
                      <a:pt x="14876" y="21972"/>
                      <a:pt x="15968" y="21278"/>
                      <a:pt x="17215" y="21278"/>
                    </a:cubicBezTo>
                    <a:cubicBezTo>
                      <a:pt x="17721" y="21278"/>
                      <a:pt x="18252" y="21392"/>
                      <a:pt x="18820" y="21686"/>
                    </a:cubicBezTo>
                    <a:cubicBezTo>
                      <a:pt x="20272" y="22429"/>
                      <a:pt x="22242" y="22343"/>
                      <a:pt x="21966" y="24780"/>
                    </a:cubicBezTo>
                    <a:cubicBezTo>
                      <a:pt x="21914" y="25212"/>
                      <a:pt x="22104" y="25868"/>
                      <a:pt x="22415" y="26127"/>
                    </a:cubicBezTo>
                    <a:cubicBezTo>
                      <a:pt x="23746" y="27251"/>
                      <a:pt x="23659" y="29411"/>
                      <a:pt x="23210" y="29981"/>
                    </a:cubicBezTo>
                    <a:cubicBezTo>
                      <a:pt x="22052" y="31485"/>
                      <a:pt x="22484" y="32573"/>
                      <a:pt x="22985" y="33973"/>
                    </a:cubicBezTo>
                    <a:cubicBezTo>
                      <a:pt x="23124" y="34405"/>
                      <a:pt x="22795" y="35045"/>
                      <a:pt x="22553" y="35529"/>
                    </a:cubicBezTo>
                    <a:cubicBezTo>
                      <a:pt x="21447" y="37844"/>
                      <a:pt x="19356" y="39469"/>
                      <a:pt x="18233" y="41802"/>
                    </a:cubicBezTo>
                    <a:cubicBezTo>
                      <a:pt x="17455" y="43409"/>
                      <a:pt x="17058" y="48783"/>
                      <a:pt x="18354" y="49734"/>
                    </a:cubicBezTo>
                    <a:cubicBezTo>
                      <a:pt x="20220" y="51116"/>
                      <a:pt x="19927" y="52862"/>
                      <a:pt x="20238" y="54659"/>
                    </a:cubicBezTo>
                    <a:cubicBezTo>
                      <a:pt x="20428" y="55748"/>
                      <a:pt x="20410" y="57528"/>
                      <a:pt x="20687" y="57752"/>
                    </a:cubicBezTo>
                    <a:cubicBezTo>
                      <a:pt x="22380" y="59083"/>
                      <a:pt x="22242" y="61364"/>
                      <a:pt x="23625" y="62764"/>
                    </a:cubicBezTo>
                    <a:cubicBezTo>
                      <a:pt x="23915" y="63066"/>
                      <a:pt x="24197" y="63258"/>
                      <a:pt x="24508" y="63258"/>
                    </a:cubicBezTo>
                    <a:cubicBezTo>
                      <a:pt x="24660" y="63258"/>
                      <a:pt x="24820" y="63212"/>
                      <a:pt x="24990" y="63110"/>
                    </a:cubicBezTo>
                    <a:cubicBezTo>
                      <a:pt x="25508" y="62816"/>
                      <a:pt x="25526" y="62246"/>
                      <a:pt x="25197" y="61831"/>
                    </a:cubicBezTo>
                    <a:cubicBezTo>
                      <a:pt x="23607" y="59671"/>
                      <a:pt x="23746" y="56888"/>
                      <a:pt x="22536" y="54590"/>
                    </a:cubicBezTo>
                    <a:cubicBezTo>
                      <a:pt x="22415" y="54348"/>
                      <a:pt x="22605" y="53933"/>
                      <a:pt x="22692" y="53605"/>
                    </a:cubicBezTo>
                    <a:cubicBezTo>
                      <a:pt x="22704" y="53568"/>
                      <a:pt x="22878" y="53539"/>
                      <a:pt x="22981" y="53539"/>
                    </a:cubicBezTo>
                    <a:cubicBezTo>
                      <a:pt x="23021" y="53539"/>
                      <a:pt x="23050" y="53543"/>
                      <a:pt x="23054" y="53553"/>
                    </a:cubicBezTo>
                    <a:cubicBezTo>
                      <a:pt x="23175" y="53812"/>
                      <a:pt x="23366" y="54106"/>
                      <a:pt x="23366" y="54400"/>
                    </a:cubicBezTo>
                    <a:cubicBezTo>
                      <a:pt x="23383" y="56819"/>
                      <a:pt x="24973" y="58617"/>
                      <a:pt x="26027" y="60569"/>
                    </a:cubicBezTo>
                    <a:cubicBezTo>
                      <a:pt x="26977" y="62297"/>
                      <a:pt x="28654" y="63663"/>
                      <a:pt x="27720" y="65978"/>
                    </a:cubicBezTo>
                    <a:cubicBezTo>
                      <a:pt x="27530" y="66445"/>
                      <a:pt x="27928" y="66791"/>
                      <a:pt x="28273" y="67136"/>
                    </a:cubicBezTo>
                    <a:cubicBezTo>
                      <a:pt x="29138" y="68000"/>
                      <a:pt x="30226" y="68536"/>
                      <a:pt x="31246" y="69193"/>
                    </a:cubicBezTo>
                    <a:cubicBezTo>
                      <a:pt x="32910" y="70222"/>
                      <a:pt x="34447" y="71516"/>
                      <a:pt x="36422" y="71516"/>
                    </a:cubicBezTo>
                    <a:cubicBezTo>
                      <a:pt x="36867" y="71516"/>
                      <a:pt x="37334" y="71451"/>
                      <a:pt x="37830" y="71301"/>
                    </a:cubicBezTo>
                    <a:cubicBezTo>
                      <a:pt x="37930" y="71272"/>
                      <a:pt x="38022" y="71258"/>
                      <a:pt x="38107" y="71258"/>
                    </a:cubicBezTo>
                    <a:cubicBezTo>
                      <a:pt x="38527" y="71258"/>
                      <a:pt x="38793" y="71582"/>
                      <a:pt x="39023" y="71941"/>
                    </a:cubicBezTo>
                    <a:cubicBezTo>
                      <a:pt x="39748" y="73098"/>
                      <a:pt x="40768" y="73721"/>
                      <a:pt x="42116" y="74032"/>
                    </a:cubicBezTo>
                    <a:cubicBezTo>
                      <a:pt x="43585" y="74360"/>
                      <a:pt x="45296" y="74775"/>
                      <a:pt x="45745" y="76399"/>
                    </a:cubicBezTo>
                    <a:cubicBezTo>
                      <a:pt x="46194" y="78110"/>
                      <a:pt x="47439" y="79112"/>
                      <a:pt x="48648" y="79907"/>
                    </a:cubicBezTo>
                    <a:cubicBezTo>
                      <a:pt x="49237" y="80296"/>
                      <a:pt x="50039" y="81326"/>
                      <a:pt x="50895" y="81326"/>
                    </a:cubicBezTo>
                    <a:cubicBezTo>
                      <a:pt x="51372" y="81326"/>
                      <a:pt x="51865" y="81007"/>
                      <a:pt x="52347" y="80080"/>
                    </a:cubicBezTo>
                    <a:cubicBezTo>
                      <a:pt x="52462" y="79850"/>
                      <a:pt x="52631" y="79714"/>
                      <a:pt x="52813" y="79714"/>
                    </a:cubicBezTo>
                    <a:cubicBezTo>
                      <a:pt x="53013" y="79714"/>
                      <a:pt x="53228" y="79880"/>
                      <a:pt x="53401" y="80270"/>
                    </a:cubicBezTo>
                    <a:cubicBezTo>
                      <a:pt x="54593" y="83156"/>
                      <a:pt x="53919" y="85697"/>
                      <a:pt x="51621" y="87943"/>
                    </a:cubicBezTo>
                    <a:cubicBezTo>
                      <a:pt x="50498" y="89049"/>
                      <a:pt x="49806" y="90604"/>
                      <a:pt x="50774" y="92194"/>
                    </a:cubicBezTo>
                    <a:cubicBezTo>
                      <a:pt x="51085" y="92730"/>
                      <a:pt x="51068" y="92886"/>
                      <a:pt x="50688" y="93283"/>
                    </a:cubicBezTo>
                    <a:cubicBezTo>
                      <a:pt x="49685" y="94337"/>
                      <a:pt x="49703" y="95875"/>
                      <a:pt x="50567" y="96636"/>
                    </a:cubicBezTo>
                    <a:cubicBezTo>
                      <a:pt x="52208" y="98087"/>
                      <a:pt x="52986" y="99971"/>
                      <a:pt x="53971" y="101803"/>
                    </a:cubicBezTo>
                    <a:cubicBezTo>
                      <a:pt x="55440" y="104516"/>
                      <a:pt x="56771" y="107281"/>
                      <a:pt x="59933" y="108629"/>
                    </a:cubicBezTo>
                    <a:cubicBezTo>
                      <a:pt x="61661" y="109372"/>
                      <a:pt x="62629" y="111014"/>
                      <a:pt x="62664" y="113122"/>
                    </a:cubicBezTo>
                    <a:cubicBezTo>
                      <a:pt x="62716" y="116319"/>
                      <a:pt x="62871" y="119516"/>
                      <a:pt x="63096" y="122713"/>
                    </a:cubicBezTo>
                    <a:cubicBezTo>
                      <a:pt x="63251" y="125115"/>
                      <a:pt x="64426" y="127431"/>
                      <a:pt x="63631" y="129920"/>
                    </a:cubicBezTo>
                    <a:cubicBezTo>
                      <a:pt x="63303" y="130922"/>
                      <a:pt x="63459" y="131907"/>
                      <a:pt x="63839" y="132875"/>
                    </a:cubicBezTo>
                    <a:cubicBezTo>
                      <a:pt x="64323" y="134067"/>
                      <a:pt x="64461" y="135363"/>
                      <a:pt x="64288" y="136642"/>
                    </a:cubicBezTo>
                    <a:cubicBezTo>
                      <a:pt x="64184" y="137593"/>
                      <a:pt x="64582" y="138664"/>
                      <a:pt x="65653" y="139148"/>
                    </a:cubicBezTo>
                    <a:cubicBezTo>
                      <a:pt x="65680" y="139159"/>
                      <a:pt x="65711" y="139163"/>
                      <a:pt x="65743" y="139163"/>
                    </a:cubicBezTo>
                    <a:cubicBezTo>
                      <a:pt x="65886" y="139163"/>
                      <a:pt x="66069" y="139076"/>
                      <a:pt x="66205" y="139076"/>
                    </a:cubicBezTo>
                    <a:cubicBezTo>
                      <a:pt x="66332" y="139076"/>
                      <a:pt x="66419" y="139151"/>
                      <a:pt x="66397" y="139442"/>
                    </a:cubicBezTo>
                    <a:cubicBezTo>
                      <a:pt x="66362" y="139995"/>
                      <a:pt x="67071" y="140565"/>
                      <a:pt x="66293" y="141135"/>
                    </a:cubicBezTo>
                    <a:cubicBezTo>
                      <a:pt x="65895" y="141412"/>
                      <a:pt x="65360" y="142259"/>
                      <a:pt x="65774" y="142414"/>
                    </a:cubicBezTo>
                    <a:cubicBezTo>
                      <a:pt x="66898" y="142846"/>
                      <a:pt x="66500" y="143797"/>
                      <a:pt x="66777" y="144488"/>
                    </a:cubicBezTo>
                    <a:cubicBezTo>
                      <a:pt x="67468" y="146164"/>
                      <a:pt x="68505" y="147668"/>
                      <a:pt x="69801" y="148929"/>
                    </a:cubicBezTo>
                    <a:cubicBezTo>
                      <a:pt x="71823" y="150906"/>
                      <a:pt x="74091" y="152091"/>
                      <a:pt x="76808" y="152091"/>
                    </a:cubicBezTo>
                    <a:cubicBezTo>
                      <a:pt x="77226" y="152091"/>
                      <a:pt x="77656" y="152063"/>
                      <a:pt x="78096" y="152005"/>
                    </a:cubicBezTo>
                    <a:cubicBezTo>
                      <a:pt x="78355" y="151953"/>
                      <a:pt x="78580" y="151781"/>
                      <a:pt x="78718" y="151556"/>
                    </a:cubicBezTo>
                    <a:cubicBezTo>
                      <a:pt x="78874" y="151262"/>
                      <a:pt x="78615" y="151038"/>
                      <a:pt x="78355" y="150882"/>
                    </a:cubicBezTo>
                    <a:cubicBezTo>
                      <a:pt x="77595" y="150415"/>
                      <a:pt x="76835" y="149914"/>
                      <a:pt x="76040" y="149482"/>
                    </a:cubicBezTo>
                    <a:cubicBezTo>
                      <a:pt x="73914" y="148342"/>
                      <a:pt x="73551" y="146648"/>
                      <a:pt x="74899" y="144695"/>
                    </a:cubicBezTo>
                    <a:cubicBezTo>
                      <a:pt x="75608" y="143658"/>
                      <a:pt x="75694" y="142570"/>
                      <a:pt x="74173" y="142017"/>
                    </a:cubicBezTo>
                    <a:cubicBezTo>
                      <a:pt x="73707" y="141861"/>
                      <a:pt x="72929" y="141550"/>
                      <a:pt x="73551" y="140997"/>
                    </a:cubicBezTo>
                    <a:cubicBezTo>
                      <a:pt x="74260" y="140340"/>
                      <a:pt x="74260" y="139597"/>
                      <a:pt x="74415" y="138837"/>
                    </a:cubicBezTo>
                    <a:cubicBezTo>
                      <a:pt x="74605" y="137783"/>
                      <a:pt x="73534" y="136193"/>
                      <a:pt x="75677" y="135985"/>
                    </a:cubicBezTo>
                    <a:cubicBezTo>
                      <a:pt x="75746" y="135985"/>
                      <a:pt x="75850" y="135588"/>
                      <a:pt x="75798" y="135432"/>
                    </a:cubicBezTo>
                    <a:cubicBezTo>
                      <a:pt x="75444" y="134260"/>
                      <a:pt x="75867" y="133923"/>
                      <a:pt x="76900" y="133923"/>
                    </a:cubicBezTo>
                    <a:cubicBezTo>
                      <a:pt x="76978" y="133923"/>
                      <a:pt x="77060" y="133925"/>
                      <a:pt x="77146" y="133929"/>
                    </a:cubicBezTo>
                    <a:cubicBezTo>
                      <a:pt x="77188" y="133931"/>
                      <a:pt x="77231" y="133932"/>
                      <a:pt x="77272" y="133932"/>
                    </a:cubicBezTo>
                    <a:cubicBezTo>
                      <a:pt x="78202" y="133932"/>
                      <a:pt x="78980" y="133388"/>
                      <a:pt x="79427" y="132512"/>
                    </a:cubicBezTo>
                    <a:cubicBezTo>
                      <a:pt x="79859" y="131648"/>
                      <a:pt x="79738" y="130836"/>
                      <a:pt x="79047" y="130110"/>
                    </a:cubicBezTo>
                    <a:cubicBezTo>
                      <a:pt x="78857" y="129902"/>
                      <a:pt x="78822" y="129557"/>
                      <a:pt x="78701" y="129280"/>
                    </a:cubicBezTo>
                    <a:lnTo>
                      <a:pt x="78701" y="129280"/>
                    </a:lnTo>
                    <a:cubicBezTo>
                      <a:pt x="78977" y="129298"/>
                      <a:pt x="79237" y="129332"/>
                      <a:pt x="79513" y="129384"/>
                    </a:cubicBezTo>
                    <a:cubicBezTo>
                      <a:pt x="79669" y="129427"/>
                      <a:pt x="79830" y="129448"/>
                      <a:pt x="79991" y="129448"/>
                    </a:cubicBezTo>
                    <a:cubicBezTo>
                      <a:pt x="80347" y="129448"/>
                      <a:pt x="80702" y="129344"/>
                      <a:pt x="80999" y="129142"/>
                    </a:cubicBezTo>
                    <a:cubicBezTo>
                      <a:pt x="82900" y="128001"/>
                      <a:pt x="83350" y="125841"/>
                      <a:pt x="84473" y="124148"/>
                    </a:cubicBezTo>
                    <a:cubicBezTo>
                      <a:pt x="85216" y="123024"/>
                      <a:pt x="86149" y="121815"/>
                      <a:pt x="85544" y="120225"/>
                    </a:cubicBezTo>
                    <a:cubicBezTo>
                      <a:pt x="85026" y="118808"/>
                      <a:pt x="85959" y="118186"/>
                      <a:pt x="86927" y="117356"/>
                    </a:cubicBezTo>
                    <a:cubicBezTo>
                      <a:pt x="88258" y="116233"/>
                      <a:pt x="90314" y="116371"/>
                      <a:pt x="91230" y="115213"/>
                    </a:cubicBezTo>
                    <a:cubicBezTo>
                      <a:pt x="93096" y="112846"/>
                      <a:pt x="93788" y="109908"/>
                      <a:pt x="93874" y="106866"/>
                    </a:cubicBezTo>
                    <a:cubicBezTo>
                      <a:pt x="93909" y="105743"/>
                      <a:pt x="93563" y="104637"/>
                      <a:pt x="94635" y="103635"/>
                    </a:cubicBezTo>
                    <a:cubicBezTo>
                      <a:pt x="95637" y="102650"/>
                      <a:pt x="96432" y="101492"/>
                      <a:pt x="97002" y="100213"/>
                    </a:cubicBezTo>
                    <a:cubicBezTo>
                      <a:pt x="98350" y="97189"/>
                      <a:pt x="97555" y="95668"/>
                      <a:pt x="93770" y="93404"/>
                    </a:cubicBezTo>
                    <a:cubicBezTo>
                      <a:pt x="92864" y="92866"/>
                      <a:pt x="92012" y="92178"/>
                      <a:pt x="90923" y="92178"/>
                    </a:cubicBezTo>
                    <a:cubicBezTo>
                      <a:pt x="90787" y="92178"/>
                      <a:pt x="90648" y="92189"/>
                      <a:pt x="90504" y="92212"/>
                    </a:cubicBezTo>
                    <a:cubicBezTo>
                      <a:pt x="90375" y="92232"/>
                      <a:pt x="90250" y="92241"/>
                      <a:pt x="90128" y="92241"/>
                    </a:cubicBezTo>
                    <a:cubicBezTo>
                      <a:pt x="89316" y="92241"/>
                      <a:pt x="88640" y="91827"/>
                      <a:pt x="87964" y="91451"/>
                    </a:cubicBezTo>
                    <a:cubicBezTo>
                      <a:pt x="86720" y="90760"/>
                      <a:pt x="85423" y="90190"/>
                      <a:pt x="84076" y="89740"/>
                    </a:cubicBezTo>
                    <a:cubicBezTo>
                      <a:pt x="83419" y="89533"/>
                      <a:pt x="82365" y="89412"/>
                      <a:pt x="82226" y="88306"/>
                    </a:cubicBezTo>
                    <a:cubicBezTo>
                      <a:pt x="81898" y="85511"/>
                      <a:pt x="80349" y="82231"/>
                      <a:pt x="77208" y="82231"/>
                    </a:cubicBezTo>
                    <a:cubicBezTo>
                      <a:pt x="77047" y="82231"/>
                      <a:pt x="76883" y="82240"/>
                      <a:pt x="76714" y="82258"/>
                    </a:cubicBezTo>
                    <a:cubicBezTo>
                      <a:pt x="76610" y="82274"/>
                      <a:pt x="76507" y="82282"/>
                      <a:pt x="76405" y="82282"/>
                    </a:cubicBezTo>
                    <a:cubicBezTo>
                      <a:pt x="75873" y="82282"/>
                      <a:pt x="75365" y="82061"/>
                      <a:pt x="75003" y="81670"/>
                    </a:cubicBezTo>
                    <a:cubicBezTo>
                      <a:pt x="73810" y="80478"/>
                      <a:pt x="72722" y="79147"/>
                      <a:pt x="71356" y="78179"/>
                    </a:cubicBezTo>
                    <a:cubicBezTo>
                      <a:pt x="70652" y="77672"/>
                      <a:pt x="69937" y="76844"/>
                      <a:pt x="68958" y="76844"/>
                    </a:cubicBezTo>
                    <a:cubicBezTo>
                      <a:pt x="68735" y="76844"/>
                      <a:pt x="68499" y="76887"/>
                      <a:pt x="68246" y="76987"/>
                    </a:cubicBezTo>
                    <a:cubicBezTo>
                      <a:pt x="68013" y="77081"/>
                      <a:pt x="67785" y="77113"/>
                      <a:pt x="67562" y="77113"/>
                    </a:cubicBezTo>
                    <a:cubicBezTo>
                      <a:pt x="67089" y="77113"/>
                      <a:pt x="66635" y="76969"/>
                      <a:pt x="66189" y="76969"/>
                    </a:cubicBezTo>
                    <a:cubicBezTo>
                      <a:pt x="64783" y="76969"/>
                      <a:pt x="63941" y="75706"/>
                      <a:pt x="62605" y="75706"/>
                    </a:cubicBezTo>
                    <a:cubicBezTo>
                      <a:pt x="62579" y="75706"/>
                      <a:pt x="62552" y="75707"/>
                      <a:pt x="62525" y="75708"/>
                    </a:cubicBezTo>
                    <a:cubicBezTo>
                      <a:pt x="62280" y="75708"/>
                      <a:pt x="61828" y="76012"/>
                      <a:pt x="61511" y="76012"/>
                    </a:cubicBezTo>
                    <a:cubicBezTo>
                      <a:pt x="61248" y="76012"/>
                      <a:pt x="61077" y="75802"/>
                      <a:pt x="61195" y="75034"/>
                    </a:cubicBezTo>
                    <a:cubicBezTo>
                      <a:pt x="61232" y="74788"/>
                      <a:pt x="60883" y="74612"/>
                      <a:pt x="60617" y="74612"/>
                    </a:cubicBezTo>
                    <a:cubicBezTo>
                      <a:pt x="60509" y="74612"/>
                      <a:pt x="60415" y="74641"/>
                      <a:pt x="60365" y="74706"/>
                    </a:cubicBezTo>
                    <a:cubicBezTo>
                      <a:pt x="59225" y="76088"/>
                      <a:pt x="57099" y="76071"/>
                      <a:pt x="56166" y="77747"/>
                    </a:cubicBezTo>
                    <a:cubicBezTo>
                      <a:pt x="55842" y="78325"/>
                      <a:pt x="55457" y="78771"/>
                      <a:pt x="54917" y="78771"/>
                    </a:cubicBezTo>
                    <a:cubicBezTo>
                      <a:pt x="54649" y="78771"/>
                      <a:pt x="54343" y="78661"/>
                      <a:pt x="53988" y="78404"/>
                    </a:cubicBezTo>
                    <a:cubicBezTo>
                      <a:pt x="53637" y="78125"/>
                      <a:pt x="53206" y="77982"/>
                      <a:pt x="52772" y="77982"/>
                    </a:cubicBezTo>
                    <a:cubicBezTo>
                      <a:pt x="52480" y="77982"/>
                      <a:pt x="52186" y="78047"/>
                      <a:pt x="51915" y="78179"/>
                    </a:cubicBezTo>
                    <a:cubicBezTo>
                      <a:pt x="51373" y="78410"/>
                      <a:pt x="50918" y="78527"/>
                      <a:pt x="50541" y="78527"/>
                    </a:cubicBezTo>
                    <a:cubicBezTo>
                      <a:pt x="49618" y="78527"/>
                      <a:pt x="49166" y="77825"/>
                      <a:pt x="49080" y="76365"/>
                    </a:cubicBezTo>
                    <a:cubicBezTo>
                      <a:pt x="49046" y="75397"/>
                      <a:pt x="49184" y="74446"/>
                      <a:pt x="49478" y="73530"/>
                    </a:cubicBezTo>
                    <a:cubicBezTo>
                      <a:pt x="50012" y="71861"/>
                      <a:pt x="49095" y="70692"/>
                      <a:pt x="47366" y="70692"/>
                    </a:cubicBezTo>
                    <a:cubicBezTo>
                      <a:pt x="47305" y="70692"/>
                      <a:pt x="47243" y="70693"/>
                      <a:pt x="47179" y="70696"/>
                    </a:cubicBezTo>
                    <a:cubicBezTo>
                      <a:pt x="46730" y="70714"/>
                      <a:pt x="46281" y="70765"/>
                      <a:pt x="45814" y="70783"/>
                    </a:cubicBezTo>
                    <a:cubicBezTo>
                      <a:pt x="45755" y="70784"/>
                      <a:pt x="45699" y="70786"/>
                      <a:pt x="45645" y="70786"/>
                    </a:cubicBezTo>
                    <a:cubicBezTo>
                      <a:pt x="45148" y="70786"/>
                      <a:pt x="44886" y="70683"/>
                      <a:pt x="45088" y="69919"/>
                    </a:cubicBezTo>
                    <a:cubicBezTo>
                      <a:pt x="45469" y="68484"/>
                      <a:pt x="46143" y="67240"/>
                      <a:pt x="46886" y="65996"/>
                    </a:cubicBezTo>
                    <a:cubicBezTo>
                      <a:pt x="47214" y="65443"/>
                      <a:pt x="47231" y="64993"/>
                      <a:pt x="46747" y="64613"/>
                    </a:cubicBezTo>
                    <a:cubicBezTo>
                      <a:pt x="46406" y="64334"/>
                      <a:pt x="45929" y="64209"/>
                      <a:pt x="45417" y="64209"/>
                    </a:cubicBezTo>
                    <a:cubicBezTo>
                      <a:pt x="44221" y="64209"/>
                      <a:pt x="42833" y="64889"/>
                      <a:pt x="42531" y="65857"/>
                    </a:cubicBezTo>
                    <a:cubicBezTo>
                      <a:pt x="42161" y="67044"/>
                      <a:pt x="40793" y="67929"/>
                      <a:pt x="39553" y="67929"/>
                    </a:cubicBezTo>
                    <a:cubicBezTo>
                      <a:pt x="39113" y="67929"/>
                      <a:pt x="38689" y="67817"/>
                      <a:pt x="38331" y="67568"/>
                    </a:cubicBezTo>
                    <a:cubicBezTo>
                      <a:pt x="36966" y="66601"/>
                      <a:pt x="35998" y="64872"/>
                      <a:pt x="36517" y="63455"/>
                    </a:cubicBezTo>
                    <a:cubicBezTo>
                      <a:pt x="37571" y="60569"/>
                      <a:pt x="37986" y="56802"/>
                      <a:pt x="41822" y="56093"/>
                    </a:cubicBezTo>
                    <a:cubicBezTo>
                      <a:pt x="44259" y="55627"/>
                      <a:pt x="46696" y="55299"/>
                      <a:pt x="49167" y="55126"/>
                    </a:cubicBezTo>
                    <a:cubicBezTo>
                      <a:pt x="49252" y="55120"/>
                      <a:pt x="49338" y="55117"/>
                      <a:pt x="49425" y="55117"/>
                    </a:cubicBezTo>
                    <a:cubicBezTo>
                      <a:pt x="50819" y="55117"/>
                      <a:pt x="52364" y="55920"/>
                      <a:pt x="51811" y="58133"/>
                    </a:cubicBezTo>
                    <a:cubicBezTo>
                      <a:pt x="51707" y="58582"/>
                      <a:pt x="52087" y="59204"/>
                      <a:pt x="52329" y="59688"/>
                    </a:cubicBezTo>
                    <a:cubicBezTo>
                      <a:pt x="52602" y="60250"/>
                      <a:pt x="52992" y="60846"/>
                      <a:pt x="53666" y="60846"/>
                    </a:cubicBezTo>
                    <a:cubicBezTo>
                      <a:pt x="53675" y="60846"/>
                      <a:pt x="53685" y="60846"/>
                      <a:pt x="53695" y="60846"/>
                    </a:cubicBezTo>
                    <a:cubicBezTo>
                      <a:pt x="54455" y="60811"/>
                      <a:pt x="54628" y="60085"/>
                      <a:pt x="54852" y="59498"/>
                    </a:cubicBezTo>
                    <a:cubicBezTo>
                      <a:pt x="55146" y="58703"/>
                      <a:pt x="55146" y="57822"/>
                      <a:pt x="54887" y="57027"/>
                    </a:cubicBezTo>
                    <a:cubicBezTo>
                      <a:pt x="54127" y="54642"/>
                      <a:pt x="54922" y="53017"/>
                      <a:pt x="57116" y="51894"/>
                    </a:cubicBezTo>
                    <a:cubicBezTo>
                      <a:pt x="58291" y="51307"/>
                      <a:pt x="59328" y="50442"/>
                      <a:pt x="60469" y="49786"/>
                    </a:cubicBezTo>
                    <a:cubicBezTo>
                      <a:pt x="62128" y="48818"/>
                      <a:pt x="61575" y="46641"/>
                      <a:pt x="63096" y="45448"/>
                    </a:cubicBezTo>
                    <a:cubicBezTo>
                      <a:pt x="64720" y="44169"/>
                      <a:pt x="65757" y="42113"/>
                      <a:pt x="68194" y="42061"/>
                    </a:cubicBezTo>
                    <a:cubicBezTo>
                      <a:pt x="68574" y="42044"/>
                      <a:pt x="69006" y="41888"/>
                      <a:pt x="69075" y="41456"/>
                    </a:cubicBezTo>
                    <a:cubicBezTo>
                      <a:pt x="69369" y="39711"/>
                      <a:pt x="70924" y="39417"/>
                      <a:pt x="72151" y="38760"/>
                    </a:cubicBezTo>
                    <a:cubicBezTo>
                      <a:pt x="72321" y="38667"/>
                      <a:pt x="72565" y="38512"/>
                      <a:pt x="72753" y="38512"/>
                    </a:cubicBezTo>
                    <a:cubicBezTo>
                      <a:pt x="72950" y="38512"/>
                      <a:pt x="73086" y="38680"/>
                      <a:pt x="73015" y="39261"/>
                    </a:cubicBezTo>
                    <a:cubicBezTo>
                      <a:pt x="72956" y="39796"/>
                      <a:pt x="73330" y="40078"/>
                      <a:pt x="73743" y="40078"/>
                    </a:cubicBezTo>
                    <a:cubicBezTo>
                      <a:pt x="73931" y="40078"/>
                      <a:pt x="74127" y="40020"/>
                      <a:pt x="74294" y="39901"/>
                    </a:cubicBezTo>
                    <a:cubicBezTo>
                      <a:pt x="75746" y="38898"/>
                      <a:pt x="77457" y="38501"/>
                      <a:pt x="78995" y="37723"/>
                    </a:cubicBezTo>
                    <a:cubicBezTo>
                      <a:pt x="79738" y="37326"/>
                      <a:pt x="80291" y="36773"/>
                      <a:pt x="79790" y="35995"/>
                    </a:cubicBezTo>
                    <a:cubicBezTo>
                      <a:pt x="79597" y="35708"/>
                      <a:pt x="79414" y="35603"/>
                      <a:pt x="79239" y="35603"/>
                    </a:cubicBezTo>
                    <a:cubicBezTo>
                      <a:pt x="78865" y="35603"/>
                      <a:pt x="78524" y="36083"/>
                      <a:pt x="78183" y="36306"/>
                    </a:cubicBezTo>
                    <a:cubicBezTo>
                      <a:pt x="77820" y="36545"/>
                      <a:pt x="77447" y="36741"/>
                      <a:pt x="77083" y="36741"/>
                    </a:cubicBezTo>
                    <a:cubicBezTo>
                      <a:pt x="76789" y="36741"/>
                      <a:pt x="76501" y="36612"/>
                      <a:pt x="76230" y="36272"/>
                    </a:cubicBezTo>
                    <a:cubicBezTo>
                      <a:pt x="75677" y="35563"/>
                      <a:pt x="76126" y="35148"/>
                      <a:pt x="76731" y="34751"/>
                    </a:cubicBezTo>
                    <a:cubicBezTo>
                      <a:pt x="77318" y="34371"/>
                      <a:pt x="77284" y="33818"/>
                      <a:pt x="77025" y="33196"/>
                    </a:cubicBezTo>
                    <a:cubicBezTo>
                      <a:pt x="76921" y="32919"/>
                      <a:pt x="76161" y="33023"/>
                      <a:pt x="76593" y="32643"/>
                    </a:cubicBezTo>
                    <a:cubicBezTo>
                      <a:pt x="76708" y="32536"/>
                      <a:pt x="76805" y="32492"/>
                      <a:pt x="76888" y="32492"/>
                    </a:cubicBezTo>
                    <a:cubicBezTo>
                      <a:pt x="77143" y="32492"/>
                      <a:pt x="77279" y="32892"/>
                      <a:pt x="77474" y="33126"/>
                    </a:cubicBezTo>
                    <a:cubicBezTo>
                      <a:pt x="77830" y="33563"/>
                      <a:pt x="78559" y="33892"/>
                      <a:pt x="79019" y="33892"/>
                    </a:cubicBezTo>
                    <a:cubicBezTo>
                      <a:pt x="79251" y="33892"/>
                      <a:pt x="79415" y="33808"/>
                      <a:pt x="79427" y="33610"/>
                    </a:cubicBezTo>
                    <a:cubicBezTo>
                      <a:pt x="79485" y="32639"/>
                      <a:pt x="79866" y="32465"/>
                      <a:pt x="80317" y="32465"/>
                    </a:cubicBezTo>
                    <a:cubicBezTo>
                      <a:pt x="80569" y="32465"/>
                      <a:pt x="80843" y="32519"/>
                      <a:pt x="81095" y="32519"/>
                    </a:cubicBezTo>
                    <a:cubicBezTo>
                      <a:pt x="81194" y="32519"/>
                      <a:pt x="81290" y="32511"/>
                      <a:pt x="81380" y="32487"/>
                    </a:cubicBezTo>
                    <a:cubicBezTo>
                      <a:pt x="81894" y="32340"/>
                      <a:pt x="82271" y="31830"/>
                      <a:pt x="82830" y="31830"/>
                    </a:cubicBezTo>
                    <a:cubicBezTo>
                      <a:pt x="82928" y="31830"/>
                      <a:pt x="83031" y="31846"/>
                      <a:pt x="83142" y="31882"/>
                    </a:cubicBezTo>
                    <a:cubicBezTo>
                      <a:pt x="82658" y="32470"/>
                      <a:pt x="82192" y="33075"/>
                      <a:pt x="81708" y="33679"/>
                    </a:cubicBezTo>
                    <a:cubicBezTo>
                      <a:pt x="81604" y="33766"/>
                      <a:pt x="81483" y="33835"/>
                      <a:pt x="81362" y="33904"/>
                    </a:cubicBezTo>
                    <a:cubicBezTo>
                      <a:pt x="81034" y="34129"/>
                      <a:pt x="80775" y="34423"/>
                      <a:pt x="80878" y="34872"/>
                    </a:cubicBezTo>
                    <a:cubicBezTo>
                      <a:pt x="80999" y="35304"/>
                      <a:pt x="81380" y="35252"/>
                      <a:pt x="81673" y="35425"/>
                    </a:cubicBezTo>
                    <a:cubicBezTo>
                      <a:pt x="81973" y="35596"/>
                      <a:pt x="82292" y="35648"/>
                      <a:pt x="82615" y="35648"/>
                    </a:cubicBezTo>
                    <a:cubicBezTo>
                      <a:pt x="83130" y="35648"/>
                      <a:pt x="83658" y="35514"/>
                      <a:pt x="84141" y="35514"/>
                    </a:cubicBezTo>
                    <a:cubicBezTo>
                      <a:pt x="84489" y="35514"/>
                      <a:pt x="84814" y="35584"/>
                      <a:pt x="85095" y="35822"/>
                    </a:cubicBezTo>
                    <a:cubicBezTo>
                      <a:pt x="85535" y="36187"/>
                      <a:pt x="85875" y="36332"/>
                      <a:pt x="86134" y="36332"/>
                    </a:cubicBezTo>
                    <a:cubicBezTo>
                      <a:pt x="86710" y="36332"/>
                      <a:pt x="86887" y="35618"/>
                      <a:pt x="86875" y="35010"/>
                    </a:cubicBezTo>
                    <a:cubicBezTo>
                      <a:pt x="86858" y="34215"/>
                      <a:pt x="87601" y="32729"/>
                      <a:pt x="85665" y="32625"/>
                    </a:cubicBezTo>
                    <a:cubicBezTo>
                      <a:pt x="84991" y="32591"/>
                      <a:pt x="85130" y="31986"/>
                      <a:pt x="85596" y="31485"/>
                    </a:cubicBezTo>
                    <a:cubicBezTo>
                      <a:pt x="87186" y="29791"/>
                      <a:pt x="86650" y="27527"/>
                      <a:pt x="84508" y="26767"/>
                    </a:cubicBezTo>
                    <a:cubicBezTo>
                      <a:pt x="84006" y="26594"/>
                      <a:pt x="83557" y="26214"/>
                      <a:pt x="83661" y="25834"/>
                    </a:cubicBezTo>
                    <a:cubicBezTo>
                      <a:pt x="83972" y="24503"/>
                      <a:pt x="83039" y="23432"/>
                      <a:pt x="83090" y="22170"/>
                    </a:cubicBezTo>
                    <a:cubicBezTo>
                      <a:pt x="83108" y="21773"/>
                      <a:pt x="83073" y="21375"/>
                      <a:pt x="82624" y="21220"/>
                    </a:cubicBezTo>
                    <a:cubicBezTo>
                      <a:pt x="82529" y="21188"/>
                      <a:pt x="82437" y="21174"/>
                      <a:pt x="82348" y="21174"/>
                    </a:cubicBezTo>
                    <a:cubicBezTo>
                      <a:pt x="82049" y="21174"/>
                      <a:pt x="81787" y="21339"/>
                      <a:pt x="81587" y="21565"/>
                    </a:cubicBezTo>
                    <a:cubicBezTo>
                      <a:pt x="81086" y="22135"/>
                      <a:pt x="80464" y="22602"/>
                      <a:pt x="79755" y="22913"/>
                    </a:cubicBezTo>
                    <a:cubicBezTo>
                      <a:pt x="79583" y="22995"/>
                      <a:pt x="79411" y="23071"/>
                      <a:pt x="79247" y="23071"/>
                    </a:cubicBezTo>
                    <a:cubicBezTo>
                      <a:pt x="79097" y="23071"/>
                      <a:pt x="78954" y="23008"/>
                      <a:pt x="78822" y="22827"/>
                    </a:cubicBezTo>
                    <a:cubicBezTo>
                      <a:pt x="78563" y="22498"/>
                      <a:pt x="78753" y="22274"/>
                      <a:pt x="78960" y="22015"/>
                    </a:cubicBezTo>
                    <a:cubicBezTo>
                      <a:pt x="79496" y="21254"/>
                      <a:pt x="79254" y="20736"/>
                      <a:pt x="78459" y="20338"/>
                    </a:cubicBezTo>
                    <a:cubicBezTo>
                      <a:pt x="78131" y="20165"/>
                      <a:pt x="77837" y="19941"/>
                      <a:pt x="77578" y="19664"/>
                    </a:cubicBezTo>
                    <a:cubicBezTo>
                      <a:pt x="77168" y="19146"/>
                      <a:pt x="76356" y="18913"/>
                      <a:pt x="75491" y="18913"/>
                    </a:cubicBezTo>
                    <a:cubicBezTo>
                      <a:pt x="74278" y="18913"/>
                      <a:pt x="72961" y="19371"/>
                      <a:pt x="72497" y="20148"/>
                    </a:cubicBezTo>
                    <a:cubicBezTo>
                      <a:pt x="72065" y="20874"/>
                      <a:pt x="71788" y="21824"/>
                      <a:pt x="70803" y="22170"/>
                    </a:cubicBezTo>
                    <a:cubicBezTo>
                      <a:pt x="70354" y="22326"/>
                      <a:pt x="70043" y="22792"/>
                      <a:pt x="70337" y="23276"/>
                    </a:cubicBezTo>
                    <a:cubicBezTo>
                      <a:pt x="71356" y="25004"/>
                      <a:pt x="70043" y="25488"/>
                      <a:pt x="68902" y="26024"/>
                    </a:cubicBezTo>
                    <a:cubicBezTo>
                      <a:pt x="67693" y="26577"/>
                      <a:pt x="66241" y="26801"/>
                      <a:pt x="66345" y="28685"/>
                    </a:cubicBezTo>
                    <a:cubicBezTo>
                      <a:pt x="66379" y="29117"/>
                      <a:pt x="65895" y="29601"/>
                      <a:pt x="65584" y="30016"/>
                    </a:cubicBezTo>
                    <a:cubicBezTo>
                      <a:pt x="65442" y="30197"/>
                      <a:pt x="65232" y="30465"/>
                      <a:pt x="64983" y="30465"/>
                    </a:cubicBezTo>
                    <a:cubicBezTo>
                      <a:pt x="64899" y="30465"/>
                      <a:pt x="64811" y="30435"/>
                      <a:pt x="64720" y="30361"/>
                    </a:cubicBezTo>
                    <a:cubicBezTo>
                      <a:pt x="64409" y="30120"/>
                      <a:pt x="64288" y="29705"/>
                      <a:pt x="64409" y="29342"/>
                    </a:cubicBezTo>
                    <a:cubicBezTo>
                      <a:pt x="64893" y="27596"/>
                      <a:pt x="65083" y="25989"/>
                      <a:pt x="62508" y="25903"/>
                    </a:cubicBezTo>
                    <a:cubicBezTo>
                      <a:pt x="62249" y="25903"/>
                      <a:pt x="61938" y="25644"/>
                      <a:pt x="61748" y="25436"/>
                    </a:cubicBezTo>
                    <a:cubicBezTo>
                      <a:pt x="61084" y="24759"/>
                      <a:pt x="60400" y="24243"/>
                      <a:pt x="59552" y="24243"/>
                    </a:cubicBezTo>
                    <a:cubicBezTo>
                      <a:pt x="59252" y="24243"/>
                      <a:pt x="58932" y="24307"/>
                      <a:pt x="58585" y="24451"/>
                    </a:cubicBezTo>
                    <a:cubicBezTo>
                      <a:pt x="58566" y="24457"/>
                      <a:pt x="58545" y="24459"/>
                      <a:pt x="58523" y="24459"/>
                    </a:cubicBezTo>
                    <a:cubicBezTo>
                      <a:pt x="58409" y="24459"/>
                      <a:pt x="58269" y="24394"/>
                      <a:pt x="58153" y="24365"/>
                    </a:cubicBezTo>
                    <a:cubicBezTo>
                      <a:pt x="58758" y="23501"/>
                      <a:pt x="57687" y="22429"/>
                      <a:pt x="58827" y="21462"/>
                    </a:cubicBezTo>
                    <a:cubicBezTo>
                      <a:pt x="61800" y="18990"/>
                      <a:pt x="65757" y="18558"/>
                      <a:pt x="68781" y="16294"/>
                    </a:cubicBezTo>
                    <a:lnTo>
                      <a:pt x="69455" y="15828"/>
                    </a:lnTo>
                    <a:cubicBezTo>
                      <a:pt x="70337" y="15586"/>
                      <a:pt x="71218" y="15206"/>
                      <a:pt x="72117" y="15119"/>
                    </a:cubicBezTo>
                    <a:cubicBezTo>
                      <a:pt x="74346" y="14912"/>
                      <a:pt x="75331" y="13910"/>
                      <a:pt x="75262" y="11767"/>
                    </a:cubicBezTo>
                    <a:cubicBezTo>
                      <a:pt x="75262" y="11596"/>
                      <a:pt x="75299" y="11543"/>
                      <a:pt x="75353" y="11543"/>
                    </a:cubicBezTo>
                    <a:cubicBezTo>
                      <a:pt x="75441" y="11543"/>
                      <a:pt x="75574" y="11687"/>
                      <a:pt x="75659" y="11698"/>
                    </a:cubicBezTo>
                    <a:cubicBezTo>
                      <a:pt x="76835" y="11749"/>
                      <a:pt x="77733" y="12683"/>
                      <a:pt x="78943" y="12752"/>
                    </a:cubicBezTo>
                    <a:cubicBezTo>
                      <a:pt x="79461" y="12769"/>
                      <a:pt x="79945" y="13391"/>
                      <a:pt x="80412" y="13789"/>
                    </a:cubicBezTo>
                    <a:cubicBezTo>
                      <a:pt x="80395" y="13944"/>
                      <a:pt x="80325" y="14082"/>
                      <a:pt x="80204" y="14203"/>
                    </a:cubicBezTo>
                    <a:cubicBezTo>
                      <a:pt x="79099" y="14649"/>
                      <a:pt x="78211" y="15599"/>
                      <a:pt x="76924" y="15599"/>
                    </a:cubicBezTo>
                    <a:cubicBezTo>
                      <a:pt x="76763" y="15599"/>
                      <a:pt x="76595" y="15584"/>
                      <a:pt x="76420" y="15551"/>
                    </a:cubicBezTo>
                    <a:cubicBezTo>
                      <a:pt x="76325" y="15534"/>
                      <a:pt x="76229" y="15525"/>
                      <a:pt x="76135" y="15525"/>
                    </a:cubicBezTo>
                    <a:cubicBezTo>
                      <a:pt x="75478" y="15525"/>
                      <a:pt x="74895" y="15947"/>
                      <a:pt x="74985" y="16778"/>
                    </a:cubicBezTo>
                    <a:cubicBezTo>
                      <a:pt x="75041" y="17437"/>
                      <a:pt x="75422" y="17620"/>
                      <a:pt x="75866" y="17620"/>
                    </a:cubicBezTo>
                    <a:cubicBezTo>
                      <a:pt x="76109" y="17620"/>
                      <a:pt x="76372" y="17565"/>
                      <a:pt x="76610" y="17504"/>
                    </a:cubicBezTo>
                    <a:cubicBezTo>
                      <a:pt x="76822" y="17451"/>
                      <a:pt x="77015" y="17425"/>
                      <a:pt x="77193" y="17425"/>
                    </a:cubicBezTo>
                    <a:cubicBezTo>
                      <a:pt x="77828" y="17425"/>
                      <a:pt x="78286" y="17750"/>
                      <a:pt x="78839" y="18316"/>
                    </a:cubicBezTo>
                    <a:cubicBezTo>
                      <a:pt x="79617" y="19094"/>
                      <a:pt x="80723" y="19612"/>
                      <a:pt x="81794" y="19993"/>
                    </a:cubicBezTo>
                    <a:cubicBezTo>
                      <a:pt x="81906" y="20034"/>
                      <a:pt x="82005" y="20053"/>
                      <a:pt x="82094" y="20053"/>
                    </a:cubicBezTo>
                    <a:cubicBezTo>
                      <a:pt x="82595" y="20053"/>
                      <a:pt x="82747" y="19445"/>
                      <a:pt x="82762" y="18887"/>
                    </a:cubicBezTo>
                    <a:cubicBezTo>
                      <a:pt x="82805" y="18878"/>
                      <a:pt x="82849" y="18874"/>
                      <a:pt x="82892" y="18874"/>
                    </a:cubicBezTo>
                    <a:cubicBezTo>
                      <a:pt x="82935" y="18874"/>
                      <a:pt x="82978" y="18878"/>
                      <a:pt x="83021" y="18887"/>
                    </a:cubicBezTo>
                    <a:cubicBezTo>
                      <a:pt x="83375" y="18985"/>
                      <a:pt x="83662" y="19030"/>
                      <a:pt x="83892" y="19030"/>
                    </a:cubicBezTo>
                    <a:cubicBezTo>
                      <a:pt x="85038" y="19030"/>
                      <a:pt x="84816" y="17932"/>
                      <a:pt x="84629" y="16882"/>
                    </a:cubicBezTo>
                    <a:cubicBezTo>
                      <a:pt x="84577" y="16588"/>
                      <a:pt x="84404" y="16122"/>
                      <a:pt x="84525" y="16018"/>
                    </a:cubicBezTo>
                    <a:cubicBezTo>
                      <a:pt x="84606" y="15948"/>
                      <a:pt x="84680" y="15920"/>
                      <a:pt x="84749" y="15920"/>
                    </a:cubicBezTo>
                    <a:cubicBezTo>
                      <a:pt x="84985" y="15920"/>
                      <a:pt x="85161" y="16252"/>
                      <a:pt x="85389" y="16346"/>
                    </a:cubicBezTo>
                    <a:cubicBezTo>
                      <a:pt x="85637" y="16436"/>
                      <a:pt x="85876" y="16474"/>
                      <a:pt x="86110" y="16474"/>
                    </a:cubicBezTo>
                    <a:cubicBezTo>
                      <a:pt x="86771" y="16474"/>
                      <a:pt x="87381" y="16174"/>
                      <a:pt x="87981" y="15931"/>
                    </a:cubicBezTo>
                    <a:cubicBezTo>
                      <a:pt x="88344" y="15793"/>
                      <a:pt x="88500" y="15275"/>
                      <a:pt x="88258" y="15033"/>
                    </a:cubicBezTo>
                    <a:cubicBezTo>
                      <a:pt x="87065" y="13754"/>
                      <a:pt x="85976" y="12406"/>
                      <a:pt x="84819" y="11110"/>
                    </a:cubicBezTo>
                    <a:cubicBezTo>
                      <a:pt x="84162" y="10350"/>
                      <a:pt x="83160" y="9779"/>
                      <a:pt x="82537" y="8915"/>
                    </a:cubicBezTo>
                    <a:cubicBezTo>
                      <a:pt x="82209" y="8379"/>
                      <a:pt x="81639" y="8034"/>
                      <a:pt x="81017" y="7999"/>
                    </a:cubicBezTo>
                    <a:cubicBezTo>
                      <a:pt x="80983" y="7995"/>
                      <a:pt x="80950" y="7994"/>
                      <a:pt x="80916" y="7994"/>
                    </a:cubicBezTo>
                    <a:cubicBezTo>
                      <a:pt x="80688" y="7994"/>
                      <a:pt x="80453" y="8074"/>
                      <a:pt x="80228" y="8074"/>
                    </a:cubicBezTo>
                    <a:cubicBezTo>
                      <a:pt x="80056" y="8074"/>
                      <a:pt x="79890" y="8027"/>
                      <a:pt x="79738" y="7861"/>
                    </a:cubicBezTo>
                    <a:cubicBezTo>
                      <a:pt x="80170" y="7757"/>
                      <a:pt x="80602" y="7654"/>
                      <a:pt x="81017" y="7585"/>
                    </a:cubicBezTo>
                    <a:cubicBezTo>
                      <a:pt x="81518" y="7481"/>
                      <a:pt x="82192" y="7567"/>
                      <a:pt x="82226" y="6859"/>
                    </a:cubicBezTo>
                    <a:cubicBezTo>
                      <a:pt x="82278" y="6202"/>
                      <a:pt x="81673" y="6167"/>
                      <a:pt x="81207" y="6046"/>
                    </a:cubicBezTo>
                    <a:cubicBezTo>
                      <a:pt x="81086" y="6012"/>
                      <a:pt x="80948" y="5960"/>
                      <a:pt x="80844" y="5891"/>
                    </a:cubicBezTo>
                    <a:cubicBezTo>
                      <a:pt x="80958" y="5878"/>
                      <a:pt x="81101" y="5837"/>
                      <a:pt x="81223" y="5837"/>
                    </a:cubicBezTo>
                    <a:cubicBezTo>
                      <a:pt x="81267" y="5837"/>
                      <a:pt x="81309" y="5843"/>
                      <a:pt x="81345" y="5856"/>
                    </a:cubicBezTo>
                    <a:cubicBezTo>
                      <a:pt x="81816" y="6065"/>
                      <a:pt x="82272" y="6151"/>
                      <a:pt x="82714" y="6151"/>
                    </a:cubicBezTo>
                    <a:cubicBezTo>
                      <a:pt x="83993" y="6151"/>
                      <a:pt x="85157" y="5437"/>
                      <a:pt x="86236" y="4923"/>
                    </a:cubicBezTo>
                    <a:cubicBezTo>
                      <a:pt x="89182" y="3528"/>
                      <a:pt x="92334" y="3094"/>
                      <a:pt x="95401" y="2235"/>
                    </a:cubicBezTo>
                    <a:lnTo>
                      <a:pt x="95401" y="2235"/>
                    </a:lnTo>
                    <a:cubicBezTo>
                      <a:pt x="93986" y="3267"/>
                      <a:pt x="92263" y="3834"/>
                      <a:pt x="90504" y="3834"/>
                    </a:cubicBezTo>
                    <a:cubicBezTo>
                      <a:pt x="90401" y="3834"/>
                      <a:pt x="90295" y="3831"/>
                      <a:pt x="90191" y="3831"/>
                    </a:cubicBezTo>
                    <a:cubicBezTo>
                      <a:pt x="89827" y="3831"/>
                      <a:pt x="89479" y="3873"/>
                      <a:pt x="89277" y="4249"/>
                    </a:cubicBezTo>
                    <a:cubicBezTo>
                      <a:pt x="89018" y="4802"/>
                      <a:pt x="89467" y="5113"/>
                      <a:pt x="89744" y="5528"/>
                    </a:cubicBezTo>
                    <a:cubicBezTo>
                      <a:pt x="90251" y="6307"/>
                      <a:pt x="90887" y="6586"/>
                      <a:pt x="91608" y="6586"/>
                    </a:cubicBezTo>
                    <a:cubicBezTo>
                      <a:pt x="91943" y="6586"/>
                      <a:pt x="92297" y="6525"/>
                      <a:pt x="92664" y="6427"/>
                    </a:cubicBezTo>
                    <a:cubicBezTo>
                      <a:pt x="93037" y="6322"/>
                      <a:pt x="93404" y="6272"/>
                      <a:pt x="93755" y="6272"/>
                    </a:cubicBezTo>
                    <a:cubicBezTo>
                      <a:pt x="95314" y="6272"/>
                      <a:pt x="96561" y="7243"/>
                      <a:pt x="96518" y="8639"/>
                    </a:cubicBezTo>
                    <a:cubicBezTo>
                      <a:pt x="96501" y="9123"/>
                      <a:pt x="96000" y="9710"/>
                      <a:pt x="96155" y="10073"/>
                    </a:cubicBezTo>
                    <a:cubicBezTo>
                      <a:pt x="96656" y="11300"/>
                      <a:pt x="95758" y="12302"/>
                      <a:pt x="95378" y="13045"/>
                    </a:cubicBezTo>
                    <a:cubicBezTo>
                      <a:pt x="94393" y="15016"/>
                      <a:pt x="93649" y="16709"/>
                      <a:pt x="95412" y="18541"/>
                    </a:cubicBezTo>
                    <a:cubicBezTo>
                      <a:pt x="95602" y="18714"/>
                      <a:pt x="95723" y="18938"/>
                      <a:pt x="95758" y="19180"/>
                    </a:cubicBezTo>
                    <a:cubicBezTo>
                      <a:pt x="95810" y="21358"/>
                      <a:pt x="97901" y="20788"/>
                      <a:pt x="99007" y="21479"/>
                    </a:cubicBezTo>
                    <a:cubicBezTo>
                      <a:pt x="99192" y="21597"/>
                      <a:pt x="99367" y="21648"/>
                      <a:pt x="99531" y="21648"/>
                    </a:cubicBezTo>
                    <a:cubicBezTo>
                      <a:pt x="100207" y="21648"/>
                      <a:pt x="100708" y="20784"/>
                      <a:pt x="101098" y="20200"/>
                    </a:cubicBezTo>
                    <a:cubicBezTo>
                      <a:pt x="102256" y="18472"/>
                      <a:pt x="104088" y="17055"/>
                      <a:pt x="105729" y="16536"/>
                    </a:cubicBezTo>
                    <a:cubicBezTo>
                      <a:pt x="109220" y="15396"/>
                      <a:pt x="112486" y="13547"/>
                      <a:pt x="116254" y="13115"/>
                    </a:cubicBezTo>
                    <a:cubicBezTo>
                      <a:pt x="117965" y="12907"/>
                      <a:pt x="119935" y="12320"/>
                      <a:pt x="120021" y="9883"/>
                    </a:cubicBezTo>
                    <a:cubicBezTo>
                      <a:pt x="120021" y="9693"/>
                      <a:pt x="120349" y="9485"/>
                      <a:pt x="120557" y="9330"/>
                    </a:cubicBezTo>
                    <a:cubicBezTo>
                      <a:pt x="121663" y="8552"/>
                      <a:pt x="123132" y="8034"/>
                      <a:pt x="122631" y="6202"/>
                    </a:cubicBezTo>
                    <a:cubicBezTo>
                      <a:pt x="122594" y="6055"/>
                      <a:pt x="122626" y="6020"/>
                      <a:pt x="122682" y="6020"/>
                    </a:cubicBezTo>
                    <a:cubicBezTo>
                      <a:pt x="122731" y="6020"/>
                      <a:pt x="122799" y="6046"/>
                      <a:pt x="122855" y="6046"/>
                    </a:cubicBezTo>
                    <a:cubicBezTo>
                      <a:pt x="122928" y="6051"/>
                      <a:pt x="122998" y="6053"/>
                      <a:pt x="123064" y="6053"/>
                    </a:cubicBezTo>
                    <a:cubicBezTo>
                      <a:pt x="124269" y="6053"/>
                      <a:pt x="124381" y="5321"/>
                      <a:pt x="123840" y="4387"/>
                    </a:cubicBezTo>
                    <a:cubicBezTo>
                      <a:pt x="123581" y="3921"/>
                      <a:pt x="123875" y="3955"/>
                      <a:pt x="124048" y="3817"/>
                    </a:cubicBezTo>
                    <a:cubicBezTo>
                      <a:pt x="125240" y="2867"/>
                      <a:pt x="126640" y="2728"/>
                      <a:pt x="128092" y="2659"/>
                    </a:cubicBezTo>
                    <a:cubicBezTo>
                      <a:pt x="128575" y="2625"/>
                      <a:pt x="129180" y="2521"/>
                      <a:pt x="129249" y="1934"/>
                    </a:cubicBezTo>
                    <a:cubicBezTo>
                      <a:pt x="129301" y="1363"/>
                      <a:pt x="128714" y="1242"/>
                      <a:pt x="128299" y="1190"/>
                    </a:cubicBezTo>
                    <a:cubicBezTo>
                      <a:pt x="125707" y="948"/>
                      <a:pt x="123132" y="430"/>
                      <a:pt x="120557" y="171"/>
                    </a:cubicBezTo>
                    <a:cubicBezTo>
                      <a:pt x="119360" y="50"/>
                      <a:pt x="118163" y="0"/>
                      <a:pt x="1169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41"/>
              <p:cNvSpPr/>
              <p:nvPr/>
            </p:nvSpPr>
            <p:spPr>
              <a:xfrm>
                <a:off x="1581325" y="1051125"/>
                <a:ext cx="283000" cy="91675"/>
              </a:xfrm>
              <a:custGeom>
                <a:avLst/>
                <a:gdLst/>
                <a:ahLst/>
                <a:cxnLst/>
                <a:rect l="l" t="t" r="r" b="b"/>
                <a:pathLst>
                  <a:path w="11320" h="3667" extrusionOk="0">
                    <a:moveTo>
                      <a:pt x="6214" y="0"/>
                    </a:moveTo>
                    <a:cubicBezTo>
                      <a:pt x="5926" y="0"/>
                      <a:pt x="5584" y="48"/>
                      <a:pt x="5219" y="71"/>
                    </a:cubicBezTo>
                    <a:cubicBezTo>
                      <a:pt x="5082" y="56"/>
                      <a:pt x="4943" y="49"/>
                      <a:pt x="4804" y="49"/>
                    </a:cubicBezTo>
                    <a:cubicBezTo>
                      <a:pt x="3493" y="49"/>
                      <a:pt x="2115" y="667"/>
                      <a:pt x="709" y="1073"/>
                    </a:cubicBezTo>
                    <a:cubicBezTo>
                      <a:pt x="432" y="1177"/>
                      <a:pt x="208" y="1401"/>
                      <a:pt x="69" y="1678"/>
                    </a:cubicBezTo>
                    <a:cubicBezTo>
                      <a:pt x="0" y="1781"/>
                      <a:pt x="242" y="2213"/>
                      <a:pt x="363" y="2231"/>
                    </a:cubicBezTo>
                    <a:cubicBezTo>
                      <a:pt x="2163" y="2438"/>
                      <a:pt x="3786" y="3667"/>
                      <a:pt x="5640" y="3667"/>
                    </a:cubicBezTo>
                    <a:cubicBezTo>
                      <a:pt x="6100" y="3667"/>
                      <a:pt x="6574" y="3591"/>
                      <a:pt x="7068" y="3406"/>
                    </a:cubicBezTo>
                    <a:cubicBezTo>
                      <a:pt x="7396" y="3281"/>
                      <a:pt x="7767" y="3236"/>
                      <a:pt x="8142" y="3236"/>
                    </a:cubicBezTo>
                    <a:cubicBezTo>
                      <a:pt x="8439" y="3236"/>
                      <a:pt x="8738" y="3264"/>
                      <a:pt x="9021" y="3302"/>
                    </a:cubicBezTo>
                    <a:cubicBezTo>
                      <a:pt x="9277" y="3340"/>
                      <a:pt x="9523" y="3370"/>
                      <a:pt x="9759" y="3370"/>
                    </a:cubicBezTo>
                    <a:cubicBezTo>
                      <a:pt x="10271" y="3370"/>
                      <a:pt x="10728" y="3229"/>
                      <a:pt x="11095" y="2732"/>
                    </a:cubicBezTo>
                    <a:cubicBezTo>
                      <a:pt x="11320" y="2473"/>
                      <a:pt x="11268" y="2075"/>
                      <a:pt x="10991" y="1885"/>
                    </a:cubicBezTo>
                    <a:cubicBezTo>
                      <a:pt x="10479" y="1524"/>
                      <a:pt x="10006" y="1077"/>
                      <a:pt x="9430" y="1077"/>
                    </a:cubicBezTo>
                    <a:cubicBezTo>
                      <a:pt x="9151" y="1077"/>
                      <a:pt x="8847" y="1182"/>
                      <a:pt x="8503" y="1453"/>
                    </a:cubicBezTo>
                    <a:cubicBezTo>
                      <a:pt x="8280" y="1626"/>
                      <a:pt x="7919" y="1737"/>
                      <a:pt x="7612" y="1737"/>
                    </a:cubicBezTo>
                    <a:cubicBezTo>
                      <a:pt x="7277" y="1737"/>
                      <a:pt x="7006" y="1605"/>
                      <a:pt x="7051" y="1280"/>
                    </a:cubicBezTo>
                    <a:cubicBezTo>
                      <a:pt x="7179" y="207"/>
                      <a:pt x="6812" y="0"/>
                      <a:pt x="62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41"/>
              <p:cNvSpPr/>
              <p:nvPr/>
            </p:nvSpPr>
            <p:spPr>
              <a:xfrm>
                <a:off x="3144425" y="1319375"/>
                <a:ext cx="213450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8538" h="3823" extrusionOk="0">
                    <a:moveTo>
                      <a:pt x="6155" y="1"/>
                    </a:moveTo>
                    <a:cubicBezTo>
                      <a:pt x="6054" y="1"/>
                      <a:pt x="5950" y="7"/>
                      <a:pt x="5842" y="20"/>
                    </a:cubicBezTo>
                    <a:cubicBezTo>
                      <a:pt x="4846" y="139"/>
                      <a:pt x="3874" y="469"/>
                      <a:pt x="2859" y="469"/>
                    </a:cubicBezTo>
                    <a:cubicBezTo>
                      <a:pt x="2396" y="469"/>
                      <a:pt x="1923" y="400"/>
                      <a:pt x="1435" y="211"/>
                    </a:cubicBezTo>
                    <a:cubicBezTo>
                      <a:pt x="1292" y="150"/>
                      <a:pt x="1133" y="113"/>
                      <a:pt x="974" y="113"/>
                    </a:cubicBezTo>
                    <a:cubicBezTo>
                      <a:pt x="501" y="113"/>
                      <a:pt x="35" y="441"/>
                      <a:pt x="35" y="1438"/>
                    </a:cubicBezTo>
                    <a:cubicBezTo>
                      <a:pt x="1" y="3771"/>
                      <a:pt x="1573" y="3580"/>
                      <a:pt x="3025" y="3822"/>
                    </a:cubicBezTo>
                    <a:cubicBezTo>
                      <a:pt x="4338" y="3753"/>
                      <a:pt x="5617" y="3408"/>
                      <a:pt x="6792" y="2837"/>
                    </a:cubicBezTo>
                    <a:cubicBezTo>
                      <a:pt x="7415" y="2526"/>
                      <a:pt x="8538" y="2474"/>
                      <a:pt x="8192" y="1541"/>
                    </a:cubicBezTo>
                    <a:cubicBezTo>
                      <a:pt x="7892" y="720"/>
                      <a:pt x="7218" y="1"/>
                      <a:pt x="61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41"/>
              <p:cNvSpPr/>
              <p:nvPr/>
            </p:nvSpPr>
            <p:spPr>
              <a:xfrm>
                <a:off x="1453000" y="2509000"/>
                <a:ext cx="263575" cy="113100"/>
              </a:xfrm>
              <a:custGeom>
                <a:avLst/>
                <a:gdLst/>
                <a:ahLst/>
                <a:cxnLst/>
                <a:rect l="l" t="t" r="r" b="b"/>
                <a:pathLst>
                  <a:path w="10543" h="4524" extrusionOk="0">
                    <a:moveTo>
                      <a:pt x="3451" y="1"/>
                    </a:moveTo>
                    <a:cubicBezTo>
                      <a:pt x="2445" y="1"/>
                      <a:pt x="1486" y="228"/>
                      <a:pt x="761" y="702"/>
                    </a:cubicBezTo>
                    <a:cubicBezTo>
                      <a:pt x="398" y="927"/>
                      <a:pt x="1" y="1186"/>
                      <a:pt x="243" y="1687"/>
                    </a:cubicBezTo>
                    <a:cubicBezTo>
                      <a:pt x="390" y="1972"/>
                      <a:pt x="609" y="2083"/>
                      <a:pt x="855" y="2083"/>
                    </a:cubicBezTo>
                    <a:cubicBezTo>
                      <a:pt x="1012" y="2083"/>
                      <a:pt x="1180" y="2038"/>
                      <a:pt x="1349" y="1964"/>
                    </a:cubicBezTo>
                    <a:cubicBezTo>
                      <a:pt x="1677" y="1828"/>
                      <a:pt x="1990" y="1776"/>
                      <a:pt x="2298" y="1776"/>
                    </a:cubicBezTo>
                    <a:cubicBezTo>
                      <a:pt x="2932" y="1776"/>
                      <a:pt x="3543" y="1997"/>
                      <a:pt x="4217" y="2171"/>
                    </a:cubicBezTo>
                    <a:cubicBezTo>
                      <a:pt x="5708" y="2540"/>
                      <a:pt x="6405" y="4523"/>
                      <a:pt x="7868" y="4523"/>
                    </a:cubicBezTo>
                    <a:cubicBezTo>
                      <a:pt x="8118" y="4523"/>
                      <a:pt x="8391" y="4465"/>
                      <a:pt x="8693" y="4332"/>
                    </a:cubicBezTo>
                    <a:cubicBezTo>
                      <a:pt x="8824" y="4337"/>
                      <a:pt x="8947" y="4340"/>
                      <a:pt x="9062" y="4340"/>
                    </a:cubicBezTo>
                    <a:cubicBezTo>
                      <a:pt x="10032" y="4340"/>
                      <a:pt x="10475" y="4144"/>
                      <a:pt x="10491" y="3727"/>
                    </a:cubicBezTo>
                    <a:cubicBezTo>
                      <a:pt x="10542" y="2897"/>
                      <a:pt x="9817" y="2724"/>
                      <a:pt x="9264" y="2517"/>
                    </a:cubicBezTo>
                    <a:cubicBezTo>
                      <a:pt x="8711" y="2292"/>
                      <a:pt x="8209" y="1964"/>
                      <a:pt x="7777" y="1567"/>
                    </a:cubicBezTo>
                    <a:cubicBezTo>
                      <a:pt x="6685" y="547"/>
                      <a:pt x="5011" y="1"/>
                      <a:pt x="34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41"/>
              <p:cNvSpPr/>
              <p:nvPr/>
            </p:nvSpPr>
            <p:spPr>
              <a:xfrm>
                <a:off x="1880725" y="1020350"/>
                <a:ext cx="162025" cy="112025"/>
              </a:xfrm>
              <a:custGeom>
                <a:avLst/>
                <a:gdLst/>
                <a:ahLst/>
                <a:cxnLst/>
                <a:rect l="l" t="t" r="r" b="b"/>
                <a:pathLst>
                  <a:path w="6481" h="4481" extrusionOk="0">
                    <a:moveTo>
                      <a:pt x="4294" y="0"/>
                    </a:moveTo>
                    <a:cubicBezTo>
                      <a:pt x="4062" y="0"/>
                      <a:pt x="3818" y="44"/>
                      <a:pt x="3560" y="144"/>
                    </a:cubicBezTo>
                    <a:cubicBezTo>
                      <a:pt x="3094" y="317"/>
                      <a:pt x="2593" y="541"/>
                      <a:pt x="2886" y="1198"/>
                    </a:cubicBezTo>
                    <a:cubicBezTo>
                      <a:pt x="3042" y="1509"/>
                      <a:pt x="3232" y="1820"/>
                      <a:pt x="3457" y="2114"/>
                    </a:cubicBezTo>
                    <a:cubicBezTo>
                      <a:pt x="3147" y="2260"/>
                      <a:pt x="2851" y="2348"/>
                      <a:pt x="2545" y="2348"/>
                    </a:cubicBezTo>
                    <a:cubicBezTo>
                      <a:pt x="2270" y="2348"/>
                      <a:pt x="1987" y="2277"/>
                      <a:pt x="1677" y="2114"/>
                    </a:cubicBezTo>
                    <a:cubicBezTo>
                      <a:pt x="1531" y="2037"/>
                      <a:pt x="1393" y="2002"/>
                      <a:pt x="1262" y="2002"/>
                    </a:cubicBezTo>
                    <a:cubicBezTo>
                      <a:pt x="867" y="2002"/>
                      <a:pt x="545" y="2320"/>
                      <a:pt x="311" y="2736"/>
                    </a:cubicBezTo>
                    <a:cubicBezTo>
                      <a:pt x="0" y="3289"/>
                      <a:pt x="467" y="3479"/>
                      <a:pt x="813" y="3807"/>
                    </a:cubicBezTo>
                    <a:cubicBezTo>
                      <a:pt x="1327" y="4309"/>
                      <a:pt x="1837" y="4480"/>
                      <a:pt x="2344" y="4480"/>
                    </a:cubicBezTo>
                    <a:cubicBezTo>
                      <a:pt x="3164" y="4480"/>
                      <a:pt x="3976" y="4032"/>
                      <a:pt x="4787" y="3807"/>
                    </a:cubicBezTo>
                    <a:lnTo>
                      <a:pt x="5081" y="3514"/>
                    </a:lnTo>
                    <a:cubicBezTo>
                      <a:pt x="5237" y="2788"/>
                      <a:pt x="5098" y="1924"/>
                      <a:pt x="6204" y="1734"/>
                    </a:cubicBezTo>
                    <a:cubicBezTo>
                      <a:pt x="6464" y="1699"/>
                      <a:pt x="6481" y="1129"/>
                      <a:pt x="6222" y="921"/>
                    </a:cubicBezTo>
                    <a:cubicBezTo>
                      <a:pt x="5644" y="436"/>
                      <a:pt x="5027" y="0"/>
                      <a:pt x="42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41"/>
              <p:cNvSpPr/>
              <p:nvPr/>
            </p:nvSpPr>
            <p:spPr>
              <a:xfrm>
                <a:off x="1688900" y="2603450"/>
                <a:ext cx="165050" cy="73950"/>
              </a:xfrm>
              <a:custGeom>
                <a:avLst/>
                <a:gdLst/>
                <a:ahLst/>
                <a:cxnLst/>
                <a:rect l="l" t="t" r="r" b="b"/>
                <a:pathLst>
                  <a:path w="6602" h="2958" extrusionOk="0">
                    <a:moveTo>
                      <a:pt x="2842" y="0"/>
                    </a:moveTo>
                    <a:cubicBezTo>
                      <a:pt x="2588" y="0"/>
                      <a:pt x="2332" y="28"/>
                      <a:pt x="2074" y="87"/>
                    </a:cubicBezTo>
                    <a:cubicBezTo>
                      <a:pt x="1452" y="225"/>
                      <a:pt x="1055" y="1331"/>
                      <a:pt x="225" y="1694"/>
                    </a:cubicBezTo>
                    <a:cubicBezTo>
                      <a:pt x="0" y="1798"/>
                      <a:pt x="277" y="2247"/>
                      <a:pt x="536" y="2454"/>
                    </a:cubicBezTo>
                    <a:cubicBezTo>
                      <a:pt x="957" y="2789"/>
                      <a:pt x="2162" y="2958"/>
                      <a:pt x="3373" y="2958"/>
                    </a:cubicBezTo>
                    <a:cubicBezTo>
                      <a:pt x="4599" y="2958"/>
                      <a:pt x="5830" y="2785"/>
                      <a:pt x="6256" y="2437"/>
                    </a:cubicBezTo>
                    <a:cubicBezTo>
                      <a:pt x="6395" y="2282"/>
                      <a:pt x="6515" y="2109"/>
                      <a:pt x="6602" y="1919"/>
                    </a:cubicBezTo>
                    <a:cubicBezTo>
                      <a:pt x="6481" y="1711"/>
                      <a:pt x="6429" y="1469"/>
                      <a:pt x="6291" y="1366"/>
                    </a:cubicBezTo>
                    <a:cubicBezTo>
                      <a:pt x="5231" y="636"/>
                      <a:pt x="4065" y="0"/>
                      <a:pt x="28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41"/>
              <p:cNvSpPr/>
              <p:nvPr/>
            </p:nvSpPr>
            <p:spPr>
              <a:xfrm>
                <a:off x="1922200" y="1344925"/>
                <a:ext cx="129625" cy="64525"/>
              </a:xfrm>
              <a:custGeom>
                <a:avLst/>
                <a:gdLst/>
                <a:ahLst/>
                <a:cxnLst/>
                <a:rect l="l" t="t" r="r" b="b"/>
                <a:pathLst>
                  <a:path w="5185" h="2581" extrusionOk="0">
                    <a:moveTo>
                      <a:pt x="1901" y="1"/>
                    </a:moveTo>
                    <a:lnTo>
                      <a:pt x="1227" y="467"/>
                    </a:lnTo>
                    <a:cubicBezTo>
                      <a:pt x="934" y="1020"/>
                      <a:pt x="0" y="1383"/>
                      <a:pt x="415" y="2144"/>
                    </a:cubicBezTo>
                    <a:cubicBezTo>
                      <a:pt x="602" y="2475"/>
                      <a:pt x="838" y="2581"/>
                      <a:pt x="1096" y="2581"/>
                    </a:cubicBezTo>
                    <a:cubicBezTo>
                      <a:pt x="1482" y="2581"/>
                      <a:pt x="1915" y="2344"/>
                      <a:pt x="2299" y="2282"/>
                    </a:cubicBezTo>
                    <a:cubicBezTo>
                      <a:pt x="2552" y="2236"/>
                      <a:pt x="2806" y="2213"/>
                      <a:pt x="3064" y="2213"/>
                    </a:cubicBezTo>
                    <a:cubicBezTo>
                      <a:pt x="3194" y="2213"/>
                      <a:pt x="3324" y="2219"/>
                      <a:pt x="3457" y="2230"/>
                    </a:cubicBezTo>
                    <a:cubicBezTo>
                      <a:pt x="3730" y="2245"/>
                      <a:pt x="4039" y="2324"/>
                      <a:pt x="4314" y="2324"/>
                    </a:cubicBezTo>
                    <a:cubicBezTo>
                      <a:pt x="4665" y="2324"/>
                      <a:pt x="4959" y="2195"/>
                      <a:pt x="5047" y="1643"/>
                    </a:cubicBezTo>
                    <a:cubicBezTo>
                      <a:pt x="5185" y="744"/>
                      <a:pt x="4563" y="277"/>
                      <a:pt x="3768" y="122"/>
                    </a:cubicBezTo>
                    <a:cubicBezTo>
                      <a:pt x="3146" y="35"/>
                      <a:pt x="2523" y="1"/>
                      <a:pt x="19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41"/>
              <p:cNvSpPr/>
              <p:nvPr/>
            </p:nvSpPr>
            <p:spPr>
              <a:xfrm>
                <a:off x="1787825" y="1030550"/>
                <a:ext cx="94250" cy="44825"/>
              </a:xfrm>
              <a:custGeom>
                <a:avLst/>
                <a:gdLst/>
                <a:ahLst/>
                <a:cxnLst/>
                <a:rect l="l" t="t" r="r" b="b"/>
                <a:pathLst>
                  <a:path w="3770" h="1793" extrusionOk="0">
                    <a:moveTo>
                      <a:pt x="2929" y="0"/>
                    </a:moveTo>
                    <a:cubicBezTo>
                      <a:pt x="2800" y="0"/>
                      <a:pt x="2676" y="17"/>
                      <a:pt x="2576" y="47"/>
                    </a:cubicBezTo>
                    <a:cubicBezTo>
                      <a:pt x="2412" y="93"/>
                      <a:pt x="2229" y="105"/>
                      <a:pt x="2039" y="105"/>
                    </a:cubicBezTo>
                    <a:cubicBezTo>
                      <a:pt x="1817" y="105"/>
                      <a:pt x="1584" y="88"/>
                      <a:pt x="1360" y="88"/>
                    </a:cubicBezTo>
                    <a:cubicBezTo>
                      <a:pt x="763" y="88"/>
                      <a:pt x="227" y="208"/>
                      <a:pt x="105" y="1084"/>
                    </a:cubicBezTo>
                    <a:cubicBezTo>
                      <a:pt x="1" y="1792"/>
                      <a:pt x="865" y="1688"/>
                      <a:pt x="1504" y="1740"/>
                    </a:cubicBezTo>
                    <a:cubicBezTo>
                      <a:pt x="2265" y="1568"/>
                      <a:pt x="3405" y="1792"/>
                      <a:pt x="3665" y="652"/>
                    </a:cubicBezTo>
                    <a:cubicBezTo>
                      <a:pt x="3769" y="167"/>
                      <a:pt x="3329" y="0"/>
                      <a:pt x="29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41"/>
              <p:cNvSpPr/>
              <p:nvPr/>
            </p:nvSpPr>
            <p:spPr>
              <a:xfrm>
                <a:off x="1870350" y="2639275"/>
                <a:ext cx="59225" cy="44325"/>
              </a:xfrm>
              <a:custGeom>
                <a:avLst/>
                <a:gdLst/>
                <a:ahLst/>
                <a:cxnLst/>
                <a:rect l="l" t="t" r="r" b="b"/>
                <a:pathLst>
                  <a:path w="2369" h="1773" extrusionOk="0">
                    <a:moveTo>
                      <a:pt x="922" y="1"/>
                    </a:moveTo>
                    <a:cubicBezTo>
                      <a:pt x="435" y="1"/>
                      <a:pt x="1" y="156"/>
                      <a:pt x="1" y="762"/>
                    </a:cubicBezTo>
                    <a:cubicBezTo>
                      <a:pt x="1" y="1414"/>
                      <a:pt x="337" y="1773"/>
                      <a:pt x="982" y="1773"/>
                    </a:cubicBezTo>
                    <a:cubicBezTo>
                      <a:pt x="1038" y="1773"/>
                      <a:pt x="1097" y="1770"/>
                      <a:pt x="1158" y="1765"/>
                    </a:cubicBezTo>
                    <a:cubicBezTo>
                      <a:pt x="1711" y="1730"/>
                      <a:pt x="2368" y="1678"/>
                      <a:pt x="2299" y="901"/>
                    </a:cubicBezTo>
                    <a:cubicBezTo>
                      <a:pt x="2264" y="175"/>
                      <a:pt x="1642" y="2"/>
                      <a:pt x="1003" y="2"/>
                    </a:cubicBezTo>
                    <a:cubicBezTo>
                      <a:pt x="976" y="1"/>
                      <a:pt x="949" y="1"/>
                      <a:pt x="9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41"/>
              <p:cNvSpPr/>
              <p:nvPr/>
            </p:nvSpPr>
            <p:spPr>
              <a:xfrm>
                <a:off x="2264800" y="4630125"/>
                <a:ext cx="62675" cy="39225"/>
              </a:xfrm>
              <a:custGeom>
                <a:avLst/>
                <a:gdLst/>
                <a:ahLst/>
                <a:cxnLst/>
                <a:rect l="l" t="t" r="r" b="b"/>
                <a:pathLst>
                  <a:path w="2507" h="1569" extrusionOk="0">
                    <a:moveTo>
                      <a:pt x="1176" y="52"/>
                    </a:moveTo>
                    <a:cubicBezTo>
                      <a:pt x="675" y="87"/>
                      <a:pt x="1" y="1"/>
                      <a:pt x="1" y="813"/>
                    </a:cubicBezTo>
                    <a:cubicBezTo>
                      <a:pt x="1" y="1241"/>
                      <a:pt x="341" y="1568"/>
                      <a:pt x="742" y="1568"/>
                    </a:cubicBezTo>
                    <a:cubicBezTo>
                      <a:pt x="811" y="1568"/>
                      <a:pt x="881" y="1559"/>
                      <a:pt x="951" y="1539"/>
                    </a:cubicBezTo>
                    <a:cubicBezTo>
                      <a:pt x="1077" y="1515"/>
                      <a:pt x="1221" y="1513"/>
                      <a:pt x="1369" y="1513"/>
                    </a:cubicBezTo>
                    <a:cubicBezTo>
                      <a:pt x="1403" y="1513"/>
                      <a:pt x="1437" y="1513"/>
                      <a:pt x="1471" y="1513"/>
                    </a:cubicBezTo>
                    <a:cubicBezTo>
                      <a:pt x="1947" y="1513"/>
                      <a:pt x="2434" y="1491"/>
                      <a:pt x="2472" y="830"/>
                    </a:cubicBezTo>
                    <a:cubicBezTo>
                      <a:pt x="2506" y="52"/>
                      <a:pt x="1781" y="87"/>
                      <a:pt x="1176" y="5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41"/>
              <p:cNvSpPr/>
              <p:nvPr/>
            </p:nvSpPr>
            <p:spPr>
              <a:xfrm>
                <a:off x="1604225" y="2645350"/>
                <a:ext cx="56175" cy="38275"/>
              </a:xfrm>
              <a:custGeom>
                <a:avLst/>
                <a:gdLst/>
                <a:ahLst/>
                <a:cxnLst/>
                <a:rect l="l" t="t" r="r" b="b"/>
                <a:pathLst>
                  <a:path w="2247" h="1531" extrusionOk="0">
                    <a:moveTo>
                      <a:pt x="1003" y="1"/>
                    </a:moveTo>
                    <a:cubicBezTo>
                      <a:pt x="536" y="35"/>
                      <a:pt x="0" y="1"/>
                      <a:pt x="17" y="554"/>
                    </a:cubicBezTo>
                    <a:cubicBezTo>
                      <a:pt x="17" y="1297"/>
                      <a:pt x="640" y="1452"/>
                      <a:pt x="1262" y="1522"/>
                    </a:cubicBezTo>
                    <a:cubicBezTo>
                      <a:pt x="1319" y="1528"/>
                      <a:pt x="1377" y="1531"/>
                      <a:pt x="1434" y="1531"/>
                    </a:cubicBezTo>
                    <a:cubicBezTo>
                      <a:pt x="1857" y="1531"/>
                      <a:pt x="2247" y="1352"/>
                      <a:pt x="2247" y="865"/>
                    </a:cubicBezTo>
                    <a:cubicBezTo>
                      <a:pt x="2247" y="18"/>
                      <a:pt x="1504" y="139"/>
                      <a:pt x="10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41"/>
              <p:cNvSpPr/>
              <p:nvPr/>
            </p:nvSpPr>
            <p:spPr>
              <a:xfrm>
                <a:off x="7045475" y="3384250"/>
                <a:ext cx="47375" cy="5355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2142" extrusionOk="0">
                    <a:moveTo>
                      <a:pt x="416" y="1"/>
                    </a:moveTo>
                    <a:cubicBezTo>
                      <a:pt x="93" y="1"/>
                      <a:pt x="0" y="338"/>
                      <a:pt x="63" y="618"/>
                    </a:cubicBezTo>
                    <a:cubicBezTo>
                      <a:pt x="201" y="1292"/>
                      <a:pt x="339" y="2035"/>
                      <a:pt x="1203" y="2139"/>
                    </a:cubicBezTo>
                    <a:cubicBezTo>
                      <a:pt x="1224" y="2141"/>
                      <a:pt x="1245" y="2142"/>
                      <a:pt x="1265" y="2142"/>
                    </a:cubicBezTo>
                    <a:cubicBezTo>
                      <a:pt x="1645" y="2142"/>
                      <a:pt x="1895" y="1835"/>
                      <a:pt x="1895" y="1327"/>
                    </a:cubicBezTo>
                    <a:cubicBezTo>
                      <a:pt x="1670" y="705"/>
                      <a:pt x="1273" y="169"/>
                      <a:pt x="529" y="13"/>
                    </a:cubicBezTo>
                    <a:cubicBezTo>
                      <a:pt x="489" y="5"/>
                      <a:pt x="451" y="1"/>
                      <a:pt x="4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41"/>
              <p:cNvSpPr/>
              <p:nvPr/>
            </p:nvSpPr>
            <p:spPr>
              <a:xfrm>
                <a:off x="4291500" y="1250400"/>
                <a:ext cx="54900" cy="37900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1516" extrusionOk="0">
                    <a:moveTo>
                      <a:pt x="1013" y="0"/>
                    </a:moveTo>
                    <a:cubicBezTo>
                      <a:pt x="676" y="0"/>
                      <a:pt x="369" y="181"/>
                      <a:pt x="190" y="464"/>
                    </a:cubicBezTo>
                    <a:cubicBezTo>
                      <a:pt x="0" y="706"/>
                      <a:pt x="35" y="1034"/>
                      <a:pt x="259" y="1224"/>
                    </a:cubicBezTo>
                    <a:cubicBezTo>
                      <a:pt x="466" y="1444"/>
                      <a:pt x="678" y="1515"/>
                      <a:pt x="892" y="1515"/>
                    </a:cubicBezTo>
                    <a:cubicBezTo>
                      <a:pt x="1233" y="1515"/>
                      <a:pt x="1579" y="1336"/>
                      <a:pt x="1919" y="1293"/>
                    </a:cubicBezTo>
                    <a:cubicBezTo>
                      <a:pt x="2195" y="567"/>
                      <a:pt x="1901" y="153"/>
                      <a:pt x="1175" y="14"/>
                    </a:cubicBezTo>
                    <a:cubicBezTo>
                      <a:pt x="1121" y="5"/>
                      <a:pt x="1066" y="0"/>
                      <a:pt x="101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41"/>
              <p:cNvSpPr/>
              <p:nvPr/>
            </p:nvSpPr>
            <p:spPr>
              <a:xfrm>
                <a:off x="6323375" y="3314875"/>
                <a:ext cx="50125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493" extrusionOk="0">
                    <a:moveTo>
                      <a:pt x="754" y="1"/>
                    </a:moveTo>
                    <a:cubicBezTo>
                      <a:pt x="409" y="1"/>
                      <a:pt x="93" y="129"/>
                      <a:pt x="52" y="542"/>
                    </a:cubicBezTo>
                    <a:cubicBezTo>
                      <a:pt x="0" y="1198"/>
                      <a:pt x="536" y="1371"/>
                      <a:pt x="1106" y="1492"/>
                    </a:cubicBezTo>
                    <a:cubicBezTo>
                      <a:pt x="1504" y="1475"/>
                      <a:pt x="1988" y="1440"/>
                      <a:pt x="1988" y="905"/>
                    </a:cubicBezTo>
                    <a:cubicBezTo>
                      <a:pt x="2005" y="317"/>
                      <a:pt x="1504" y="110"/>
                      <a:pt x="1020" y="23"/>
                    </a:cubicBezTo>
                    <a:cubicBezTo>
                      <a:pt x="932" y="9"/>
                      <a:pt x="842" y="1"/>
                      <a:pt x="7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41"/>
              <p:cNvSpPr/>
              <p:nvPr/>
            </p:nvSpPr>
            <p:spPr>
              <a:xfrm>
                <a:off x="6680225" y="1890750"/>
                <a:ext cx="46075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688" extrusionOk="0">
                    <a:moveTo>
                      <a:pt x="1376" y="1"/>
                    </a:moveTo>
                    <a:cubicBezTo>
                      <a:pt x="1345" y="1"/>
                      <a:pt x="1312" y="4"/>
                      <a:pt x="1280" y="11"/>
                    </a:cubicBezTo>
                    <a:cubicBezTo>
                      <a:pt x="675" y="29"/>
                      <a:pt x="156" y="478"/>
                      <a:pt x="70" y="1083"/>
                    </a:cubicBezTo>
                    <a:cubicBezTo>
                      <a:pt x="1" y="1446"/>
                      <a:pt x="208" y="1670"/>
                      <a:pt x="675" y="1688"/>
                    </a:cubicBezTo>
                    <a:cubicBezTo>
                      <a:pt x="1193" y="1480"/>
                      <a:pt x="1643" y="1135"/>
                      <a:pt x="1781" y="513"/>
                    </a:cubicBezTo>
                    <a:cubicBezTo>
                      <a:pt x="1843" y="250"/>
                      <a:pt x="1642" y="1"/>
                      <a:pt x="13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41"/>
              <p:cNvSpPr/>
              <p:nvPr/>
            </p:nvSpPr>
            <p:spPr>
              <a:xfrm>
                <a:off x="3550975" y="1955400"/>
                <a:ext cx="53600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5047" extrusionOk="0">
                    <a:moveTo>
                      <a:pt x="1297" y="0"/>
                    </a:moveTo>
                    <a:cubicBezTo>
                      <a:pt x="778" y="0"/>
                      <a:pt x="260" y="363"/>
                      <a:pt x="364" y="795"/>
                    </a:cubicBezTo>
                    <a:cubicBezTo>
                      <a:pt x="640" y="1850"/>
                      <a:pt x="122" y="2731"/>
                      <a:pt x="1" y="3491"/>
                    </a:cubicBezTo>
                    <a:cubicBezTo>
                      <a:pt x="70" y="4338"/>
                      <a:pt x="1" y="5047"/>
                      <a:pt x="951" y="5047"/>
                    </a:cubicBezTo>
                    <a:cubicBezTo>
                      <a:pt x="1781" y="5047"/>
                      <a:pt x="1971" y="4476"/>
                      <a:pt x="2040" y="3785"/>
                    </a:cubicBezTo>
                    <a:cubicBezTo>
                      <a:pt x="2144" y="2748"/>
                      <a:pt x="1642" y="1746"/>
                      <a:pt x="1936" y="692"/>
                    </a:cubicBezTo>
                    <a:cubicBezTo>
                      <a:pt x="2023" y="381"/>
                      <a:pt x="1712" y="0"/>
                      <a:pt x="12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41"/>
              <p:cNvSpPr/>
              <p:nvPr/>
            </p:nvSpPr>
            <p:spPr>
              <a:xfrm>
                <a:off x="3910000" y="2161475"/>
                <a:ext cx="93775" cy="45400"/>
              </a:xfrm>
              <a:custGeom>
                <a:avLst/>
                <a:gdLst/>
                <a:ahLst/>
                <a:cxnLst/>
                <a:rect l="l" t="t" r="r" b="b"/>
                <a:pathLst>
                  <a:path w="3751" h="1816" extrusionOk="0">
                    <a:moveTo>
                      <a:pt x="1383" y="1"/>
                    </a:moveTo>
                    <a:cubicBezTo>
                      <a:pt x="778" y="87"/>
                      <a:pt x="1" y="18"/>
                      <a:pt x="122" y="640"/>
                    </a:cubicBezTo>
                    <a:cubicBezTo>
                      <a:pt x="329" y="1625"/>
                      <a:pt x="1297" y="1815"/>
                      <a:pt x="2195" y="1815"/>
                    </a:cubicBezTo>
                    <a:cubicBezTo>
                      <a:pt x="2835" y="1815"/>
                      <a:pt x="3751" y="1712"/>
                      <a:pt x="3613" y="951"/>
                    </a:cubicBezTo>
                    <a:cubicBezTo>
                      <a:pt x="3466" y="240"/>
                      <a:pt x="2970" y="188"/>
                      <a:pt x="2455" y="188"/>
                    </a:cubicBezTo>
                    <a:cubicBezTo>
                      <a:pt x="2366" y="188"/>
                      <a:pt x="2276" y="189"/>
                      <a:pt x="2187" y="189"/>
                    </a:cubicBezTo>
                    <a:cubicBezTo>
                      <a:pt x="1880" y="189"/>
                      <a:pt x="1588" y="170"/>
                      <a:pt x="138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41"/>
              <p:cNvSpPr/>
              <p:nvPr/>
            </p:nvSpPr>
            <p:spPr>
              <a:xfrm>
                <a:off x="4125600" y="2173875"/>
                <a:ext cx="50575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1504" extrusionOk="0">
                    <a:moveTo>
                      <a:pt x="1294" y="1"/>
                    </a:moveTo>
                    <a:cubicBezTo>
                      <a:pt x="1249" y="1"/>
                      <a:pt x="1204" y="3"/>
                      <a:pt x="1158" y="6"/>
                    </a:cubicBezTo>
                    <a:cubicBezTo>
                      <a:pt x="691" y="144"/>
                      <a:pt x="0" y="109"/>
                      <a:pt x="17" y="904"/>
                    </a:cubicBezTo>
                    <a:cubicBezTo>
                      <a:pt x="17" y="1352"/>
                      <a:pt x="364" y="1503"/>
                      <a:pt x="748" y="1503"/>
                    </a:cubicBezTo>
                    <a:cubicBezTo>
                      <a:pt x="809" y="1503"/>
                      <a:pt x="872" y="1499"/>
                      <a:pt x="933" y="1492"/>
                    </a:cubicBezTo>
                    <a:cubicBezTo>
                      <a:pt x="1486" y="1440"/>
                      <a:pt x="2022" y="1233"/>
                      <a:pt x="2022" y="593"/>
                    </a:cubicBezTo>
                    <a:cubicBezTo>
                      <a:pt x="2022" y="156"/>
                      <a:pt x="1711" y="1"/>
                      <a:pt x="12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41"/>
              <p:cNvSpPr/>
              <p:nvPr/>
            </p:nvSpPr>
            <p:spPr>
              <a:xfrm>
                <a:off x="3415775" y="2038325"/>
                <a:ext cx="44925" cy="38175"/>
              </a:xfrm>
              <a:custGeom>
                <a:avLst/>
                <a:gdLst/>
                <a:ahLst/>
                <a:cxnLst/>
                <a:rect l="l" t="t" r="r" b="b"/>
                <a:pathLst>
                  <a:path w="1797" h="1527" extrusionOk="0">
                    <a:moveTo>
                      <a:pt x="812" y="0"/>
                    </a:moveTo>
                    <a:cubicBezTo>
                      <a:pt x="383" y="0"/>
                      <a:pt x="1" y="211"/>
                      <a:pt x="34" y="710"/>
                    </a:cubicBezTo>
                    <a:cubicBezTo>
                      <a:pt x="34" y="1164"/>
                      <a:pt x="400" y="1527"/>
                      <a:pt x="845" y="1527"/>
                    </a:cubicBezTo>
                    <a:cubicBezTo>
                      <a:pt x="874" y="1527"/>
                      <a:pt x="903" y="1525"/>
                      <a:pt x="933" y="1522"/>
                    </a:cubicBezTo>
                    <a:cubicBezTo>
                      <a:pt x="1382" y="1522"/>
                      <a:pt x="1745" y="1315"/>
                      <a:pt x="1797" y="796"/>
                    </a:cubicBezTo>
                    <a:cubicBezTo>
                      <a:pt x="1745" y="226"/>
                      <a:pt x="1330" y="19"/>
                      <a:pt x="864" y="1"/>
                    </a:cubicBezTo>
                    <a:cubicBezTo>
                      <a:pt x="847" y="1"/>
                      <a:pt x="829" y="0"/>
                      <a:pt x="8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73" name="Google Shape;1873;p41"/>
          <p:cNvSpPr txBox="1"/>
          <p:nvPr/>
        </p:nvSpPr>
        <p:spPr>
          <a:xfrm flipH="1">
            <a:off x="5504619" y="1815397"/>
            <a:ext cx="207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rPr>
              <a:t>MÁLAGA</a:t>
            </a:r>
            <a:endParaRPr sz="2200" dirty="0">
              <a:solidFill>
                <a:schemeClr val="dk1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875" name="Google Shape;1875;p41"/>
          <p:cNvSpPr txBox="1"/>
          <p:nvPr/>
        </p:nvSpPr>
        <p:spPr>
          <a:xfrm flipH="1">
            <a:off x="5219763" y="919461"/>
            <a:ext cx="230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2"/>
                </a:solidFill>
                <a:latin typeface="Shrikhand"/>
                <a:ea typeface="Shrikhand"/>
                <a:cs typeface="Shrikhand"/>
                <a:sym typeface="Shrikhand"/>
              </a:rPr>
              <a:t>MADRID</a:t>
            </a:r>
            <a:endParaRPr sz="2200" dirty="0">
              <a:solidFill>
                <a:schemeClr val="accen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877" name="Google Shape;1877;p41"/>
          <p:cNvSpPr txBox="1"/>
          <p:nvPr/>
        </p:nvSpPr>
        <p:spPr>
          <a:xfrm flipH="1">
            <a:off x="5534488" y="2575224"/>
            <a:ext cx="2102493" cy="577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3"/>
                </a:solidFill>
                <a:latin typeface="Shrikhand"/>
                <a:ea typeface="Shrikhand"/>
                <a:cs typeface="Shrikhand"/>
                <a:sym typeface="Shrikhand"/>
              </a:rPr>
              <a:t>EUSKADI</a:t>
            </a:r>
            <a:endParaRPr sz="2200" dirty="0">
              <a:solidFill>
                <a:schemeClr val="accent3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882" name="Google Shape;1882;p41"/>
          <p:cNvSpPr/>
          <p:nvPr/>
        </p:nvSpPr>
        <p:spPr>
          <a:xfrm flipH="1">
            <a:off x="7645975" y="1702647"/>
            <a:ext cx="764700" cy="564600"/>
          </a:xfrm>
          <a:prstGeom prst="plaque">
            <a:avLst>
              <a:gd name="adj" fmla="val 13620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rPr>
              <a:t>1</a:t>
            </a:r>
            <a:endParaRPr sz="2200" dirty="0">
              <a:solidFill>
                <a:schemeClr val="dk1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883" name="Google Shape;1883;p41"/>
          <p:cNvSpPr/>
          <p:nvPr/>
        </p:nvSpPr>
        <p:spPr>
          <a:xfrm flipH="1">
            <a:off x="7645975" y="2607438"/>
            <a:ext cx="764700" cy="564600"/>
          </a:xfrm>
          <a:prstGeom prst="plaque">
            <a:avLst>
              <a:gd name="adj" fmla="val 13620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3"/>
                </a:solidFill>
                <a:latin typeface="Shrikhand"/>
                <a:ea typeface="Shrikhand"/>
                <a:cs typeface="Shrikhand"/>
                <a:sym typeface="Shrikhand"/>
              </a:rPr>
              <a:t>0 </a:t>
            </a:r>
            <a:endParaRPr sz="2200" dirty="0">
              <a:solidFill>
                <a:schemeClr val="accent3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885" name="Google Shape;1885;p41"/>
          <p:cNvSpPr/>
          <p:nvPr/>
        </p:nvSpPr>
        <p:spPr>
          <a:xfrm flipH="1">
            <a:off x="2811607" y="2209125"/>
            <a:ext cx="126043" cy="185481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9" name="Google Shape;1889;p41"/>
          <p:cNvSpPr txBox="1">
            <a:spLocks noGrp="1"/>
          </p:cNvSpPr>
          <p:nvPr>
            <p:ph type="title"/>
          </p:nvPr>
        </p:nvSpPr>
        <p:spPr>
          <a:xfrm>
            <a:off x="462547" y="343713"/>
            <a:ext cx="7704000" cy="619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100% ESPAÑA</a:t>
            </a:r>
            <a:endParaRPr dirty="0"/>
          </a:p>
        </p:txBody>
      </p:sp>
      <p:sp>
        <p:nvSpPr>
          <p:cNvPr id="1890" name="Google Shape;1890;p41"/>
          <p:cNvSpPr/>
          <p:nvPr/>
        </p:nvSpPr>
        <p:spPr>
          <a:xfrm>
            <a:off x="7106575" y="-292550"/>
            <a:ext cx="2838450" cy="1466850"/>
          </a:xfrm>
          <a:custGeom>
            <a:avLst/>
            <a:gdLst/>
            <a:ahLst/>
            <a:cxnLst/>
            <a:rect l="l" t="t" r="r" b="b"/>
            <a:pathLst>
              <a:path w="113538" h="58674" extrusionOk="0">
                <a:moveTo>
                  <a:pt x="0" y="0"/>
                </a:moveTo>
                <a:cubicBezTo>
                  <a:pt x="0" y="16884"/>
                  <a:pt x="18680" y="34101"/>
                  <a:pt x="35433" y="36195"/>
                </a:cubicBezTo>
                <a:cubicBezTo>
                  <a:pt x="52966" y="38387"/>
                  <a:pt x="71115" y="30207"/>
                  <a:pt x="88392" y="33909"/>
                </a:cubicBezTo>
                <a:cubicBezTo>
                  <a:pt x="94668" y="35254"/>
                  <a:pt x="101243" y="37901"/>
                  <a:pt x="105537" y="42672"/>
                </a:cubicBezTo>
                <a:cubicBezTo>
                  <a:pt x="109526" y="47105"/>
                  <a:pt x="110871" y="53340"/>
                  <a:pt x="113538" y="58674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s-ES"/>
          </a:p>
        </p:txBody>
      </p:sp>
      <p:grpSp>
        <p:nvGrpSpPr>
          <p:cNvPr id="1891" name="Google Shape;1891;p41"/>
          <p:cNvGrpSpPr/>
          <p:nvPr/>
        </p:nvGrpSpPr>
        <p:grpSpPr>
          <a:xfrm rot="-781432">
            <a:off x="407469" y="376113"/>
            <a:ext cx="1060624" cy="676554"/>
            <a:chOff x="2407625" y="3052725"/>
            <a:chExt cx="1165378" cy="743375"/>
          </a:xfrm>
        </p:grpSpPr>
        <p:sp>
          <p:nvSpPr>
            <p:cNvPr id="1892" name="Google Shape;1892;p41"/>
            <p:cNvSpPr/>
            <p:nvPr/>
          </p:nvSpPr>
          <p:spPr>
            <a:xfrm>
              <a:off x="2421395" y="3064366"/>
              <a:ext cx="1137825" cy="720074"/>
            </a:xfrm>
            <a:custGeom>
              <a:avLst/>
              <a:gdLst/>
              <a:ahLst/>
              <a:cxnLst/>
              <a:rect l="l" t="t" r="r" b="b"/>
              <a:pathLst>
                <a:path w="33180" h="20998" extrusionOk="0">
                  <a:moveTo>
                    <a:pt x="22274" y="0"/>
                  </a:moveTo>
                  <a:cubicBezTo>
                    <a:pt x="21759" y="0"/>
                    <a:pt x="21254" y="92"/>
                    <a:pt x="20742" y="240"/>
                  </a:cubicBezTo>
                  <a:cubicBezTo>
                    <a:pt x="20646" y="334"/>
                    <a:pt x="20497" y="319"/>
                    <a:pt x="20396" y="404"/>
                  </a:cubicBezTo>
                  <a:cubicBezTo>
                    <a:pt x="20302" y="469"/>
                    <a:pt x="20164" y="451"/>
                    <a:pt x="20100" y="568"/>
                  </a:cubicBezTo>
                  <a:cubicBezTo>
                    <a:pt x="19864" y="671"/>
                    <a:pt x="19638" y="793"/>
                    <a:pt x="19438" y="958"/>
                  </a:cubicBezTo>
                  <a:cubicBezTo>
                    <a:pt x="19231" y="1027"/>
                    <a:pt x="19061" y="1156"/>
                    <a:pt x="18899" y="1296"/>
                  </a:cubicBezTo>
                  <a:cubicBezTo>
                    <a:pt x="18339" y="1695"/>
                    <a:pt x="17730" y="2005"/>
                    <a:pt x="17094" y="2260"/>
                  </a:cubicBezTo>
                  <a:cubicBezTo>
                    <a:pt x="16960" y="2267"/>
                    <a:pt x="16826" y="2274"/>
                    <a:pt x="16693" y="2274"/>
                  </a:cubicBezTo>
                  <a:cubicBezTo>
                    <a:pt x="16368" y="2274"/>
                    <a:pt x="16052" y="2231"/>
                    <a:pt x="15765" y="2026"/>
                  </a:cubicBezTo>
                  <a:cubicBezTo>
                    <a:pt x="15696" y="1985"/>
                    <a:pt x="15627" y="1945"/>
                    <a:pt x="15559" y="1904"/>
                  </a:cubicBezTo>
                  <a:cubicBezTo>
                    <a:pt x="15427" y="1817"/>
                    <a:pt x="15295" y="1730"/>
                    <a:pt x="15164" y="1643"/>
                  </a:cubicBezTo>
                  <a:cubicBezTo>
                    <a:pt x="15152" y="1605"/>
                    <a:pt x="15132" y="1575"/>
                    <a:pt x="15090" y="1566"/>
                  </a:cubicBezTo>
                  <a:cubicBezTo>
                    <a:pt x="14889" y="1322"/>
                    <a:pt x="14593" y="1197"/>
                    <a:pt x="14364" y="987"/>
                  </a:cubicBezTo>
                  <a:cubicBezTo>
                    <a:pt x="14256" y="887"/>
                    <a:pt x="14151" y="781"/>
                    <a:pt x="13995" y="756"/>
                  </a:cubicBezTo>
                  <a:cubicBezTo>
                    <a:pt x="13831" y="635"/>
                    <a:pt x="13669" y="510"/>
                    <a:pt x="13452" y="500"/>
                  </a:cubicBezTo>
                  <a:cubicBezTo>
                    <a:pt x="13226" y="376"/>
                    <a:pt x="13002" y="244"/>
                    <a:pt x="12739" y="215"/>
                  </a:cubicBezTo>
                  <a:cubicBezTo>
                    <a:pt x="12469" y="135"/>
                    <a:pt x="12199" y="101"/>
                    <a:pt x="11928" y="101"/>
                  </a:cubicBezTo>
                  <a:cubicBezTo>
                    <a:pt x="11702" y="101"/>
                    <a:pt x="11475" y="125"/>
                    <a:pt x="11244" y="165"/>
                  </a:cubicBezTo>
                  <a:cubicBezTo>
                    <a:pt x="10806" y="242"/>
                    <a:pt x="10400" y="371"/>
                    <a:pt x="10018" y="589"/>
                  </a:cubicBezTo>
                  <a:cubicBezTo>
                    <a:pt x="9572" y="805"/>
                    <a:pt x="9162" y="1074"/>
                    <a:pt x="8815" y="1431"/>
                  </a:cubicBezTo>
                  <a:cubicBezTo>
                    <a:pt x="8743" y="1535"/>
                    <a:pt x="8671" y="1635"/>
                    <a:pt x="8571" y="1722"/>
                  </a:cubicBezTo>
                  <a:cubicBezTo>
                    <a:pt x="8492" y="1792"/>
                    <a:pt x="8380" y="1856"/>
                    <a:pt x="8359" y="1983"/>
                  </a:cubicBezTo>
                  <a:cubicBezTo>
                    <a:pt x="8345" y="1990"/>
                    <a:pt x="8330" y="1998"/>
                    <a:pt x="8317" y="2006"/>
                  </a:cubicBezTo>
                  <a:cubicBezTo>
                    <a:pt x="7900" y="2224"/>
                    <a:pt x="7609" y="2581"/>
                    <a:pt x="7316" y="2931"/>
                  </a:cubicBezTo>
                  <a:cubicBezTo>
                    <a:pt x="7165" y="3112"/>
                    <a:pt x="7007" y="3282"/>
                    <a:pt x="6827" y="3434"/>
                  </a:cubicBezTo>
                  <a:cubicBezTo>
                    <a:pt x="6633" y="3600"/>
                    <a:pt x="6421" y="3749"/>
                    <a:pt x="6255" y="3946"/>
                  </a:cubicBezTo>
                  <a:cubicBezTo>
                    <a:pt x="6229" y="3962"/>
                    <a:pt x="6200" y="3976"/>
                    <a:pt x="6178" y="3997"/>
                  </a:cubicBezTo>
                  <a:cubicBezTo>
                    <a:pt x="5873" y="4273"/>
                    <a:pt x="5583" y="4566"/>
                    <a:pt x="5265" y="4824"/>
                  </a:cubicBezTo>
                  <a:cubicBezTo>
                    <a:pt x="4790" y="5208"/>
                    <a:pt x="4296" y="5569"/>
                    <a:pt x="3811" y="5939"/>
                  </a:cubicBezTo>
                  <a:cubicBezTo>
                    <a:pt x="3628" y="6085"/>
                    <a:pt x="3442" y="6224"/>
                    <a:pt x="3241" y="6345"/>
                  </a:cubicBezTo>
                  <a:cubicBezTo>
                    <a:pt x="2898" y="6553"/>
                    <a:pt x="2566" y="6779"/>
                    <a:pt x="2228" y="6997"/>
                  </a:cubicBezTo>
                  <a:cubicBezTo>
                    <a:pt x="2143" y="7030"/>
                    <a:pt x="2056" y="7063"/>
                    <a:pt x="1971" y="7096"/>
                  </a:cubicBezTo>
                  <a:cubicBezTo>
                    <a:pt x="1956" y="7131"/>
                    <a:pt x="1906" y="7133"/>
                    <a:pt x="1895" y="7172"/>
                  </a:cubicBezTo>
                  <a:cubicBezTo>
                    <a:pt x="1894" y="7168"/>
                    <a:pt x="1892" y="7165"/>
                    <a:pt x="1890" y="7161"/>
                  </a:cubicBezTo>
                  <a:cubicBezTo>
                    <a:pt x="1841" y="7163"/>
                    <a:pt x="1796" y="7177"/>
                    <a:pt x="1760" y="7213"/>
                  </a:cubicBezTo>
                  <a:cubicBezTo>
                    <a:pt x="1456" y="7330"/>
                    <a:pt x="1181" y="7504"/>
                    <a:pt x="846" y="7568"/>
                  </a:cubicBezTo>
                  <a:cubicBezTo>
                    <a:pt x="600" y="7614"/>
                    <a:pt x="347" y="7756"/>
                    <a:pt x="164" y="7955"/>
                  </a:cubicBezTo>
                  <a:cubicBezTo>
                    <a:pt x="47" y="8084"/>
                    <a:pt x="115" y="8267"/>
                    <a:pt x="103" y="8426"/>
                  </a:cubicBezTo>
                  <a:cubicBezTo>
                    <a:pt x="109" y="8458"/>
                    <a:pt x="115" y="8489"/>
                    <a:pt x="121" y="8521"/>
                  </a:cubicBezTo>
                  <a:cubicBezTo>
                    <a:pt x="0" y="8955"/>
                    <a:pt x="124" y="9370"/>
                    <a:pt x="217" y="9787"/>
                  </a:cubicBezTo>
                  <a:cubicBezTo>
                    <a:pt x="201" y="9871"/>
                    <a:pt x="284" y="9937"/>
                    <a:pt x="259" y="10024"/>
                  </a:cubicBezTo>
                  <a:lnTo>
                    <a:pt x="317" y="10203"/>
                  </a:lnTo>
                  <a:cubicBezTo>
                    <a:pt x="330" y="10351"/>
                    <a:pt x="408" y="10480"/>
                    <a:pt x="448" y="10619"/>
                  </a:cubicBezTo>
                  <a:cubicBezTo>
                    <a:pt x="451" y="10626"/>
                    <a:pt x="453" y="10631"/>
                    <a:pt x="455" y="10637"/>
                  </a:cubicBezTo>
                  <a:cubicBezTo>
                    <a:pt x="445" y="10639"/>
                    <a:pt x="441" y="10648"/>
                    <a:pt x="441" y="10663"/>
                  </a:cubicBezTo>
                  <a:lnTo>
                    <a:pt x="741" y="11495"/>
                  </a:lnTo>
                  <a:cubicBezTo>
                    <a:pt x="810" y="11550"/>
                    <a:pt x="794" y="11652"/>
                    <a:pt x="857" y="11710"/>
                  </a:cubicBezTo>
                  <a:cubicBezTo>
                    <a:pt x="881" y="11767"/>
                    <a:pt x="906" y="11824"/>
                    <a:pt x="929" y="11882"/>
                  </a:cubicBezTo>
                  <a:cubicBezTo>
                    <a:pt x="1002" y="11934"/>
                    <a:pt x="980" y="12040"/>
                    <a:pt x="1049" y="12094"/>
                  </a:cubicBezTo>
                  <a:cubicBezTo>
                    <a:pt x="1077" y="12136"/>
                    <a:pt x="1086" y="12195"/>
                    <a:pt x="1147" y="12210"/>
                  </a:cubicBezTo>
                  <a:cubicBezTo>
                    <a:pt x="1142" y="12263"/>
                    <a:pt x="1116" y="12323"/>
                    <a:pt x="1161" y="12368"/>
                  </a:cubicBezTo>
                  <a:cubicBezTo>
                    <a:pt x="1313" y="12514"/>
                    <a:pt x="1359" y="12729"/>
                    <a:pt x="1503" y="12879"/>
                  </a:cubicBezTo>
                  <a:cubicBezTo>
                    <a:pt x="1714" y="13257"/>
                    <a:pt x="1994" y="13584"/>
                    <a:pt x="2271" y="13914"/>
                  </a:cubicBezTo>
                  <a:cubicBezTo>
                    <a:pt x="2772" y="14640"/>
                    <a:pt x="3390" y="15265"/>
                    <a:pt x="3993" y="15902"/>
                  </a:cubicBezTo>
                  <a:cubicBezTo>
                    <a:pt x="4146" y="16093"/>
                    <a:pt x="4363" y="16205"/>
                    <a:pt x="4546" y="16358"/>
                  </a:cubicBezTo>
                  <a:lnTo>
                    <a:pt x="4548" y="16357"/>
                  </a:lnTo>
                  <a:lnTo>
                    <a:pt x="4548" y="16357"/>
                  </a:lnTo>
                  <a:cubicBezTo>
                    <a:pt x="4547" y="16357"/>
                    <a:pt x="4547" y="16358"/>
                    <a:pt x="4546" y="16358"/>
                  </a:cubicBezTo>
                  <a:cubicBezTo>
                    <a:pt x="4772" y="16614"/>
                    <a:pt x="5060" y="16801"/>
                    <a:pt x="5303" y="17035"/>
                  </a:cubicBezTo>
                  <a:cubicBezTo>
                    <a:pt x="5987" y="17698"/>
                    <a:pt x="6734" y="18276"/>
                    <a:pt x="7571" y="18734"/>
                  </a:cubicBezTo>
                  <a:cubicBezTo>
                    <a:pt x="8050" y="18995"/>
                    <a:pt x="8488" y="19321"/>
                    <a:pt x="8990" y="19552"/>
                  </a:cubicBezTo>
                  <a:cubicBezTo>
                    <a:pt x="9445" y="19762"/>
                    <a:pt x="9876" y="20018"/>
                    <a:pt x="10372" y="20127"/>
                  </a:cubicBezTo>
                  <a:cubicBezTo>
                    <a:pt x="10901" y="20328"/>
                    <a:pt x="11450" y="20458"/>
                    <a:pt x="11997" y="20598"/>
                  </a:cubicBezTo>
                  <a:cubicBezTo>
                    <a:pt x="12331" y="20674"/>
                    <a:pt x="12662" y="20772"/>
                    <a:pt x="13000" y="20821"/>
                  </a:cubicBezTo>
                  <a:cubicBezTo>
                    <a:pt x="13616" y="20914"/>
                    <a:pt x="14239" y="20934"/>
                    <a:pt x="14861" y="20964"/>
                  </a:cubicBezTo>
                  <a:cubicBezTo>
                    <a:pt x="15209" y="20981"/>
                    <a:pt x="15559" y="20998"/>
                    <a:pt x="15908" y="20998"/>
                  </a:cubicBezTo>
                  <a:cubicBezTo>
                    <a:pt x="16172" y="20998"/>
                    <a:pt x="16435" y="20988"/>
                    <a:pt x="16699" y="20961"/>
                  </a:cubicBezTo>
                  <a:cubicBezTo>
                    <a:pt x="16810" y="20980"/>
                    <a:pt x="16921" y="20987"/>
                    <a:pt x="17032" y="20987"/>
                  </a:cubicBezTo>
                  <a:cubicBezTo>
                    <a:pt x="17205" y="20987"/>
                    <a:pt x="17377" y="20970"/>
                    <a:pt x="17550" y="20960"/>
                  </a:cubicBezTo>
                  <a:cubicBezTo>
                    <a:pt x="17614" y="20953"/>
                    <a:pt x="17678" y="20946"/>
                    <a:pt x="17743" y="20940"/>
                  </a:cubicBezTo>
                  <a:cubicBezTo>
                    <a:pt x="17758" y="20934"/>
                    <a:pt x="17773" y="20929"/>
                    <a:pt x="17788" y="20923"/>
                  </a:cubicBezTo>
                  <a:cubicBezTo>
                    <a:pt x="17898" y="20938"/>
                    <a:pt x="18008" y="20944"/>
                    <a:pt x="18118" y="20944"/>
                  </a:cubicBezTo>
                  <a:cubicBezTo>
                    <a:pt x="18434" y="20944"/>
                    <a:pt x="18745" y="20891"/>
                    <a:pt x="19057" y="20826"/>
                  </a:cubicBezTo>
                  <a:cubicBezTo>
                    <a:pt x="19069" y="20829"/>
                    <a:pt x="19080" y="20831"/>
                    <a:pt x="19091" y="20831"/>
                  </a:cubicBezTo>
                  <a:cubicBezTo>
                    <a:pt x="19151" y="20831"/>
                    <a:pt x="19205" y="20783"/>
                    <a:pt x="19266" y="20783"/>
                  </a:cubicBezTo>
                  <a:cubicBezTo>
                    <a:pt x="19276" y="20783"/>
                    <a:pt x="19287" y="20785"/>
                    <a:pt x="19298" y="20788"/>
                  </a:cubicBezTo>
                  <a:lnTo>
                    <a:pt x="19318" y="20779"/>
                  </a:lnTo>
                  <a:lnTo>
                    <a:pt x="19340" y="20775"/>
                  </a:lnTo>
                  <a:cubicBezTo>
                    <a:pt x="19352" y="20778"/>
                    <a:pt x="19363" y="20780"/>
                    <a:pt x="19373" y="20780"/>
                  </a:cubicBezTo>
                  <a:cubicBezTo>
                    <a:pt x="19420" y="20780"/>
                    <a:pt x="19461" y="20751"/>
                    <a:pt x="19505" y="20737"/>
                  </a:cubicBezTo>
                  <a:cubicBezTo>
                    <a:pt x="19519" y="20726"/>
                    <a:pt x="19533" y="20716"/>
                    <a:pt x="19546" y="20704"/>
                  </a:cubicBezTo>
                  <a:cubicBezTo>
                    <a:pt x="19548" y="20704"/>
                    <a:pt x="19549" y="20703"/>
                    <a:pt x="19552" y="20702"/>
                  </a:cubicBezTo>
                  <a:cubicBezTo>
                    <a:pt x="19552" y="20705"/>
                    <a:pt x="19552" y="20707"/>
                    <a:pt x="19553" y="20711"/>
                  </a:cubicBezTo>
                  <a:cubicBezTo>
                    <a:pt x="19555" y="20723"/>
                    <a:pt x="19564" y="20732"/>
                    <a:pt x="19582" y="20736"/>
                  </a:cubicBezTo>
                  <a:cubicBezTo>
                    <a:pt x="19640" y="20717"/>
                    <a:pt x="19699" y="20697"/>
                    <a:pt x="19758" y="20678"/>
                  </a:cubicBezTo>
                  <a:cubicBezTo>
                    <a:pt x="19760" y="20678"/>
                    <a:pt x="19763" y="20678"/>
                    <a:pt x="19766" y="20678"/>
                  </a:cubicBezTo>
                  <a:cubicBezTo>
                    <a:pt x="19908" y="20678"/>
                    <a:pt x="20021" y="20571"/>
                    <a:pt x="20163" y="20571"/>
                  </a:cubicBezTo>
                  <a:cubicBezTo>
                    <a:pt x="20167" y="20571"/>
                    <a:pt x="20172" y="20571"/>
                    <a:pt x="20177" y="20571"/>
                  </a:cubicBezTo>
                  <a:cubicBezTo>
                    <a:pt x="20624" y="20450"/>
                    <a:pt x="21099" y="20482"/>
                    <a:pt x="21543" y="20337"/>
                  </a:cubicBezTo>
                  <a:cubicBezTo>
                    <a:pt x="21553" y="20339"/>
                    <a:pt x="21562" y="20340"/>
                    <a:pt x="21571" y="20340"/>
                  </a:cubicBezTo>
                  <a:cubicBezTo>
                    <a:pt x="21594" y="20340"/>
                    <a:pt x="21612" y="20331"/>
                    <a:pt x="21623" y="20307"/>
                  </a:cubicBezTo>
                  <a:cubicBezTo>
                    <a:pt x="21629" y="20306"/>
                    <a:pt x="21635" y="20306"/>
                    <a:pt x="21641" y="20306"/>
                  </a:cubicBezTo>
                  <a:cubicBezTo>
                    <a:pt x="21652" y="20306"/>
                    <a:pt x="21663" y="20307"/>
                    <a:pt x="21673" y="20310"/>
                  </a:cubicBezTo>
                  <a:cubicBezTo>
                    <a:pt x="21782" y="20283"/>
                    <a:pt x="21878" y="20214"/>
                    <a:pt x="21994" y="20214"/>
                  </a:cubicBezTo>
                  <a:cubicBezTo>
                    <a:pt x="21999" y="20214"/>
                    <a:pt x="22003" y="20214"/>
                    <a:pt x="22007" y="20214"/>
                  </a:cubicBezTo>
                  <a:cubicBezTo>
                    <a:pt x="22180" y="20151"/>
                    <a:pt x="22354" y="20089"/>
                    <a:pt x="22528" y="20027"/>
                  </a:cubicBezTo>
                  <a:cubicBezTo>
                    <a:pt x="22713" y="19894"/>
                    <a:pt x="22955" y="19891"/>
                    <a:pt x="23141" y="19759"/>
                  </a:cubicBezTo>
                  <a:cubicBezTo>
                    <a:pt x="23183" y="19742"/>
                    <a:pt x="23226" y="19727"/>
                    <a:pt x="23268" y="19710"/>
                  </a:cubicBezTo>
                  <a:cubicBezTo>
                    <a:pt x="23349" y="19621"/>
                    <a:pt x="23486" y="19642"/>
                    <a:pt x="23569" y="19558"/>
                  </a:cubicBezTo>
                  <a:cubicBezTo>
                    <a:pt x="23681" y="19499"/>
                    <a:pt x="23792" y="19440"/>
                    <a:pt x="23903" y="19380"/>
                  </a:cubicBezTo>
                  <a:cubicBezTo>
                    <a:pt x="23984" y="19291"/>
                    <a:pt x="24122" y="19314"/>
                    <a:pt x="24204" y="19228"/>
                  </a:cubicBezTo>
                  <a:cubicBezTo>
                    <a:pt x="24329" y="19164"/>
                    <a:pt x="24455" y="19099"/>
                    <a:pt x="24581" y="19036"/>
                  </a:cubicBezTo>
                  <a:cubicBezTo>
                    <a:pt x="24587" y="19034"/>
                    <a:pt x="24593" y="19029"/>
                    <a:pt x="24596" y="19020"/>
                  </a:cubicBezTo>
                  <a:cubicBezTo>
                    <a:pt x="24598" y="19014"/>
                    <a:pt x="24597" y="19010"/>
                    <a:pt x="24593" y="19005"/>
                  </a:cubicBezTo>
                  <a:cubicBezTo>
                    <a:pt x="24601" y="19003"/>
                    <a:pt x="24611" y="19001"/>
                    <a:pt x="24620" y="18999"/>
                  </a:cubicBezTo>
                  <a:cubicBezTo>
                    <a:pt x="24692" y="18963"/>
                    <a:pt x="24781" y="18963"/>
                    <a:pt x="24839" y="18897"/>
                  </a:cubicBezTo>
                  <a:cubicBezTo>
                    <a:pt x="24880" y="18880"/>
                    <a:pt x="24922" y="18865"/>
                    <a:pt x="24964" y="18848"/>
                  </a:cubicBezTo>
                  <a:cubicBezTo>
                    <a:pt x="25016" y="18774"/>
                    <a:pt x="25128" y="18799"/>
                    <a:pt x="25179" y="18723"/>
                  </a:cubicBezTo>
                  <a:cubicBezTo>
                    <a:pt x="25274" y="18671"/>
                    <a:pt x="25371" y="18619"/>
                    <a:pt x="25466" y="18567"/>
                  </a:cubicBezTo>
                  <a:cubicBezTo>
                    <a:pt x="25519" y="18493"/>
                    <a:pt x="25628" y="18518"/>
                    <a:pt x="25680" y="18443"/>
                  </a:cubicBezTo>
                  <a:cubicBezTo>
                    <a:pt x="25755" y="18414"/>
                    <a:pt x="25830" y="18386"/>
                    <a:pt x="25881" y="18318"/>
                  </a:cubicBezTo>
                  <a:cubicBezTo>
                    <a:pt x="25932" y="18244"/>
                    <a:pt x="26039" y="18268"/>
                    <a:pt x="26092" y="18196"/>
                  </a:cubicBezTo>
                  <a:lnTo>
                    <a:pt x="26364" y="17993"/>
                  </a:lnTo>
                  <a:cubicBezTo>
                    <a:pt x="26504" y="17925"/>
                    <a:pt x="26621" y="17829"/>
                    <a:pt x="26728" y="17719"/>
                  </a:cubicBezTo>
                  <a:cubicBezTo>
                    <a:pt x="26768" y="17698"/>
                    <a:pt x="26808" y="17677"/>
                    <a:pt x="26849" y="17655"/>
                  </a:cubicBezTo>
                  <a:cubicBezTo>
                    <a:pt x="27004" y="17616"/>
                    <a:pt x="27083" y="17476"/>
                    <a:pt x="27202" y="17390"/>
                  </a:cubicBezTo>
                  <a:cubicBezTo>
                    <a:pt x="27517" y="17247"/>
                    <a:pt x="27734" y="16954"/>
                    <a:pt x="28061" y="16826"/>
                  </a:cubicBezTo>
                  <a:cubicBezTo>
                    <a:pt x="28304" y="16613"/>
                    <a:pt x="28573" y="16428"/>
                    <a:pt x="28780" y="16172"/>
                  </a:cubicBezTo>
                  <a:cubicBezTo>
                    <a:pt x="28795" y="16167"/>
                    <a:pt x="28808" y="16159"/>
                    <a:pt x="28821" y="16149"/>
                  </a:cubicBezTo>
                  <a:cubicBezTo>
                    <a:pt x="28909" y="16060"/>
                    <a:pt x="29006" y="15980"/>
                    <a:pt x="29067" y="15867"/>
                  </a:cubicBezTo>
                  <a:cubicBezTo>
                    <a:pt x="29165" y="15795"/>
                    <a:pt x="29274" y="15734"/>
                    <a:pt x="29334" y="15621"/>
                  </a:cubicBezTo>
                  <a:cubicBezTo>
                    <a:pt x="29827" y="15219"/>
                    <a:pt x="30231" y="14739"/>
                    <a:pt x="30588" y="14218"/>
                  </a:cubicBezTo>
                  <a:cubicBezTo>
                    <a:pt x="30717" y="14102"/>
                    <a:pt x="30816" y="13963"/>
                    <a:pt x="30892" y="13808"/>
                  </a:cubicBezTo>
                  <a:cubicBezTo>
                    <a:pt x="31145" y="13468"/>
                    <a:pt x="31477" y="13190"/>
                    <a:pt x="31687" y="12816"/>
                  </a:cubicBezTo>
                  <a:cubicBezTo>
                    <a:pt x="31815" y="12726"/>
                    <a:pt x="31882" y="12591"/>
                    <a:pt x="31961" y="12465"/>
                  </a:cubicBezTo>
                  <a:cubicBezTo>
                    <a:pt x="32201" y="12113"/>
                    <a:pt x="32462" y="11773"/>
                    <a:pt x="32626" y="11374"/>
                  </a:cubicBezTo>
                  <a:cubicBezTo>
                    <a:pt x="32645" y="11334"/>
                    <a:pt x="32665" y="11294"/>
                    <a:pt x="32683" y="11254"/>
                  </a:cubicBezTo>
                  <a:cubicBezTo>
                    <a:pt x="32715" y="11208"/>
                    <a:pt x="32746" y="11162"/>
                    <a:pt x="32779" y="11116"/>
                  </a:cubicBezTo>
                  <a:cubicBezTo>
                    <a:pt x="32900" y="10872"/>
                    <a:pt x="33022" y="10629"/>
                    <a:pt x="33145" y="10385"/>
                  </a:cubicBezTo>
                  <a:lnTo>
                    <a:pt x="33146" y="10385"/>
                  </a:lnTo>
                  <a:cubicBezTo>
                    <a:pt x="33175" y="10329"/>
                    <a:pt x="33179" y="10281"/>
                    <a:pt x="33121" y="10245"/>
                  </a:cubicBezTo>
                  <a:cubicBezTo>
                    <a:pt x="33018" y="10179"/>
                    <a:pt x="32940" y="10070"/>
                    <a:pt x="32808" y="10050"/>
                  </a:cubicBezTo>
                  <a:cubicBezTo>
                    <a:pt x="32663" y="9885"/>
                    <a:pt x="32520" y="9720"/>
                    <a:pt x="32375" y="9554"/>
                  </a:cubicBezTo>
                  <a:cubicBezTo>
                    <a:pt x="32279" y="9456"/>
                    <a:pt x="32184" y="9358"/>
                    <a:pt x="32089" y="9260"/>
                  </a:cubicBezTo>
                  <a:cubicBezTo>
                    <a:pt x="32080" y="9245"/>
                    <a:pt x="32069" y="9230"/>
                    <a:pt x="32051" y="9221"/>
                  </a:cubicBezTo>
                  <a:cubicBezTo>
                    <a:pt x="31990" y="9026"/>
                    <a:pt x="31843" y="8889"/>
                    <a:pt x="31719" y="8738"/>
                  </a:cubicBezTo>
                  <a:cubicBezTo>
                    <a:pt x="31692" y="8600"/>
                    <a:pt x="31556" y="8533"/>
                    <a:pt x="31509" y="8409"/>
                  </a:cubicBezTo>
                  <a:lnTo>
                    <a:pt x="31489" y="8399"/>
                  </a:lnTo>
                  <a:lnTo>
                    <a:pt x="31475" y="8410"/>
                  </a:lnTo>
                  <a:cubicBezTo>
                    <a:pt x="31476" y="8399"/>
                    <a:pt x="31475" y="8388"/>
                    <a:pt x="31470" y="8377"/>
                  </a:cubicBezTo>
                  <a:cubicBezTo>
                    <a:pt x="31445" y="8319"/>
                    <a:pt x="31442" y="8252"/>
                    <a:pt x="31392" y="8205"/>
                  </a:cubicBezTo>
                  <a:cubicBezTo>
                    <a:pt x="31364" y="8180"/>
                    <a:pt x="31337" y="8154"/>
                    <a:pt x="31309" y="8129"/>
                  </a:cubicBezTo>
                  <a:cubicBezTo>
                    <a:pt x="31285" y="8071"/>
                    <a:pt x="31261" y="8013"/>
                    <a:pt x="31237" y="7955"/>
                  </a:cubicBezTo>
                  <a:cubicBezTo>
                    <a:pt x="31091" y="7687"/>
                    <a:pt x="30960" y="7410"/>
                    <a:pt x="30763" y="7172"/>
                  </a:cubicBezTo>
                  <a:cubicBezTo>
                    <a:pt x="30502" y="6782"/>
                    <a:pt x="30242" y="6393"/>
                    <a:pt x="29981" y="6002"/>
                  </a:cubicBezTo>
                  <a:cubicBezTo>
                    <a:pt x="29906" y="5752"/>
                    <a:pt x="29760" y="5535"/>
                    <a:pt x="29612" y="5329"/>
                  </a:cubicBezTo>
                  <a:cubicBezTo>
                    <a:pt x="29311" y="4907"/>
                    <a:pt x="28947" y="4528"/>
                    <a:pt x="28664" y="4095"/>
                  </a:cubicBezTo>
                  <a:cubicBezTo>
                    <a:pt x="28307" y="3551"/>
                    <a:pt x="27861" y="3086"/>
                    <a:pt x="27434" y="2604"/>
                  </a:cubicBezTo>
                  <a:cubicBezTo>
                    <a:pt x="27087" y="2213"/>
                    <a:pt x="26659" y="1902"/>
                    <a:pt x="26232" y="1597"/>
                  </a:cubicBezTo>
                  <a:cubicBezTo>
                    <a:pt x="25350" y="969"/>
                    <a:pt x="24433" y="434"/>
                    <a:pt x="23365" y="145"/>
                  </a:cubicBezTo>
                  <a:cubicBezTo>
                    <a:pt x="22994" y="45"/>
                    <a:pt x="22632" y="0"/>
                    <a:pt x="22274" y="0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93" name="Google Shape;1893;p41"/>
            <p:cNvPicPr preferRelativeResize="0"/>
            <p:nvPr/>
          </p:nvPicPr>
          <p:blipFill rotWithShape="1">
            <a:blip r:embed="rId3">
              <a:alphaModFix/>
            </a:blip>
            <a:srcRect l="31469" t="30610" r="31133" b="26980"/>
            <a:stretch/>
          </p:blipFill>
          <p:spPr>
            <a:xfrm>
              <a:off x="2407625" y="3052725"/>
              <a:ext cx="1165378" cy="743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94" name="Google Shape;1894;p41"/>
          <p:cNvGrpSpPr/>
          <p:nvPr/>
        </p:nvGrpSpPr>
        <p:grpSpPr>
          <a:xfrm rot="801734">
            <a:off x="636879" y="3962843"/>
            <a:ext cx="718291" cy="519130"/>
            <a:chOff x="3303787" y="3963056"/>
            <a:chExt cx="718312" cy="519146"/>
          </a:xfrm>
        </p:grpSpPr>
        <p:pic>
          <p:nvPicPr>
            <p:cNvPr id="1895" name="Google Shape;1895;p41"/>
            <p:cNvPicPr preferRelativeResize="0"/>
            <p:nvPr/>
          </p:nvPicPr>
          <p:blipFill rotWithShape="1">
            <a:blip r:embed="rId4">
              <a:alphaModFix/>
            </a:blip>
            <a:srcRect l="44081" t="39624" r="42963" b="30651"/>
            <a:stretch/>
          </p:blipFill>
          <p:spPr>
            <a:xfrm rot="-786440">
              <a:off x="3350435" y="3996842"/>
              <a:ext cx="349857" cy="451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6" name="Google Shape;1896;p41"/>
            <p:cNvPicPr preferRelativeResize="0"/>
            <p:nvPr/>
          </p:nvPicPr>
          <p:blipFill rotWithShape="1">
            <a:blip r:embed="rId4">
              <a:alphaModFix/>
            </a:blip>
            <a:srcRect l="44081" t="39624" r="42963" b="30651"/>
            <a:stretch/>
          </p:blipFill>
          <p:spPr>
            <a:xfrm rot="722279">
              <a:off x="3774215" y="4177552"/>
              <a:ext cx="220621" cy="2847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1882;p41">
            <a:extLst>
              <a:ext uri="{FF2B5EF4-FFF2-40B4-BE49-F238E27FC236}">
                <a16:creationId xmlns:a16="http://schemas.microsoft.com/office/drawing/2014/main" id="{A5892F6D-0890-9C0F-DC3A-C8E27322BDE7}"/>
              </a:ext>
            </a:extLst>
          </p:cNvPr>
          <p:cNvSpPr/>
          <p:nvPr/>
        </p:nvSpPr>
        <p:spPr>
          <a:xfrm flipH="1">
            <a:off x="7645975" y="778355"/>
            <a:ext cx="764700" cy="564600"/>
          </a:xfrm>
          <a:prstGeom prst="plaque">
            <a:avLst>
              <a:gd name="adj" fmla="val 13620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rPr>
              <a:t>2</a:t>
            </a:r>
            <a:endParaRPr sz="2200" dirty="0">
              <a:solidFill>
                <a:schemeClr val="dk1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42"/>
          <p:cNvSpPr txBox="1"/>
          <p:nvPr/>
        </p:nvSpPr>
        <p:spPr>
          <a:xfrm>
            <a:off x="1624679" y="1759078"/>
            <a:ext cx="17901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3"/>
                </a:solidFill>
                <a:latin typeface="Shrikhand"/>
                <a:ea typeface="Shrikhand"/>
                <a:cs typeface="Shrikhand"/>
                <a:sym typeface="Shrikhand"/>
              </a:rPr>
              <a:t>TRAUMA DEL ‘24</a:t>
            </a:r>
            <a:endParaRPr sz="2200" dirty="0">
              <a:solidFill>
                <a:schemeClr val="accent3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905" name="Google Shape;1905;p42"/>
          <p:cNvSpPr txBox="1"/>
          <p:nvPr/>
        </p:nvSpPr>
        <p:spPr>
          <a:xfrm>
            <a:off x="1489941" y="2911302"/>
            <a:ext cx="22539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4"/>
                </a:solidFill>
                <a:latin typeface="Shrikhand"/>
                <a:ea typeface="Shrikhand"/>
                <a:cs typeface="Shrikhand"/>
                <a:sym typeface="Shrikhand"/>
              </a:rPr>
              <a:t>TRABAJANDO</a:t>
            </a:r>
            <a:endParaRPr sz="1800" dirty="0">
              <a:solidFill>
                <a:schemeClr val="accent4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906" name="Google Shape;1906;p42"/>
          <p:cNvSpPr txBox="1"/>
          <p:nvPr/>
        </p:nvSpPr>
        <p:spPr>
          <a:xfrm>
            <a:off x="1489950" y="3282975"/>
            <a:ext cx="1790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4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909" name="Google Shape;1909;p42"/>
          <p:cNvSpPr txBox="1"/>
          <p:nvPr/>
        </p:nvSpPr>
        <p:spPr>
          <a:xfrm>
            <a:off x="5415452" y="2708562"/>
            <a:ext cx="2040842" cy="32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2"/>
                </a:solidFill>
                <a:latin typeface="Shrikhand"/>
                <a:ea typeface="Shrikhand"/>
                <a:cs typeface="Shrikhand"/>
                <a:sym typeface="Shrikhand"/>
              </a:rPr>
              <a:t>SONORAMA</a:t>
            </a:r>
            <a:endParaRPr sz="2200" dirty="0">
              <a:solidFill>
                <a:schemeClr val="accen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912" name="Google Shape;1912;p42"/>
          <p:cNvSpPr/>
          <p:nvPr/>
        </p:nvSpPr>
        <p:spPr>
          <a:xfrm flipH="1">
            <a:off x="720000" y="1470324"/>
            <a:ext cx="713700" cy="564600"/>
          </a:xfrm>
          <a:prstGeom prst="plaque">
            <a:avLst>
              <a:gd name="adj" fmla="val 13620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3"/>
                </a:solidFill>
                <a:latin typeface="Shrikhand"/>
                <a:ea typeface="Shrikhand"/>
                <a:cs typeface="Shrikhand"/>
                <a:sym typeface="Shrikhand"/>
              </a:rPr>
              <a:t>1</a:t>
            </a:r>
            <a:endParaRPr sz="1600" dirty="0">
              <a:solidFill>
                <a:schemeClr val="accent3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913" name="Google Shape;1913;p42"/>
          <p:cNvSpPr/>
          <p:nvPr/>
        </p:nvSpPr>
        <p:spPr>
          <a:xfrm flipH="1">
            <a:off x="7497260" y="2435007"/>
            <a:ext cx="713700" cy="564600"/>
          </a:xfrm>
          <a:prstGeom prst="plaque">
            <a:avLst>
              <a:gd name="adj" fmla="val 13620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  <a:latin typeface="Shrikhand"/>
                <a:ea typeface="Shrikhand"/>
                <a:cs typeface="Shrikhand"/>
                <a:sym typeface="Shrikhand"/>
              </a:rPr>
              <a:t>1</a:t>
            </a:r>
            <a:endParaRPr sz="1600" dirty="0">
              <a:solidFill>
                <a:schemeClr val="accen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914" name="Google Shape;1914;p42"/>
          <p:cNvSpPr/>
          <p:nvPr/>
        </p:nvSpPr>
        <p:spPr>
          <a:xfrm flipH="1">
            <a:off x="720000" y="2870824"/>
            <a:ext cx="713700" cy="564600"/>
          </a:xfrm>
          <a:prstGeom prst="plaque">
            <a:avLst>
              <a:gd name="adj" fmla="val 13620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4"/>
                </a:solidFill>
                <a:latin typeface="Shrikhand"/>
                <a:ea typeface="Shrikhand"/>
                <a:cs typeface="Shrikhand"/>
                <a:sym typeface="Shrikhand"/>
              </a:rPr>
              <a:t>1</a:t>
            </a:r>
            <a:endParaRPr sz="1600" dirty="0">
              <a:solidFill>
                <a:schemeClr val="accent4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916" name="Google Shape;1916;p42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619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¿Dónde les conocí?</a:t>
            </a:r>
            <a:endParaRPr dirty="0"/>
          </a:p>
        </p:txBody>
      </p:sp>
      <p:sp>
        <p:nvSpPr>
          <p:cNvPr id="1917" name="Google Shape;1917;p42"/>
          <p:cNvSpPr/>
          <p:nvPr/>
        </p:nvSpPr>
        <p:spPr>
          <a:xfrm flipH="1">
            <a:off x="-742015" y="-130626"/>
            <a:ext cx="1619215" cy="2180626"/>
          </a:xfrm>
          <a:custGeom>
            <a:avLst/>
            <a:gdLst/>
            <a:ahLst/>
            <a:cxnLst/>
            <a:rect l="l" t="t" r="r" b="b"/>
            <a:pathLst>
              <a:path w="63029" h="95631" extrusionOk="0">
                <a:moveTo>
                  <a:pt x="19976" y="0"/>
                </a:moveTo>
                <a:cubicBezTo>
                  <a:pt x="4316" y="5220"/>
                  <a:pt x="-5930" y="33658"/>
                  <a:pt x="3974" y="46863"/>
                </a:cubicBezTo>
                <a:cubicBezTo>
                  <a:pt x="12768" y="58589"/>
                  <a:pt x="29726" y="60882"/>
                  <a:pt x="42836" y="67437"/>
                </a:cubicBezTo>
                <a:cubicBezTo>
                  <a:pt x="49996" y="71017"/>
                  <a:pt x="56624" y="76575"/>
                  <a:pt x="60743" y="83439"/>
                </a:cubicBezTo>
                <a:cubicBezTo>
                  <a:pt x="62870" y="86985"/>
                  <a:pt x="61721" y="91708"/>
                  <a:pt x="63029" y="95631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s-ES"/>
          </a:p>
        </p:txBody>
      </p:sp>
      <p:grpSp>
        <p:nvGrpSpPr>
          <p:cNvPr id="1918" name="Google Shape;1918;p42"/>
          <p:cNvGrpSpPr/>
          <p:nvPr/>
        </p:nvGrpSpPr>
        <p:grpSpPr>
          <a:xfrm>
            <a:off x="4215140" y="2376878"/>
            <a:ext cx="713720" cy="623126"/>
            <a:chOff x="4924988" y="2972675"/>
            <a:chExt cx="1034827" cy="903474"/>
          </a:xfrm>
        </p:grpSpPr>
        <p:sp>
          <p:nvSpPr>
            <p:cNvPr id="1919" name="Google Shape;1919;p42"/>
            <p:cNvSpPr/>
            <p:nvPr/>
          </p:nvSpPr>
          <p:spPr>
            <a:xfrm>
              <a:off x="4936301" y="2983811"/>
              <a:ext cx="1012201" cy="881202"/>
            </a:xfrm>
            <a:custGeom>
              <a:avLst/>
              <a:gdLst/>
              <a:ahLst/>
              <a:cxnLst/>
              <a:rect l="l" t="t" r="r" b="b"/>
              <a:pathLst>
                <a:path w="27971" h="24351" extrusionOk="0">
                  <a:moveTo>
                    <a:pt x="10430" y="1"/>
                  </a:moveTo>
                  <a:cubicBezTo>
                    <a:pt x="10345" y="1"/>
                    <a:pt x="10261" y="7"/>
                    <a:pt x="10176" y="22"/>
                  </a:cubicBezTo>
                  <a:cubicBezTo>
                    <a:pt x="10093" y="10"/>
                    <a:pt x="10011" y="5"/>
                    <a:pt x="9931" y="5"/>
                  </a:cubicBezTo>
                  <a:cubicBezTo>
                    <a:pt x="9621" y="5"/>
                    <a:pt x="9322" y="82"/>
                    <a:pt x="9024" y="171"/>
                  </a:cubicBezTo>
                  <a:cubicBezTo>
                    <a:pt x="8910" y="203"/>
                    <a:pt x="8792" y="226"/>
                    <a:pt x="8683" y="269"/>
                  </a:cubicBezTo>
                  <a:cubicBezTo>
                    <a:pt x="8169" y="468"/>
                    <a:pt x="7666" y="697"/>
                    <a:pt x="7231" y="1036"/>
                  </a:cubicBezTo>
                  <a:cubicBezTo>
                    <a:pt x="6769" y="1395"/>
                    <a:pt x="6339" y="1793"/>
                    <a:pt x="5895" y="2174"/>
                  </a:cubicBezTo>
                  <a:cubicBezTo>
                    <a:pt x="5835" y="2272"/>
                    <a:pt x="5695" y="2304"/>
                    <a:pt x="5680" y="2439"/>
                  </a:cubicBezTo>
                  <a:cubicBezTo>
                    <a:pt x="5425" y="2830"/>
                    <a:pt x="5110" y="3180"/>
                    <a:pt x="4891" y="3595"/>
                  </a:cubicBezTo>
                  <a:cubicBezTo>
                    <a:pt x="4751" y="3792"/>
                    <a:pt x="4588" y="3975"/>
                    <a:pt x="4505" y="4207"/>
                  </a:cubicBezTo>
                  <a:cubicBezTo>
                    <a:pt x="4349" y="4404"/>
                    <a:pt x="4341" y="4666"/>
                    <a:pt x="4215" y="4877"/>
                  </a:cubicBezTo>
                  <a:cubicBezTo>
                    <a:pt x="4154" y="5195"/>
                    <a:pt x="3905" y="5437"/>
                    <a:pt x="3861" y="5761"/>
                  </a:cubicBezTo>
                  <a:lnTo>
                    <a:pt x="3269" y="7023"/>
                  </a:lnTo>
                  <a:cubicBezTo>
                    <a:pt x="3217" y="7121"/>
                    <a:pt x="3165" y="7219"/>
                    <a:pt x="3113" y="7317"/>
                  </a:cubicBezTo>
                  <a:cubicBezTo>
                    <a:pt x="2983" y="7522"/>
                    <a:pt x="2855" y="7727"/>
                    <a:pt x="2726" y="7931"/>
                  </a:cubicBezTo>
                  <a:cubicBezTo>
                    <a:pt x="2712" y="7946"/>
                    <a:pt x="2701" y="7959"/>
                    <a:pt x="2690" y="7975"/>
                  </a:cubicBezTo>
                  <a:lnTo>
                    <a:pt x="2228" y="8487"/>
                  </a:lnTo>
                  <a:cubicBezTo>
                    <a:pt x="2069" y="8676"/>
                    <a:pt x="1906" y="8861"/>
                    <a:pt x="1753" y="9056"/>
                  </a:cubicBezTo>
                  <a:cubicBezTo>
                    <a:pt x="1302" y="9632"/>
                    <a:pt x="797" y="10148"/>
                    <a:pt x="177" y="10545"/>
                  </a:cubicBezTo>
                  <a:cubicBezTo>
                    <a:pt x="127" y="10577"/>
                    <a:pt x="1" y="10613"/>
                    <a:pt x="87" y="10699"/>
                  </a:cubicBezTo>
                  <a:cubicBezTo>
                    <a:pt x="282" y="10896"/>
                    <a:pt x="378" y="11167"/>
                    <a:pt x="594" y="11345"/>
                  </a:cubicBezTo>
                  <a:cubicBezTo>
                    <a:pt x="790" y="11760"/>
                    <a:pt x="967" y="12186"/>
                    <a:pt x="1286" y="12530"/>
                  </a:cubicBezTo>
                  <a:cubicBezTo>
                    <a:pt x="1432" y="12841"/>
                    <a:pt x="1630" y="13118"/>
                    <a:pt x="1840" y="13389"/>
                  </a:cubicBezTo>
                  <a:cubicBezTo>
                    <a:pt x="1936" y="13636"/>
                    <a:pt x="2048" y="13879"/>
                    <a:pt x="2124" y="14131"/>
                  </a:cubicBezTo>
                  <a:cubicBezTo>
                    <a:pt x="2218" y="14447"/>
                    <a:pt x="2453" y="14682"/>
                    <a:pt x="2566" y="14986"/>
                  </a:cubicBezTo>
                  <a:cubicBezTo>
                    <a:pt x="2748" y="15477"/>
                    <a:pt x="3020" y="15923"/>
                    <a:pt x="3293" y="16366"/>
                  </a:cubicBezTo>
                  <a:cubicBezTo>
                    <a:pt x="3645" y="17222"/>
                    <a:pt x="4119" y="18006"/>
                    <a:pt x="4682" y="18737"/>
                  </a:cubicBezTo>
                  <a:cubicBezTo>
                    <a:pt x="4833" y="19090"/>
                    <a:pt x="5086" y="19370"/>
                    <a:pt x="5334" y="19652"/>
                  </a:cubicBezTo>
                  <a:cubicBezTo>
                    <a:pt x="5336" y="19720"/>
                    <a:pt x="5368" y="19766"/>
                    <a:pt x="5411" y="19818"/>
                  </a:cubicBezTo>
                  <a:cubicBezTo>
                    <a:pt x="5675" y="20138"/>
                    <a:pt x="5930" y="20463"/>
                    <a:pt x="6188" y="20788"/>
                  </a:cubicBezTo>
                  <a:cubicBezTo>
                    <a:pt x="6451" y="21040"/>
                    <a:pt x="6674" y="21334"/>
                    <a:pt x="6995" y="21523"/>
                  </a:cubicBezTo>
                  <a:cubicBezTo>
                    <a:pt x="7012" y="21532"/>
                    <a:pt x="7029" y="21541"/>
                    <a:pt x="7046" y="21550"/>
                  </a:cubicBezTo>
                  <a:cubicBezTo>
                    <a:pt x="7174" y="21663"/>
                    <a:pt x="7276" y="21807"/>
                    <a:pt x="7436" y="21883"/>
                  </a:cubicBezTo>
                  <a:cubicBezTo>
                    <a:pt x="7887" y="22316"/>
                    <a:pt x="8372" y="22700"/>
                    <a:pt x="8956" y="22940"/>
                  </a:cubicBezTo>
                  <a:cubicBezTo>
                    <a:pt x="9052" y="22994"/>
                    <a:pt x="9143" y="23063"/>
                    <a:pt x="9245" y="23099"/>
                  </a:cubicBezTo>
                  <a:cubicBezTo>
                    <a:pt x="9691" y="23258"/>
                    <a:pt x="10134" y="23422"/>
                    <a:pt x="10575" y="23595"/>
                  </a:cubicBezTo>
                  <a:cubicBezTo>
                    <a:pt x="10976" y="23752"/>
                    <a:pt x="11376" y="23934"/>
                    <a:pt x="11818" y="23965"/>
                  </a:cubicBezTo>
                  <a:cubicBezTo>
                    <a:pt x="11999" y="24027"/>
                    <a:pt x="12184" y="24073"/>
                    <a:pt x="12375" y="24073"/>
                  </a:cubicBezTo>
                  <a:cubicBezTo>
                    <a:pt x="12421" y="24073"/>
                    <a:pt x="12468" y="24070"/>
                    <a:pt x="12515" y="24064"/>
                  </a:cubicBezTo>
                  <a:cubicBezTo>
                    <a:pt x="13108" y="24187"/>
                    <a:pt x="13695" y="24350"/>
                    <a:pt x="14305" y="24350"/>
                  </a:cubicBezTo>
                  <a:cubicBezTo>
                    <a:pt x="14319" y="24350"/>
                    <a:pt x="14333" y="24350"/>
                    <a:pt x="14347" y="24350"/>
                  </a:cubicBezTo>
                  <a:cubicBezTo>
                    <a:pt x="14563" y="24347"/>
                    <a:pt x="14783" y="24293"/>
                    <a:pt x="14995" y="24293"/>
                  </a:cubicBezTo>
                  <a:cubicBezTo>
                    <a:pt x="15003" y="24293"/>
                    <a:pt x="15011" y="24293"/>
                    <a:pt x="15019" y="24293"/>
                  </a:cubicBezTo>
                  <a:cubicBezTo>
                    <a:pt x="15045" y="24294"/>
                    <a:pt x="15070" y="24294"/>
                    <a:pt x="15095" y="24294"/>
                  </a:cubicBezTo>
                  <a:cubicBezTo>
                    <a:pt x="15933" y="24294"/>
                    <a:pt x="16710" y="24014"/>
                    <a:pt x="17507" y="23821"/>
                  </a:cubicBezTo>
                  <a:cubicBezTo>
                    <a:pt x="17583" y="23798"/>
                    <a:pt x="17658" y="23776"/>
                    <a:pt x="17733" y="23752"/>
                  </a:cubicBezTo>
                  <a:cubicBezTo>
                    <a:pt x="18328" y="23512"/>
                    <a:pt x="18895" y="23217"/>
                    <a:pt x="19457" y="22911"/>
                  </a:cubicBezTo>
                  <a:cubicBezTo>
                    <a:pt x="19876" y="22684"/>
                    <a:pt x="20287" y="22443"/>
                    <a:pt x="20657" y="22145"/>
                  </a:cubicBezTo>
                  <a:cubicBezTo>
                    <a:pt x="21360" y="21580"/>
                    <a:pt x="22036" y="20990"/>
                    <a:pt x="22621" y="20293"/>
                  </a:cubicBezTo>
                  <a:cubicBezTo>
                    <a:pt x="23134" y="19682"/>
                    <a:pt x="23595" y="19047"/>
                    <a:pt x="23987" y="18354"/>
                  </a:cubicBezTo>
                  <a:cubicBezTo>
                    <a:pt x="24496" y="17455"/>
                    <a:pt x="24813" y="16479"/>
                    <a:pt x="25163" y="15515"/>
                  </a:cubicBezTo>
                  <a:cubicBezTo>
                    <a:pt x="25301" y="15076"/>
                    <a:pt x="25520" y="14670"/>
                    <a:pt x="25697" y="14248"/>
                  </a:cubicBezTo>
                  <a:cubicBezTo>
                    <a:pt x="25909" y="13742"/>
                    <a:pt x="26167" y="13279"/>
                    <a:pt x="26499" y="12843"/>
                  </a:cubicBezTo>
                  <a:cubicBezTo>
                    <a:pt x="26699" y="12578"/>
                    <a:pt x="27028" y="12469"/>
                    <a:pt x="27194" y="12182"/>
                  </a:cubicBezTo>
                  <a:cubicBezTo>
                    <a:pt x="27385" y="12074"/>
                    <a:pt x="27573" y="11962"/>
                    <a:pt x="27768" y="11860"/>
                  </a:cubicBezTo>
                  <a:cubicBezTo>
                    <a:pt x="27956" y="11760"/>
                    <a:pt x="27971" y="11635"/>
                    <a:pt x="27777" y="11517"/>
                  </a:cubicBezTo>
                  <a:lnTo>
                    <a:pt x="27777" y="11517"/>
                  </a:lnTo>
                  <a:lnTo>
                    <a:pt x="27777" y="11518"/>
                  </a:lnTo>
                  <a:cubicBezTo>
                    <a:pt x="27220" y="11179"/>
                    <a:pt x="26770" y="10735"/>
                    <a:pt x="26407" y="10198"/>
                  </a:cubicBezTo>
                  <a:cubicBezTo>
                    <a:pt x="26387" y="10162"/>
                    <a:pt x="26366" y="10126"/>
                    <a:pt x="26345" y="10090"/>
                  </a:cubicBezTo>
                  <a:cubicBezTo>
                    <a:pt x="26168" y="9794"/>
                    <a:pt x="26114" y="9434"/>
                    <a:pt x="25884" y="9163"/>
                  </a:cubicBezTo>
                  <a:cubicBezTo>
                    <a:pt x="25863" y="9128"/>
                    <a:pt x="25842" y="9092"/>
                    <a:pt x="25821" y="9057"/>
                  </a:cubicBezTo>
                  <a:cubicBezTo>
                    <a:pt x="25818" y="9054"/>
                    <a:pt x="25816" y="9050"/>
                    <a:pt x="25814" y="9047"/>
                  </a:cubicBezTo>
                  <a:cubicBezTo>
                    <a:pt x="25694" y="8869"/>
                    <a:pt x="25657" y="8642"/>
                    <a:pt x="25483" y="8498"/>
                  </a:cubicBezTo>
                  <a:cubicBezTo>
                    <a:pt x="25289" y="7893"/>
                    <a:pt x="24955" y="7350"/>
                    <a:pt x="24707" y="6769"/>
                  </a:cubicBezTo>
                  <a:cubicBezTo>
                    <a:pt x="24282" y="5772"/>
                    <a:pt x="23713" y="4845"/>
                    <a:pt x="23211" y="3885"/>
                  </a:cubicBezTo>
                  <a:cubicBezTo>
                    <a:pt x="23048" y="3575"/>
                    <a:pt x="22830" y="3303"/>
                    <a:pt x="22624" y="3021"/>
                  </a:cubicBezTo>
                  <a:cubicBezTo>
                    <a:pt x="22257" y="2518"/>
                    <a:pt x="21883" y="2021"/>
                    <a:pt x="21427" y="1592"/>
                  </a:cubicBezTo>
                  <a:cubicBezTo>
                    <a:pt x="20835" y="1037"/>
                    <a:pt x="20157" y="606"/>
                    <a:pt x="19380" y="367"/>
                  </a:cubicBezTo>
                  <a:cubicBezTo>
                    <a:pt x="19033" y="261"/>
                    <a:pt x="18677" y="219"/>
                    <a:pt x="18317" y="219"/>
                  </a:cubicBezTo>
                  <a:cubicBezTo>
                    <a:pt x="18088" y="219"/>
                    <a:pt x="17858" y="236"/>
                    <a:pt x="17629" y="264"/>
                  </a:cubicBezTo>
                  <a:cubicBezTo>
                    <a:pt x="17045" y="337"/>
                    <a:pt x="16523" y="604"/>
                    <a:pt x="15989" y="828"/>
                  </a:cubicBezTo>
                  <a:cubicBezTo>
                    <a:pt x="15597" y="972"/>
                    <a:pt x="15261" y="1202"/>
                    <a:pt x="14958" y="1485"/>
                  </a:cubicBezTo>
                  <a:cubicBezTo>
                    <a:pt x="14946" y="1498"/>
                    <a:pt x="14935" y="1512"/>
                    <a:pt x="14925" y="1526"/>
                  </a:cubicBezTo>
                  <a:cubicBezTo>
                    <a:pt x="14720" y="1596"/>
                    <a:pt x="14607" y="1773"/>
                    <a:pt x="14465" y="1917"/>
                  </a:cubicBezTo>
                  <a:cubicBezTo>
                    <a:pt x="13974" y="1322"/>
                    <a:pt x="13446" y="772"/>
                    <a:pt x="12732" y="441"/>
                  </a:cubicBezTo>
                  <a:cubicBezTo>
                    <a:pt x="12197" y="263"/>
                    <a:pt x="11656" y="117"/>
                    <a:pt x="11094" y="68"/>
                  </a:cubicBezTo>
                  <a:cubicBezTo>
                    <a:pt x="10873" y="43"/>
                    <a:pt x="10652" y="1"/>
                    <a:pt x="10430" y="1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20" name="Google Shape;1920;p42"/>
            <p:cNvPicPr preferRelativeResize="0"/>
            <p:nvPr/>
          </p:nvPicPr>
          <p:blipFill rotWithShape="1">
            <a:blip r:embed="rId3">
              <a:alphaModFix/>
            </a:blip>
            <a:srcRect l="30352" t="23481" r="33882" b="21005"/>
            <a:stretch/>
          </p:blipFill>
          <p:spPr>
            <a:xfrm>
              <a:off x="4924988" y="2972675"/>
              <a:ext cx="1034827" cy="9034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21" name="Google Shape;1921;p42"/>
          <p:cNvPicPr preferRelativeResize="0"/>
          <p:nvPr/>
        </p:nvPicPr>
        <p:blipFill rotWithShape="1">
          <a:blip r:embed="rId4">
            <a:alphaModFix/>
          </a:blip>
          <a:srcRect l="44081" t="39624" r="42963" b="30651"/>
          <a:stretch/>
        </p:blipFill>
        <p:spPr>
          <a:xfrm rot="-786471">
            <a:off x="3352506" y="1474698"/>
            <a:ext cx="204987" cy="264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2" name="Google Shape;1922;p42"/>
          <p:cNvPicPr preferRelativeResize="0"/>
          <p:nvPr/>
        </p:nvPicPr>
        <p:blipFill rotWithShape="1">
          <a:blip r:embed="rId4">
            <a:alphaModFix/>
          </a:blip>
          <a:srcRect l="44081" t="39624" r="42963" b="30651"/>
          <a:stretch/>
        </p:blipFill>
        <p:spPr>
          <a:xfrm rot="722279">
            <a:off x="5451077" y="3654877"/>
            <a:ext cx="220621" cy="2847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963CF64-4424-CF5A-AD3B-CAB2C98067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5660767"/>
              </p:ext>
            </p:extLst>
          </p:nvPr>
        </p:nvGraphicFramePr>
        <p:xfrm>
          <a:off x="1963229" y="779515"/>
          <a:ext cx="5021766" cy="2995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7" name="Google Shape;1927;p43"/>
          <p:cNvGrpSpPr/>
          <p:nvPr/>
        </p:nvGrpSpPr>
        <p:grpSpPr>
          <a:xfrm>
            <a:off x="2382175" y="1288282"/>
            <a:ext cx="4432144" cy="2604705"/>
            <a:chOff x="4157550" y="1340775"/>
            <a:chExt cx="4266600" cy="2713800"/>
          </a:xfrm>
        </p:grpSpPr>
        <p:sp>
          <p:nvSpPr>
            <p:cNvPr id="1928" name="Google Shape;1928;p43"/>
            <p:cNvSpPr/>
            <p:nvPr/>
          </p:nvSpPr>
          <p:spPr>
            <a:xfrm>
              <a:off x="4157550" y="1340775"/>
              <a:ext cx="4266600" cy="2713800"/>
            </a:xfrm>
            <a:prstGeom prst="plaque">
              <a:avLst>
                <a:gd name="adj" fmla="val 9104"/>
              </a:avLst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3"/>
            <p:cNvSpPr/>
            <p:nvPr/>
          </p:nvSpPr>
          <p:spPr>
            <a:xfrm>
              <a:off x="4295479" y="1482839"/>
              <a:ext cx="3990600" cy="2429700"/>
            </a:xfrm>
            <a:prstGeom prst="plaque">
              <a:avLst>
                <a:gd name="adj" fmla="val 8643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0" name="Google Shape;1930;p4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619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EDADES</a:t>
            </a:r>
            <a:endParaRPr dirty="0"/>
          </a:p>
        </p:txBody>
      </p:sp>
      <p:sp>
        <p:nvSpPr>
          <p:cNvPr id="1939" name="Google Shape;1939;p43"/>
          <p:cNvSpPr/>
          <p:nvPr/>
        </p:nvSpPr>
        <p:spPr>
          <a:xfrm>
            <a:off x="-275300" y="-492550"/>
            <a:ext cx="2657475" cy="1342625"/>
          </a:xfrm>
          <a:custGeom>
            <a:avLst/>
            <a:gdLst/>
            <a:ahLst/>
            <a:cxnLst/>
            <a:rect l="l" t="t" r="r" b="b"/>
            <a:pathLst>
              <a:path w="106299" h="53705" extrusionOk="0">
                <a:moveTo>
                  <a:pt x="0" y="49911"/>
                </a:moveTo>
                <a:cubicBezTo>
                  <a:pt x="6577" y="49911"/>
                  <a:pt x="12881" y="52745"/>
                  <a:pt x="19431" y="53340"/>
                </a:cubicBezTo>
                <a:cubicBezTo>
                  <a:pt x="33388" y="54609"/>
                  <a:pt x="49065" y="51566"/>
                  <a:pt x="60198" y="43053"/>
                </a:cubicBezTo>
                <a:cubicBezTo>
                  <a:pt x="69854" y="35669"/>
                  <a:pt x="72119" y="21751"/>
                  <a:pt x="79629" y="12192"/>
                </a:cubicBezTo>
                <a:cubicBezTo>
                  <a:pt x="85668" y="4506"/>
                  <a:pt x="96524" y="0"/>
                  <a:pt x="106299" y="0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s-ES"/>
          </a:p>
        </p:txBody>
      </p:sp>
      <p:pic>
        <p:nvPicPr>
          <p:cNvPr id="1940" name="Google Shape;1940;p43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-722212" flipH="1">
            <a:off x="7983880" y="474436"/>
            <a:ext cx="222966" cy="2877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AA1349B-0C88-C65C-67F1-FFCC7ED77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5648194"/>
              </p:ext>
            </p:extLst>
          </p:nvPr>
        </p:nvGraphicFramePr>
        <p:xfrm>
          <a:off x="2897458" y="1650380"/>
          <a:ext cx="3168805" cy="1986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42"/>
          <p:cNvSpPr/>
          <p:nvPr/>
        </p:nvSpPr>
        <p:spPr>
          <a:xfrm>
            <a:off x="3445050" y="1561508"/>
            <a:ext cx="2253900" cy="2253900"/>
          </a:xfrm>
          <a:prstGeom prst="ellipse">
            <a:avLst/>
          </a:prstGeom>
          <a:solidFill>
            <a:schemeClr val="dk2"/>
          </a:solidFill>
          <a:ln w="152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3" name="Google Shape;1903;p42"/>
          <p:cNvSpPr txBox="1"/>
          <p:nvPr/>
        </p:nvSpPr>
        <p:spPr>
          <a:xfrm>
            <a:off x="1267679" y="3059326"/>
            <a:ext cx="2094884" cy="795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accent3"/>
                </a:solidFill>
                <a:latin typeface="Shrikhand"/>
                <a:ea typeface="Shrikhand"/>
                <a:cs typeface="Shrikhand"/>
                <a:sym typeface="Shrikhand"/>
              </a:rPr>
              <a:t>L</a:t>
            </a:r>
            <a:r>
              <a:rPr lang="en" sz="2200" dirty="0">
                <a:solidFill>
                  <a:schemeClr val="accent3"/>
                </a:solidFill>
                <a:latin typeface="Shrikhand"/>
                <a:ea typeface="Shrikhand"/>
                <a:cs typeface="Shrikhand"/>
                <a:sym typeface="Shrikhand"/>
              </a:rPr>
              <a:t>a esperanza es lo último que se pierde</a:t>
            </a:r>
            <a:endParaRPr sz="2200" dirty="0">
              <a:solidFill>
                <a:schemeClr val="accent3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906" name="Google Shape;1906;p42"/>
          <p:cNvSpPr txBox="1"/>
          <p:nvPr/>
        </p:nvSpPr>
        <p:spPr>
          <a:xfrm>
            <a:off x="1489950" y="3282975"/>
            <a:ext cx="1790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4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909" name="Google Shape;1909;p42"/>
          <p:cNvSpPr txBox="1"/>
          <p:nvPr/>
        </p:nvSpPr>
        <p:spPr>
          <a:xfrm>
            <a:off x="5375681" y="2056393"/>
            <a:ext cx="2186718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accent2"/>
                </a:solidFill>
                <a:latin typeface="Shrikhand"/>
                <a:ea typeface="Shrikhand"/>
                <a:cs typeface="Shrikhand"/>
                <a:sym typeface="Shrikhand"/>
              </a:rPr>
              <a:t>Había que pasar página y me rentaba</a:t>
            </a:r>
            <a:endParaRPr sz="1600" dirty="0">
              <a:solidFill>
                <a:schemeClr val="accen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912" name="Google Shape;1912;p42"/>
          <p:cNvSpPr/>
          <p:nvPr/>
        </p:nvSpPr>
        <p:spPr>
          <a:xfrm flipH="1">
            <a:off x="404310" y="2441613"/>
            <a:ext cx="713700" cy="564600"/>
          </a:xfrm>
          <a:prstGeom prst="plaque">
            <a:avLst>
              <a:gd name="adj" fmla="val 13620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3"/>
                </a:solidFill>
                <a:latin typeface="Shrikhand"/>
                <a:ea typeface="Shrikhand"/>
                <a:cs typeface="Shrikhand"/>
                <a:sym typeface="Shrikhand"/>
              </a:rPr>
              <a:t>1</a:t>
            </a:r>
            <a:endParaRPr sz="1600" dirty="0">
              <a:solidFill>
                <a:schemeClr val="accent3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913" name="Google Shape;1913;p42"/>
          <p:cNvSpPr/>
          <p:nvPr/>
        </p:nvSpPr>
        <p:spPr>
          <a:xfrm flipH="1">
            <a:off x="7689263" y="1702179"/>
            <a:ext cx="713700" cy="564600"/>
          </a:xfrm>
          <a:prstGeom prst="plaque">
            <a:avLst>
              <a:gd name="adj" fmla="val 13620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  <a:latin typeface="Shrikhand"/>
                <a:ea typeface="Shrikhand"/>
                <a:cs typeface="Shrikhand"/>
                <a:sym typeface="Shrikhand"/>
              </a:rPr>
              <a:t>1</a:t>
            </a:r>
            <a:endParaRPr sz="1600" dirty="0">
              <a:solidFill>
                <a:schemeClr val="accen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916" name="Google Shape;1916;p42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619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¿</a:t>
            </a:r>
            <a:r>
              <a:rPr lang="es-ES" dirty="0"/>
              <a:t>Por qué lo hice</a:t>
            </a:r>
            <a:r>
              <a:rPr lang="en" dirty="0"/>
              <a:t>?</a:t>
            </a:r>
            <a:endParaRPr dirty="0"/>
          </a:p>
        </p:txBody>
      </p:sp>
      <p:sp>
        <p:nvSpPr>
          <p:cNvPr id="1917" name="Google Shape;1917;p42"/>
          <p:cNvSpPr/>
          <p:nvPr/>
        </p:nvSpPr>
        <p:spPr>
          <a:xfrm flipH="1">
            <a:off x="-742015" y="-130626"/>
            <a:ext cx="1619215" cy="2180626"/>
          </a:xfrm>
          <a:custGeom>
            <a:avLst/>
            <a:gdLst/>
            <a:ahLst/>
            <a:cxnLst/>
            <a:rect l="l" t="t" r="r" b="b"/>
            <a:pathLst>
              <a:path w="63029" h="95631" extrusionOk="0">
                <a:moveTo>
                  <a:pt x="19976" y="0"/>
                </a:moveTo>
                <a:cubicBezTo>
                  <a:pt x="4316" y="5220"/>
                  <a:pt x="-5930" y="33658"/>
                  <a:pt x="3974" y="46863"/>
                </a:cubicBezTo>
                <a:cubicBezTo>
                  <a:pt x="12768" y="58589"/>
                  <a:pt x="29726" y="60882"/>
                  <a:pt x="42836" y="67437"/>
                </a:cubicBezTo>
                <a:cubicBezTo>
                  <a:pt x="49996" y="71017"/>
                  <a:pt x="56624" y="76575"/>
                  <a:pt x="60743" y="83439"/>
                </a:cubicBezTo>
                <a:cubicBezTo>
                  <a:pt x="62870" y="86985"/>
                  <a:pt x="61721" y="91708"/>
                  <a:pt x="63029" y="95631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s-ES"/>
          </a:p>
        </p:txBody>
      </p:sp>
      <p:grpSp>
        <p:nvGrpSpPr>
          <p:cNvPr id="1918" name="Google Shape;1918;p42"/>
          <p:cNvGrpSpPr/>
          <p:nvPr/>
        </p:nvGrpSpPr>
        <p:grpSpPr>
          <a:xfrm>
            <a:off x="4215140" y="2376878"/>
            <a:ext cx="713720" cy="623126"/>
            <a:chOff x="4924988" y="2972675"/>
            <a:chExt cx="1034827" cy="903474"/>
          </a:xfrm>
        </p:grpSpPr>
        <p:sp>
          <p:nvSpPr>
            <p:cNvPr id="1919" name="Google Shape;1919;p42"/>
            <p:cNvSpPr/>
            <p:nvPr/>
          </p:nvSpPr>
          <p:spPr>
            <a:xfrm>
              <a:off x="4936301" y="2983811"/>
              <a:ext cx="1012201" cy="881202"/>
            </a:xfrm>
            <a:custGeom>
              <a:avLst/>
              <a:gdLst/>
              <a:ahLst/>
              <a:cxnLst/>
              <a:rect l="l" t="t" r="r" b="b"/>
              <a:pathLst>
                <a:path w="27971" h="24351" extrusionOk="0">
                  <a:moveTo>
                    <a:pt x="10430" y="1"/>
                  </a:moveTo>
                  <a:cubicBezTo>
                    <a:pt x="10345" y="1"/>
                    <a:pt x="10261" y="7"/>
                    <a:pt x="10176" y="22"/>
                  </a:cubicBezTo>
                  <a:cubicBezTo>
                    <a:pt x="10093" y="10"/>
                    <a:pt x="10011" y="5"/>
                    <a:pt x="9931" y="5"/>
                  </a:cubicBezTo>
                  <a:cubicBezTo>
                    <a:pt x="9621" y="5"/>
                    <a:pt x="9322" y="82"/>
                    <a:pt x="9024" y="171"/>
                  </a:cubicBezTo>
                  <a:cubicBezTo>
                    <a:pt x="8910" y="203"/>
                    <a:pt x="8792" y="226"/>
                    <a:pt x="8683" y="269"/>
                  </a:cubicBezTo>
                  <a:cubicBezTo>
                    <a:pt x="8169" y="468"/>
                    <a:pt x="7666" y="697"/>
                    <a:pt x="7231" y="1036"/>
                  </a:cubicBezTo>
                  <a:cubicBezTo>
                    <a:pt x="6769" y="1395"/>
                    <a:pt x="6339" y="1793"/>
                    <a:pt x="5895" y="2174"/>
                  </a:cubicBezTo>
                  <a:cubicBezTo>
                    <a:pt x="5835" y="2272"/>
                    <a:pt x="5695" y="2304"/>
                    <a:pt x="5680" y="2439"/>
                  </a:cubicBezTo>
                  <a:cubicBezTo>
                    <a:pt x="5425" y="2830"/>
                    <a:pt x="5110" y="3180"/>
                    <a:pt x="4891" y="3595"/>
                  </a:cubicBezTo>
                  <a:cubicBezTo>
                    <a:pt x="4751" y="3792"/>
                    <a:pt x="4588" y="3975"/>
                    <a:pt x="4505" y="4207"/>
                  </a:cubicBezTo>
                  <a:cubicBezTo>
                    <a:pt x="4349" y="4404"/>
                    <a:pt x="4341" y="4666"/>
                    <a:pt x="4215" y="4877"/>
                  </a:cubicBezTo>
                  <a:cubicBezTo>
                    <a:pt x="4154" y="5195"/>
                    <a:pt x="3905" y="5437"/>
                    <a:pt x="3861" y="5761"/>
                  </a:cubicBezTo>
                  <a:lnTo>
                    <a:pt x="3269" y="7023"/>
                  </a:lnTo>
                  <a:cubicBezTo>
                    <a:pt x="3217" y="7121"/>
                    <a:pt x="3165" y="7219"/>
                    <a:pt x="3113" y="7317"/>
                  </a:cubicBezTo>
                  <a:cubicBezTo>
                    <a:pt x="2983" y="7522"/>
                    <a:pt x="2855" y="7727"/>
                    <a:pt x="2726" y="7931"/>
                  </a:cubicBezTo>
                  <a:cubicBezTo>
                    <a:pt x="2712" y="7946"/>
                    <a:pt x="2701" y="7959"/>
                    <a:pt x="2690" y="7975"/>
                  </a:cubicBezTo>
                  <a:lnTo>
                    <a:pt x="2228" y="8487"/>
                  </a:lnTo>
                  <a:cubicBezTo>
                    <a:pt x="2069" y="8676"/>
                    <a:pt x="1906" y="8861"/>
                    <a:pt x="1753" y="9056"/>
                  </a:cubicBezTo>
                  <a:cubicBezTo>
                    <a:pt x="1302" y="9632"/>
                    <a:pt x="797" y="10148"/>
                    <a:pt x="177" y="10545"/>
                  </a:cubicBezTo>
                  <a:cubicBezTo>
                    <a:pt x="127" y="10577"/>
                    <a:pt x="1" y="10613"/>
                    <a:pt x="87" y="10699"/>
                  </a:cubicBezTo>
                  <a:cubicBezTo>
                    <a:pt x="282" y="10896"/>
                    <a:pt x="378" y="11167"/>
                    <a:pt x="594" y="11345"/>
                  </a:cubicBezTo>
                  <a:cubicBezTo>
                    <a:pt x="790" y="11760"/>
                    <a:pt x="967" y="12186"/>
                    <a:pt x="1286" y="12530"/>
                  </a:cubicBezTo>
                  <a:cubicBezTo>
                    <a:pt x="1432" y="12841"/>
                    <a:pt x="1630" y="13118"/>
                    <a:pt x="1840" y="13389"/>
                  </a:cubicBezTo>
                  <a:cubicBezTo>
                    <a:pt x="1936" y="13636"/>
                    <a:pt x="2048" y="13879"/>
                    <a:pt x="2124" y="14131"/>
                  </a:cubicBezTo>
                  <a:cubicBezTo>
                    <a:pt x="2218" y="14447"/>
                    <a:pt x="2453" y="14682"/>
                    <a:pt x="2566" y="14986"/>
                  </a:cubicBezTo>
                  <a:cubicBezTo>
                    <a:pt x="2748" y="15477"/>
                    <a:pt x="3020" y="15923"/>
                    <a:pt x="3293" y="16366"/>
                  </a:cubicBezTo>
                  <a:cubicBezTo>
                    <a:pt x="3645" y="17222"/>
                    <a:pt x="4119" y="18006"/>
                    <a:pt x="4682" y="18737"/>
                  </a:cubicBezTo>
                  <a:cubicBezTo>
                    <a:pt x="4833" y="19090"/>
                    <a:pt x="5086" y="19370"/>
                    <a:pt x="5334" y="19652"/>
                  </a:cubicBezTo>
                  <a:cubicBezTo>
                    <a:pt x="5336" y="19720"/>
                    <a:pt x="5368" y="19766"/>
                    <a:pt x="5411" y="19818"/>
                  </a:cubicBezTo>
                  <a:cubicBezTo>
                    <a:pt x="5675" y="20138"/>
                    <a:pt x="5930" y="20463"/>
                    <a:pt x="6188" y="20788"/>
                  </a:cubicBezTo>
                  <a:cubicBezTo>
                    <a:pt x="6451" y="21040"/>
                    <a:pt x="6674" y="21334"/>
                    <a:pt x="6995" y="21523"/>
                  </a:cubicBezTo>
                  <a:cubicBezTo>
                    <a:pt x="7012" y="21532"/>
                    <a:pt x="7029" y="21541"/>
                    <a:pt x="7046" y="21550"/>
                  </a:cubicBezTo>
                  <a:cubicBezTo>
                    <a:pt x="7174" y="21663"/>
                    <a:pt x="7276" y="21807"/>
                    <a:pt x="7436" y="21883"/>
                  </a:cubicBezTo>
                  <a:cubicBezTo>
                    <a:pt x="7887" y="22316"/>
                    <a:pt x="8372" y="22700"/>
                    <a:pt x="8956" y="22940"/>
                  </a:cubicBezTo>
                  <a:cubicBezTo>
                    <a:pt x="9052" y="22994"/>
                    <a:pt x="9143" y="23063"/>
                    <a:pt x="9245" y="23099"/>
                  </a:cubicBezTo>
                  <a:cubicBezTo>
                    <a:pt x="9691" y="23258"/>
                    <a:pt x="10134" y="23422"/>
                    <a:pt x="10575" y="23595"/>
                  </a:cubicBezTo>
                  <a:cubicBezTo>
                    <a:pt x="10976" y="23752"/>
                    <a:pt x="11376" y="23934"/>
                    <a:pt x="11818" y="23965"/>
                  </a:cubicBezTo>
                  <a:cubicBezTo>
                    <a:pt x="11999" y="24027"/>
                    <a:pt x="12184" y="24073"/>
                    <a:pt x="12375" y="24073"/>
                  </a:cubicBezTo>
                  <a:cubicBezTo>
                    <a:pt x="12421" y="24073"/>
                    <a:pt x="12468" y="24070"/>
                    <a:pt x="12515" y="24064"/>
                  </a:cubicBezTo>
                  <a:cubicBezTo>
                    <a:pt x="13108" y="24187"/>
                    <a:pt x="13695" y="24350"/>
                    <a:pt x="14305" y="24350"/>
                  </a:cubicBezTo>
                  <a:cubicBezTo>
                    <a:pt x="14319" y="24350"/>
                    <a:pt x="14333" y="24350"/>
                    <a:pt x="14347" y="24350"/>
                  </a:cubicBezTo>
                  <a:cubicBezTo>
                    <a:pt x="14563" y="24347"/>
                    <a:pt x="14783" y="24293"/>
                    <a:pt x="14995" y="24293"/>
                  </a:cubicBezTo>
                  <a:cubicBezTo>
                    <a:pt x="15003" y="24293"/>
                    <a:pt x="15011" y="24293"/>
                    <a:pt x="15019" y="24293"/>
                  </a:cubicBezTo>
                  <a:cubicBezTo>
                    <a:pt x="15045" y="24294"/>
                    <a:pt x="15070" y="24294"/>
                    <a:pt x="15095" y="24294"/>
                  </a:cubicBezTo>
                  <a:cubicBezTo>
                    <a:pt x="15933" y="24294"/>
                    <a:pt x="16710" y="24014"/>
                    <a:pt x="17507" y="23821"/>
                  </a:cubicBezTo>
                  <a:cubicBezTo>
                    <a:pt x="17583" y="23798"/>
                    <a:pt x="17658" y="23776"/>
                    <a:pt x="17733" y="23752"/>
                  </a:cubicBezTo>
                  <a:cubicBezTo>
                    <a:pt x="18328" y="23512"/>
                    <a:pt x="18895" y="23217"/>
                    <a:pt x="19457" y="22911"/>
                  </a:cubicBezTo>
                  <a:cubicBezTo>
                    <a:pt x="19876" y="22684"/>
                    <a:pt x="20287" y="22443"/>
                    <a:pt x="20657" y="22145"/>
                  </a:cubicBezTo>
                  <a:cubicBezTo>
                    <a:pt x="21360" y="21580"/>
                    <a:pt x="22036" y="20990"/>
                    <a:pt x="22621" y="20293"/>
                  </a:cubicBezTo>
                  <a:cubicBezTo>
                    <a:pt x="23134" y="19682"/>
                    <a:pt x="23595" y="19047"/>
                    <a:pt x="23987" y="18354"/>
                  </a:cubicBezTo>
                  <a:cubicBezTo>
                    <a:pt x="24496" y="17455"/>
                    <a:pt x="24813" y="16479"/>
                    <a:pt x="25163" y="15515"/>
                  </a:cubicBezTo>
                  <a:cubicBezTo>
                    <a:pt x="25301" y="15076"/>
                    <a:pt x="25520" y="14670"/>
                    <a:pt x="25697" y="14248"/>
                  </a:cubicBezTo>
                  <a:cubicBezTo>
                    <a:pt x="25909" y="13742"/>
                    <a:pt x="26167" y="13279"/>
                    <a:pt x="26499" y="12843"/>
                  </a:cubicBezTo>
                  <a:cubicBezTo>
                    <a:pt x="26699" y="12578"/>
                    <a:pt x="27028" y="12469"/>
                    <a:pt x="27194" y="12182"/>
                  </a:cubicBezTo>
                  <a:cubicBezTo>
                    <a:pt x="27385" y="12074"/>
                    <a:pt x="27573" y="11962"/>
                    <a:pt x="27768" y="11860"/>
                  </a:cubicBezTo>
                  <a:cubicBezTo>
                    <a:pt x="27956" y="11760"/>
                    <a:pt x="27971" y="11635"/>
                    <a:pt x="27777" y="11517"/>
                  </a:cubicBezTo>
                  <a:lnTo>
                    <a:pt x="27777" y="11517"/>
                  </a:lnTo>
                  <a:lnTo>
                    <a:pt x="27777" y="11518"/>
                  </a:lnTo>
                  <a:cubicBezTo>
                    <a:pt x="27220" y="11179"/>
                    <a:pt x="26770" y="10735"/>
                    <a:pt x="26407" y="10198"/>
                  </a:cubicBezTo>
                  <a:cubicBezTo>
                    <a:pt x="26387" y="10162"/>
                    <a:pt x="26366" y="10126"/>
                    <a:pt x="26345" y="10090"/>
                  </a:cubicBezTo>
                  <a:cubicBezTo>
                    <a:pt x="26168" y="9794"/>
                    <a:pt x="26114" y="9434"/>
                    <a:pt x="25884" y="9163"/>
                  </a:cubicBezTo>
                  <a:cubicBezTo>
                    <a:pt x="25863" y="9128"/>
                    <a:pt x="25842" y="9092"/>
                    <a:pt x="25821" y="9057"/>
                  </a:cubicBezTo>
                  <a:cubicBezTo>
                    <a:pt x="25818" y="9054"/>
                    <a:pt x="25816" y="9050"/>
                    <a:pt x="25814" y="9047"/>
                  </a:cubicBezTo>
                  <a:cubicBezTo>
                    <a:pt x="25694" y="8869"/>
                    <a:pt x="25657" y="8642"/>
                    <a:pt x="25483" y="8498"/>
                  </a:cubicBezTo>
                  <a:cubicBezTo>
                    <a:pt x="25289" y="7893"/>
                    <a:pt x="24955" y="7350"/>
                    <a:pt x="24707" y="6769"/>
                  </a:cubicBezTo>
                  <a:cubicBezTo>
                    <a:pt x="24282" y="5772"/>
                    <a:pt x="23713" y="4845"/>
                    <a:pt x="23211" y="3885"/>
                  </a:cubicBezTo>
                  <a:cubicBezTo>
                    <a:pt x="23048" y="3575"/>
                    <a:pt x="22830" y="3303"/>
                    <a:pt x="22624" y="3021"/>
                  </a:cubicBezTo>
                  <a:cubicBezTo>
                    <a:pt x="22257" y="2518"/>
                    <a:pt x="21883" y="2021"/>
                    <a:pt x="21427" y="1592"/>
                  </a:cubicBezTo>
                  <a:cubicBezTo>
                    <a:pt x="20835" y="1037"/>
                    <a:pt x="20157" y="606"/>
                    <a:pt x="19380" y="367"/>
                  </a:cubicBezTo>
                  <a:cubicBezTo>
                    <a:pt x="19033" y="261"/>
                    <a:pt x="18677" y="219"/>
                    <a:pt x="18317" y="219"/>
                  </a:cubicBezTo>
                  <a:cubicBezTo>
                    <a:pt x="18088" y="219"/>
                    <a:pt x="17858" y="236"/>
                    <a:pt x="17629" y="264"/>
                  </a:cubicBezTo>
                  <a:cubicBezTo>
                    <a:pt x="17045" y="337"/>
                    <a:pt x="16523" y="604"/>
                    <a:pt x="15989" y="828"/>
                  </a:cubicBezTo>
                  <a:cubicBezTo>
                    <a:pt x="15597" y="972"/>
                    <a:pt x="15261" y="1202"/>
                    <a:pt x="14958" y="1485"/>
                  </a:cubicBezTo>
                  <a:cubicBezTo>
                    <a:pt x="14946" y="1498"/>
                    <a:pt x="14935" y="1512"/>
                    <a:pt x="14925" y="1526"/>
                  </a:cubicBezTo>
                  <a:cubicBezTo>
                    <a:pt x="14720" y="1596"/>
                    <a:pt x="14607" y="1773"/>
                    <a:pt x="14465" y="1917"/>
                  </a:cubicBezTo>
                  <a:cubicBezTo>
                    <a:pt x="13974" y="1322"/>
                    <a:pt x="13446" y="772"/>
                    <a:pt x="12732" y="441"/>
                  </a:cubicBezTo>
                  <a:cubicBezTo>
                    <a:pt x="12197" y="263"/>
                    <a:pt x="11656" y="117"/>
                    <a:pt x="11094" y="68"/>
                  </a:cubicBezTo>
                  <a:cubicBezTo>
                    <a:pt x="10873" y="43"/>
                    <a:pt x="10652" y="1"/>
                    <a:pt x="10430" y="1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20" name="Google Shape;1920;p42"/>
            <p:cNvPicPr preferRelativeResize="0"/>
            <p:nvPr/>
          </p:nvPicPr>
          <p:blipFill rotWithShape="1">
            <a:blip r:embed="rId3">
              <a:alphaModFix/>
            </a:blip>
            <a:srcRect l="30352" t="23481" r="33882" b="21005"/>
            <a:stretch/>
          </p:blipFill>
          <p:spPr>
            <a:xfrm>
              <a:off x="4924988" y="2972675"/>
              <a:ext cx="1034827" cy="9034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21" name="Google Shape;1921;p42"/>
          <p:cNvPicPr preferRelativeResize="0"/>
          <p:nvPr/>
        </p:nvPicPr>
        <p:blipFill rotWithShape="1">
          <a:blip r:embed="rId4">
            <a:alphaModFix/>
          </a:blip>
          <a:srcRect l="44081" t="39624" r="42963" b="30651"/>
          <a:stretch/>
        </p:blipFill>
        <p:spPr>
          <a:xfrm rot="-786471">
            <a:off x="3352506" y="1474698"/>
            <a:ext cx="204987" cy="264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2" name="Google Shape;1922;p42"/>
          <p:cNvPicPr preferRelativeResize="0"/>
          <p:nvPr/>
        </p:nvPicPr>
        <p:blipFill rotWithShape="1">
          <a:blip r:embed="rId4">
            <a:alphaModFix/>
          </a:blip>
          <a:srcRect l="44081" t="39624" r="42963" b="30651"/>
          <a:stretch/>
        </p:blipFill>
        <p:spPr>
          <a:xfrm rot="722279">
            <a:off x="5451077" y="3654877"/>
            <a:ext cx="220621" cy="284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126C40C5-C7ED-8DD2-496C-AABE39E63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001" y="1470324"/>
            <a:ext cx="2384436" cy="2450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909;p42">
            <a:extLst>
              <a:ext uri="{FF2B5EF4-FFF2-40B4-BE49-F238E27FC236}">
                <a16:creationId xmlns:a16="http://schemas.microsoft.com/office/drawing/2014/main" id="{0A35DF2D-4527-F5AC-E770-27CE44804548}"/>
              </a:ext>
            </a:extLst>
          </p:cNvPr>
          <p:cNvSpPr txBox="1"/>
          <p:nvPr/>
        </p:nvSpPr>
        <p:spPr>
          <a:xfrm>
            <a:off x="5641554" y="2788155"/>
            <a:ext cx="2186718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accent2"/>
                </a:solidFill>
                <a:latin typeface="Shrikhand"/>
                <a:ea typeface="Shrikhand"/>
                <a:cs typeface="Shrikhand"/>
                <a:sym typeface="Shrikhand"/>
              </a:rPr>
              <a:t>Me hacía gracia</a:t>
            </a:r>
            <a:endParaRPr dirty="0">
              <a:solidFill>
                <a:schemeClr val="accen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5" name="Google Shape;1913;p42">
            <a:extLst>
              <a:ext uri="{FF2B5EF4-FFF2-40B4-BE49-F238E27FC236}">
                <a16:creationId xmlns:a16="http://schemas.microsoft.com/office/drawing/2014/main" id="{4F03C3DC-3029-8F58-F601-A2601A733C85}"/>
              </a:ext>
            </a:extLst>
          </p:cNvPr>
          <p:cNvSpPr/>
          <p:nvPr/>
        </p:nvSpPr>
        <p:spPr>
          <a:xfrm flipH="1">
            <a:off x="7948475" y="2766217"/>
            <a:ext cx="713700" cy="564600"/>
          </a:xfrm>
          <a:prstGeom prst="plaque">
            <a:avLst>
              <a:gd name="adj" fmla="val 13620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  <a:latin typeface="Shrikhand"/>
                <a:ea typeface="Shrikhand"/>
                <a:cs typeface="Shrikhand"/>
                <a:sym typeface="Shrikhand"/>
              </a:rPr>
              <a:t>1</a:t>
            </a:r>
            <a:endParaRPr sz="1600" dirty="0">
              <a:solidFill>
                <a:schemeClr val="accen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</p:spTree>
    <p:extLst>
      <p:ext uri="{BB962C8B-B14F-4D97-AF65-F5344CB8AC3E}">
        <p14:creationId xmlns:p14="http://schemas.microsoft.com/office/powerpoint/2010/main" val="3585144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45"/>
          <p:cNvSpPr/>
          <p:nvPr/>
        </p:nvSpPr>
        <p:spPr>
          <a:xfrm>
            <a:off x="3161461" y="1579351"/>
            <a:ext cx="1125000" cy="1125000"/>
          </a:xfrm>
          <a:prstGeom prst="donut">
            <a:avLst>
              <a:gd name="adj" fmla="val 18127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51038"/>
              </a:solidFill>
            </a:endParaRPr>
          </a:p>
        </p:txBody>
      </p:sp>
      <p:sp>
        <p:nvSpPr>
          <p:cNvPr id="1963" name="Google Shape;1963;p45"/>
          <p:cNvSpPr/>
          <p:nvPr/>
        </p:nvSpPr>
        <p:spPr>
          <a:xfrm rot="10637643" flipH="1">
            <a:off x="3161440" y="1579421"/>
            <a:ext cx="1124754" cy="1124754"/>
          </a:xfrm>
          <a:prstGeom prst="blockArc">
            <a:avLst>
              <a:gd name="adj1" fmla="val 840255"/>
              <a:gd name="adj2" fmla="val 5333661"/>
              <a:gd name="adj3" fmla="val 17942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4" name="Google Shape;1964;p45"/>
          <p:cNvSpPr/>
          <p:nvPr/>
        </p:nvSpPr>
        <p:spPr>
          <a:xfrm>
            <a:off x="3161461" y="3202532"/>
            <a:ext cx="1125000" cy="1125000"/>
          </a:xfrm>
          <a:prstGeom prst="donut">
            <a:avLst>
              <a:gd name="adj" fmla="val 18127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51038"/>
              </a:solidFill>
            </a:endParaRPr>
          </a:p>
        </p:txBody>
      </p:sp>
      <p:sp>
        <p:nvSpPr>
          <p:cNvPr id="1965" name="Google Shape;1965;p45"/>
          <p:cNvSpPr/>
          <p:nvPr/>
        </p:nvSpPr>
        <p:spPr>
          <a:xfrm rot="10637643" flipH="1">
            <a:off x="3161440" y="3202602"/>
            <a:ext cx="1124754" cy="1124754"/>
          </a:xfrm>
          <a:prstGeom prst="blockArc">
            <a:avLst>
              <a:gd name="adj1" fmla="val 17124561"/>
              <a:gd name="adj2" fmla="val 5333661"/>
              <a:gd name="adj3" fmla="val 17942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6" name="Google Shape;1966;p45"/>
          <p:cNvSpPr/>
          <p:nvPr/>
        </p:nvSpPr>
        <p:spPr>
          <a:xfrm>
            <a:off x="4857649" y="1579351"/>
            <a:ext cx="1125000" cy="1125000"/>
          </a:xfrm>
          <a:prstGeom prst="donut">
            <a:avLst>
              <a:gd name="adj" fmla="val 18127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51038"/>
              </a:solidFill>
            </a:endParaRPr>
          </a:p>
        </p:txBody>
      </p:sp>
      <p:sp>
        <p:nvSpPr>
          <p:cNvPr id="1967" name="Google Shape;1967;p45"/>
          <p:cNvSpPr/>
          <p:nvPr/>
        </p:nvSpPr>
        <p:spPr>
          <a:xfrm rot="10637643" flipH="1">
            <a:off x="4857627" y="1579421"/>
            <a:ext cx="1124754" cy="1124754"/>
          </a:xfrm>
          <a:prstGeom prst="blockArc">
            <a:avLst>
              <a:gd name="adj1" fmla="val 2735310"/>
              <a:gd name="adj2" fmla="val 5333661"/>
              <a:gd name="adj3" fmla="val 17942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2" name="Google Shape;1972;p45"/>
          <p:cNvSpPr txBox="1">
            <a:spLocks noGrp="1"/>
          </p:cNvSpPr>
          <p:nvPr>
            <p:ph type="subTitle" idx="3"/>
          </p:nvPr>
        </p:nvSpPr>
        <p:spPr>
          <a:xfrm>
            <a:off x="691890" y="4189297"/>
            <a:ext cx="2613212" cy="5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</a:t>
            </a:r>
            <a:r>
              <a:rPr lang="en" dirty="0"/>
              <a:t>studiante ingeniería</a:t>
            </a:r>
            <a:endParaRPr dirty="0"/>
          </a:p>
        </p:txBody>
      </p:sp>
      <p:sp>
        <p:nvSpPr>
          <p:cNvPr id="1974" name="Google Shape;1974;p4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619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Ocupación</a:t>
            </a:r>
            <a:endParaRPr dirty="0"/>
          </a:p>
        </p:txBody>
      </p:sp>
      <p:sp>
        <p:nvSpPr>
          <p:cNvPr id="1975" name="Google Shape;1975;p45"/>
          <p:cNvSpPr txBox="1">
            <a:spLocks noGrp="1"/>
          </p:cNvSpPr>
          <p:nvPr>
            <p:ph type="title" idx="5"/>
          </p:nvPr>
        </p:nvSpPr>
        <p:spPr>
          <a:xfrm>
            <a:off x="49346" y="3174392"/>
            <a:ext cx="2144400" cy="5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/>
            </a:br>
            <a:r>
              <a:rPr lang="en" dirty="0"/>
              <a:t>1</a:t>
            </a:r>
            <a:endParaRPr dirty="0"/>
          </a:p>
        </p:txBody>
      </p:sp>
      <p:sp>
        <p:nvSpPr>
          <p:cNvPr id="1979" name="Google Shape;1979;p45"/>
          <p:cNvSpPr txBox="1">
            <a:spLocks noGrp="1"/>
          </p:cNvSpPr>
          <p:nvPr>
            <p:ph type="subTitle" idx="9"/>
          </p:nvPr>
        </p:nvSpPr>
        <p:spPr>
          <a:xfrm>
            <a:off x="578737" y="2159487"/>
            <a:ext cx="2506680" cy="5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</a:t>
            </a:r>
            <a:r>
              <a:rPr lang="en" dirty="0"/>
              <a:t>ncargarse de sí mismo</a:t>
            </a:r>
            <a:endParaRPr dirty="0"/>
          </a:p>
        </p:txBody>
      </p:sp>
      <p:sp>
        <p:nvSpPr>
          <p:cNvPr id="1980" name="Google Shape;1980;p45"/>
          <p:cNvSpPr txBox="1">
            <a:spLocks noGrp="1"/>
          </p:cNvSpPr>
          <p:nvPr>
            <p:ph type="subTitle" idx="13"/>
          </p:nvPr>
        </p:nvSpPr>
        <p:spPr>
          <a:xfrm>
            <a:off x="5886767" y="2174730"/>
            <a:ext cx="2213855" cy="5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Estudiante ADE</a:t>
            </a:r>
            <a:endParaRPr dirty="0"/>
          </a:p>
        </p:txBody>
      </p:sp>
      <p:sp>
        <p:nvSpPr>
          <p:cNvPr id="1981" name="Google Shape;1981;p45"/>
          <p:cNvSpPr txBox="1">
            <a:spLocks noGrp="1"/>
          </p:cNvSpPr>
          <p:nvPr>
            <p:ph type="title" idx="14"/>
          </p:nvPr>
        </p:nvSpPr>
        <p:spPr>
          <a:xfrm>
            <a:off x="102004" y="1448162"/>
            <a:ext cx="2144400" cy="5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1982" name="Google Shape;1982;p45"/>
          <p:cNvSpPr txBox="1">
            <a:spLocks noGrp="1"/>
          </p:cNvSpPr>
          <p:nvPr>
            <p:ph type="title" idx="15"/>
          </p:nvPr>
        </p:nvSpPr>
        <p:spPr>
          <a:xfrm>
            <a:off x="6712964" y="1499379"/>
            <a:ext cx="2144400" cy="5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1983" name="Google Shape;1983;p45"/>
          <p:cNvSpPr/>
          <p:nvPr/>
        </p:nvSpPr>
        <p:spPr>
          <a:xfrm flipH="1">
            <a:off x="4368653" y="2661087"/>
            <a:ext cx="406694" cy="558855"/>
          </a:xfrm>
          <a:custGeom>
            <a:avLst/>
            <a:gdLst/>
            <a:ahLst/>
            <a:cxnLst/>
            <a:rect l="l" t="t" r="r" b="b"/>
            <a:pathLst>
              <a:path w="8291" h="11393" extrusionOk="0">
                <a:moveTo>
                  <a:pt x="4145" y="0"/>
                </a:moveTo>
                <a:cubicBezTo>
                  <a:pt x="4010" y="0"/>
                  <a:pt x="3891" y="912"/>
                  <a:pt x="3817" y="2318"/>
                </a:cubicBezTo>
                <a:cubicBezTo>
                  <a:pt x="3731" y="3922"/>
                  <a:pt x="2507" y="5246"/>
                  <a:pt x="912" y="5441"/>
                </a:cubicBezTo>
                <a:cubicBezTo>
                  <a:pt x="342" y="5512"/>
                  <a:pt x="1" y="5600"/>
                  <a:pt x="1" y="5696"/>
                </a:cubicBezTo>
                <a:cubicBezTo>
                  <a:pt x="1" y="5794"/>
                  <a:pt x="342" y="5882"/>
                  <a:pt x="912" y="5952"/>
                </a:cubicBezTo>
                <a:cubicBezTo>
                  <a:pt x="2507" y="6148"/>
                  <a:pt x="3731" y="7472"/>
                  <a:pt x="3817" y="9076"/>
                </a:cubicBezTo>
                <a:cubicBezTo>
                  <a:pt x="3891" y="10482"/>
                  <a:pt x="4010" y="11393"/>
                  <a:pt x="4145" y="11393"/>
                </a:cubicBezTo>
                <a:cubicBezTo>
                  <a:pt x="4280" y="11393"/>
                  <a:pt x="4400" y="10482"/>
                  <a:pt x="4474" y="9076"/>
                </a:cubicBezTo>
                <a:cubicBezTo>
                  <a:pt x="4559" y="7472"/>
                  <a:pt x="5784" y="6148"/>
                  <a:pt x="7379" y="5952"/>
                </a:cubicBezTo>
                <a:cubicBezTo>
                  <a:pt x="7949" y="5882"/>
                  <a:pt x="8291" y="5794"/>
                  <a:pt x="8291" y="5696"/>
                </a:cubicBezTo>
                <a:cubicBezTo>
                  <a:pt x="8291" y="5600"/>
                  <a:pt x="7949" y="5512"/>
                  <a:pt x="7379" y="5441"/>
                </a:cubicBezTo>
                <a:cubicBezTo>
                  <a:pt x="5784" y="5246"/>
                  <a:pt x="4559" y="3922"/>
                  <a:pt x="4474" y="2318"/>
                </a:cubicBezTo>
                <a:cubicBezTo>
                  <a:pt x="4400" y="912"/>
                  <a:pt x="4280" y="0"/>
                  <a:pt x="41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84" name="Google Shape;1984;p45"/>
          <p:cNvGrpSpPr/>
          <p:nvPr/>
        </p:nvGrpSpPr>
        <p:grpSpPr>
          <a:xfrm>
            <a:off x="3475884" y="1925378"/>
            <a:ext cx="495889" cy="432945"/>
            <a:chOff x="4924988" y="2972675"/>
            <a:chExt cx="1034827" cy="903474"/>
          </a:xfrm>
        </p:grpSpPr>
        <p:sp>
          <p:nvSpPr>
            <p:cNvPr id="1985" name="Google Shape;1985;p45"/>
            <p:cNvSpPr/>
            <p:nvPr/>
          </p:nvSpPr>
          <p:spPr>
            <a:xfrm>
              <a:off x="4936301" y="2983811"/>
              <a:ext cx="1012201" cy="881202"/>
            </a:xfrm>
            <a:custGeom>
              <a:avLst/>
              <a:gdLst/>
              <a:ahLst/>
              <a:cxnLst/>
              <a:rect l="l" t="t" r="r" b="b"/>
              <a:pathLst>
                <a:path w="27971" h="24351" extrusionOk="0">
                  <a:moveTo>
                    <a:pt x="10430" y="1"/>
                  </a:moveTo>
                  <a:cubicBezTo>
                    <a:pt x="10345" y="1"/>
                    <a:pt x="10261" y="7"/>
                    <a:pt x="10176" y="22"/>
                  </a:cubicBezTo>
                  <a:cubicBezTo>
                    <a:pt x="10093" y="10"/>
                    <a:pt x="10011" y="5"/>
                    <a:pt x="9931" y="5"/>
                  </a:cubicBezTo>
                  <a:cubicBezTo>
                    <a:pt x="9621" y="5"/>
                    <a:pt x="9322" y="82"/>
                    <a:pt x="9024" y="171"/>
                  </a:cubicBezTo>
                  <a:cubicBezTo>
                    <a:pt x="8910" y="203"/>
                    <a:pt x="8792" y="226"/>
                    <a:pt x="8683" y="269"/>
                  </a:cubicBezTo>
                  <a:cubicBezTo>
                    <a:pt x="8169" y="468"/>
                    <a:pt x="7666" y="697"/>
                    <a:pt x="7231" y="1036"/>
                  </a:cubicBezTo>
                  <a:cubicBezTo>
                    <a:pt x="6769" y="1395"/>
                    <a:pt x="6339" y="1793"/>
                    <a:pt x="5895" y="2174"/>
                  </a:cubicBezTo>
                  <a:cubicBezTo>
                    <a:pt x="5835" y="2272"/>
                    <a:pt x="5695" y="2304"/>
                    <a:pt x="5680" y="2439"/>
                  </a:cubicBezTo>
                  <a:cubicBezTo>
                    <a:pt x="5425" y="2830"/>
                    <a:pt x="5110" y="3180"/>
                    <a:pt x="4891" y="3595"/>
                  </a:cubicBezTo>
                  <a:cubicBezTo>
                    <a:pt x="4751" y="3792"/>
                    <a:pt x="4588" y="3975"/>
                    <a:pt x="4505" y="4207"/>
                  </a:cubicBezTo>
                  <a:cubicBezTo>
                    <a:pt x="4349" y="4404"/>
                    <a:pt x="4341" y="4666"/>
                    <a:pt x="4215" y="4877"/>
                  </a:cubicBezTo>
                  <a:cubicBezTo>
                    <a:pt x="4154" y="5195"/>
                    <a:pt x="3905" y="5437"/>
                    <a:pt x="3861" y="5761"/>
                  </a:cubicBezTo>
                  <a:lnTo>
                    <a:pt x="3269" y="7023"/>
                  </a:lnTo>
                  <a:cubicBezTo>
                    <a:pt x="3217" y="7121"/>
                    <a:pt x="3165" y="7219"/>
                    <a:pt x="3113" y="7317"/>
                  </a:cubicBezTo>
                  <a:cubicBezTo>
                    <a:pt x="2983" y="7522"/>
                    <a:pt x="2855" y="7727"/>
                    <a:pt x="2726" y="7931"/>
                  </a:cubicBezTo>
                  <a:cubicBezTo>
                    <a:pt x="2712" y="7946"/>
                    <a:pt x="2701" y="7959"/>
                    <a:pt x="2690" y="7975"/>
                  </a:cubicBezTo>
                  <a:lnTo>
                    <a:pt x="2228" y="8487"/>
                  </a:lnTo>
                  <a:cubicBezTo>
                    <a:pt x="2069" y="8676"/>
                    <a:pt x="1906" y="8861"/>
                    <a:pt x="1753" y="9056"/>
                  </a:cubicBezTo>
                  <a:cubicBezTo>
                    <a:pt x="1302" y="9632"/>
                    <a:pt x="797" y="10148"/>
                    <a:pt x="177" y="10545"/>
                  </a:cubicBezTo>
                  <a:cubicBezTo>
                    <a:pt x="127" y="10577"/>
                    <a:pt x="1" y="10613"/>
                    <a:pt x="87" y="10699"/>
                  </a:cubicBezTo>
                  <a:cubicBezTo>
                    <a:pt x="282" y="10896"/>
                    <a:pt x="378" y="11167"/>
                    <a:pt x="594" y="11345"/>
                  </a:cubicBezTo>
                  <a:cubicBezTo>
                    <a:pt x="790" y="11760"/>
                    <a:pt x="967" y="12186"/>
                    <a:pt x="1286" y="12530"/>
                  </a:cubicBezTo>
                  <a:cubicBezTo>
                    <a:pt x="1432" y="12841"/>
                    <a:pt x="1630" y="13118"/>
                    <a:pt x="1840" y="13389"/>
                  </a:cubicBezTo>
                  <a:cubicBezTo>
                    <a:pt x="1936" y="13636"/>
                    <a:pt x="2048" y="13879"/>
                    <a:pt x="2124" y="14131"/>
                  </a:cubicBezTo>
                  <a:cubicBezTo>
                    <a:pt x="2218" y="14447"/>
                    <a:pt x="2453" y="14682"/>
                    <a:pt x="2566" y="14986"/>
                  </a:cubicBezTo>
                  <a:cubicBezTo>
                    <a:pt x="2748" y="15477"/>
                    <a:pt x="3020" y="15923"/>
                    <a:pt x="3293" y="16366"/>
                  </a:cubicBezTo>
                  <a:cubicBezTo>
                    <a:pt x="3645" y="17222"/>
                    <a:pt x="4119" y="18006"/>
                    <a:pt x="4682" y="18737"/>
                  </a:cubicBezTo>
                  <a:cubicBezTo>
                    <a:pt x="4833" y="19090"/>
                    <a:pt x="5086" y="19370"/>
                    <a:pt x="5334" y="19652"/>
                  </a:cubicBezTo>
                  <a:cubicBezTo>
                    <a:pt x="5336" y="19720"/>
                    <a:pt x="5368" y="19766"/>
                    <a:pt x="5411" y="19818"/>
                  </a:cubicBezTo>
                  <a:cubicBezTo>
                    <a:pt x="5675" y="20138"/>
                    <a:pt x="5930" y="20463"/>
                    <a:pt x="6188" y="20788"/>
                  </a:cubicBezTo>
                  <a:cubicBezTo>
                    <a:pt x="6451" y="21040"/>
                    <a:pt x="6674" y="21334"/>
                    <a:pt x="6995" y="21523"/>
                  </a:cubicBezTo>
                  <a:cubicBezTo>
                    <a:pt x="7012" y="21532"/>
                    <a:pt x="7029" y="21541"/>
                    <a:pt x="7046" y="21550"/>
                  </a:cubicBezTo>
                  <a:cubicBezTo>
                    <a:pt x="7174" y="21663"/>
                    <a:pt x="7276" y="21807"/>
                    <a:pt x="7436" y="21883"/>
                  </a:cubicBezTo>
                  <a:cubicBezTo>
                    <a:pt x="7887" y="22316"/>
                    <a:pt x="8372" y="22700"/>
                    <a:pt x="8956" y="22940"/>
                  </a:cubicBezTo>
                  <a:cubicBezTo>
                    <a:pt x="9052" y="22994"/>
                    <a:pt x="9143" y="23063"/>
                    <a:pt x="9245" y="23099"/>
                  </a:cubicBezTo>
                  <a:cubicBezTo>
                    <a:pt x="9691" y="23258"/>
                    <a:pt x="10134" y="23422"/>
                    <a:pt x="10575" y="23595"/>
                  </a:cubicBezTo>
                  <a:cubicBezTo>
                    <a:pt x="10976" y="23752"/>
                    <a:pt x="11376" y="23934"/>
                    <a:pt x="11818" y="23965"/>
                  </a:cubicBezTo>
                  <a:cubicBezTo>
                    <a:pt x="11999" y="24027"/>
                    <a:pt x="12184" y="24073"/>
                    <a:pt x="12375" y="24073"/>
                  </a:cubicBezTo>
                  <a:cubicBezTo>
                    <a:pt x="12421" y="24073"/>
                    <a:pt x="12468" y="24070"/>
                    <a:pt x="12515" y="24064"/>
                  </a:cubicBezTo>
                  <a:cubicBezTo>
                    <a:pt x="13108" y="24187"/>
                    <a:pt x="13695" y="24350"/>
                    <a:pt x="14305" y="24350"/>
                  </a:cubicBezTo>
                  <a:cubicBezTo>
                    <a:pt x="14319" y="24350"/>
                    <a:pt x="14333" y="24350"/>
                    <a:pt x="14347" y="24350"/>
                  </a:cubicBezTo>
                  <a:cubicBezTo>
                    <a:pt x="14563" y="24347"/>
                    <a:pt x="14783" y="24293"/>
                    <a:pt x="14995" y="24293"/>
                  </a:cubicBezTo>
                  <a:cubicBezTo>
                    <a:pt x="15003" y="24293"/>
                    <a:pt x="15011" y="24293"/>
                    <a:pt x="15019" y="24293"/>
                  </a:cubicBezTo>
                  <a:cubicBezTo>
                    <a:pt x="15045" y="24294"/>
                    <a:pt x="15070" y="24294"/>
                    <a:pt x="15095" y="24294"/>
                  </a:cubicBezTo>
                  <a:cubicBezTo>
                    <a:pt x="15933" y="24294"/>
                    <a:pt x="16710" y="24014"/>
                    <a:pt x="17507" y="23821"/>
                  </a:cubicBezTo>
                  <a:cubicBezTo>
                    <a:pt x="17583" y="23798"/>
                    <a:pt x="17658" y="23776"/>
                    <a:pt x="17733" y="23752"/>
                  </a:cubicBezTo>
                  <a:cubicBezTo>
                    <a:pt x="18328" y="23512"/>
                    <a:pt x="18895" y="23217"/>
                    <a:pt x="19457" y="22911"/>
                  </a:cubicBezTo>
                  <a:cubicBezTo>
                    <a:pt x="19876" y="22684"/>
                    <a:pt x="20287" y="22443"/>
                    <a:pt x="20657" y="22145"/>
                  </a:cubicBezTo>
                  <a:cubicBezTo>
                    <a:pt x="21360" y="21580"/>
                    <a:pt x="22036" y="20990"/>
                    <a:pt x="22621" y="20293"/>
                  </a:cubicBezTo>
                  <a:cubicBezTo>
                    <a:pt x="23134" y="19682"/>
                    <a:pt x="23595" y="19047"/>
                    <a:pt x="23987" y="18354"/>
                  </a:cubicBezTo>
                  <a:cubicBezTo>
                    <a:pt x="24496" y="17455"/>
                    <a:pt x="24813" y="16479"/>
                    <a:pt x="25163" y="15515"/>
                  </a:cubicBezTo>
                  <a:cubicBezTo>
                    <a:pt x="25301" y="15076"/>
                    <a:pt x="25520" y="14670"/>
                    <a:pt x="25697" y="14248"/>
                  </a:cubicBezTo>
                  <a:cubicBezTo>
                    <a:pt x="25909" y="13742"/>
                    <a:pt x="26167" y="13279"/>
                    <a:pt x="26499" y="12843"/>
                  </a:cubicBezTo>
                  <a:cubicBezTo>
                    <a:pt x="26699" y="12578"/>
                    <a:pt x="27028" y="12469"/>
                    <a:pt x="27194" y="12182"/>
                  </a:cubicBezTo>
                  <a:cubicBezTo>
                    <a:pt x="27385" y="12074"/>
                    <a:pt x="27573" y="11962"/>
                    <a:pt x="27768" y="11860"/>
                  </a:cubicBezTo>
                  <a:cubicBezTo>
                    <a:pt x="27956" y="11760"/>
                    <a:pt x="27971" y="11635"/>
                    <a:pt x="27777" y="11517"/>
                  </a:cubicBezTo>
                  <a:lnTo>
                    <a:pt x="27777" y="11517"/>
                  </a:lnTo>
                  <a:lnTo>
                    <a:pt x="27777" y="11518"/>
                  </a:lnTo>
                  <a:cubicBezTo>
                    <a:pt x="27220" y="11179"/>
                    <a:pt x="26770" y="10735"/>
                    <a:pt x="26407" y="10198"/>
                  </a:cubicBezTo>
                  <a:cubicBezTo>
                    <a:pt x="26387" y="10162"/>
                    <a:pt x="26366" y="10126"/>
                    <a:pt x="26345" y="10090"/>
                  </a:cubicBezTo>
                  <a:cubicBezTo>
                    <a:pt x="26168" y="9794"/>
                    <a:pt x="26114" y="9434"/>
                    <a:pt x="25884" y="9163"/>
                  </a:cubicBezTo>
                  <a:cubicBezTo>
                    <a:pt x="25863" y="9128"/>
                    <a:pt x="25842" y="9092"/>
                    <a:pt x="25821" y="9057"/>
                  </a:cubicBezTo>
                  <a:cubicBezTo>
                    <a:pt x="25818" y="9054"/>
                    <a:pt x="25816" y="9050"/>
                    <a:pt x="25814" y="9047"/>
                  </a:cubicBezTo>
                  <a:cubicBezTo>
                    <a:pt x="25694" y="8869"/>
                    <a:pt x="25657" y="8642"/>
                    <a:pt x="25483" y="8498"/>
                  </a:cubicBezTo>
                  <a:cubicBezTo>
                    <a:pt x="25289" y="7893"/>
                    <a:pt x="24955" y="7350"/>
                    <a:pt x="24707" y="6769"/>
                  </a:cubicBezTo>
                  <a:cubicBezTo>
                    <a:pt x="24282" y="5772"/>
                    <a:pt x="23713" y="4845"/>
                    <a:pt x="23211" y="3885"/>
                  </a:cubicBezTo>
                  <a:cubicBezTo>
                    <a:pt x="23048" y="3575"/>
                    <a:pt x="22830" y="3303"/>
                    <a:pt x="22624" y="3021"/>
                  </a:cubicBezTo>
                  <a:cubicBezTo>
                    <a:pt x="22257" y="2518"/>
                    <a:pt x="21883" y="2021"/>
                    <a:pt x="21427" y="1592"/>
                  </a:cubicBezTo>
                  <a:cubicBezTo>
                    <a:pt x="20835" y="1037"/>
                    <a:pt x="20157" y="606"/>
                    <a:pt x="19380" y="367"/>
                  </a:cubicBezTo>
                  <a:cubicBezTo>
                    <a:pt x="19033" y="261"/>
                    <a:pt x="18677" y="219"/>
                    <a:pt x="18317" y="219"/>
                  </a:cubicBezTo>
                  <a:cubicBezTo>
                    <a:pt x="18088" y="219"/>
                    <a:pt x="17858" y="236"/>
                    <a:pt x="17629" y="264"/>
                  </a:cubicBezTo>
                  <a:cubicBezTo>
                    <a:pt x="17045" y="337"/>
                    <a:pt x="16523" y="604"/>
                    <a:pt x="15989" y="828"/>
                  </a:cubicBezTo>
                  <a:cubicBezTo>
                    <a:pt x="15597" y="972"/>
                    <a:pt x="15261" y="1202"/>
                    <a:pt x="14958" y="1485"/>
                  </a:cubicBezTo>
                  <a:cubicBezTo>
                    <a:pt x="14946" y="1498"/>
                    <a:pt x="14935" y="1512"/>
                    <a:pt x="14925" y="1526"/>
                  </a:cubicBezTo>
                  <a:cubicBezTo>
                    <a:pt x="14720" y="1596"/>
                    <a:pt x="14607" y="1773"/>
                    <a:pt x="14465" y="1917"/>
                  </a:cubicBezTo>
                  <a:cubicBezTo>
                    <a:pt x="13974" y="1322"/>
                    <a:pt x="13446" y="772"/>
                    <a:pt x="12732" y="441"/>
                  </a:cubicBezTo>
                  <a:cubicBezTo>
                    <a:pt x="12197" y="263"/>
                    <a:pt x="11656" y="117"/>
                    <a:pt x="11094" y="68"/>
                  </a:cubicBezTo>
                  <a:cubicBezTo>
                    <a:pt x="10873" y="43"/>
                    <a:pt x="10652" y="1"/>
                    <a:pt x="10430" y="1"/>
                  </a:cubicBezTo>
                  <a:close/>
                </a:path>
              </a:pathLst>
            </a:custGeom>
            <a:solidFill>
              <a:schemeClr val="dk2"/>
            </a:solidFill>
            <a:ln w="762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86" name="Google Shape;1986;p45"/>
            <p:cNvPicPr preferRelativeResize="0"/>
            <p:nvPr/>
          </p:nvPicPr>
          <p:blipFill rotWithShape="1">
            <a:blip r:embed="rId3">
              <a:alphaModFix/>
            </a:blip>
            <a:srcRect l="30352" t="23481" r="33882" b="21005"/>
            <a:stretch/>
          </p:blipFill>
          <p:spPr>
            <a:xfrm>
              <a:off x="4924988" y="2972675"/>
              <a:ext cx="1034827" cy="90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87" name="Google Shape;1987;p45"/>
          <p:cNvGrpSpPr/>
          <p:nvPr/>
        </p:nvGrpSpPr>
        <p:grpSpPr>
          <a:xfrm>
            <a:off x="3476009" y="3548560"/>
            <a:ext cx="495889" cy="432945"/>
            <a:chOff x="4924988" y="2972675"/>
            <a:chExt cx="1034827" cy="903474"/>
          </a:xfrm>
        </p:grpSpPr>
        <p:sp>
          <p:nvSpPr>
            <p:cNvPr id="1988" name="Google Shape;1988;p45"/>
            <p:cNvSpPr/>
            <p:nvPr/>
          </p:nvSpPr>
          <p:spPr>
            <a:xfrm>
              <a:off x="4936301" y="2983811"/>
              <a:ext cx="1012201" cy="881202"/>
            </a:xfrm>
            <a:custGeom>
              <a:avLst/>
              <a:gdLst/>
              <a:ahLst/>
              <a:cxnLst/>
              <a:rect l="l" t="t" r="r" b="b"/>
              <a:pathLst>
                <a:path w="27971" h="24351" extrusionOk="0">
                  <a:moveTo>
                    <a:pt x="10430" y="1"/>
                  </a:moveTo>
                  <a:cubicBezTo>
                    <a:pt x="10345" y="1"/>
                    <a:pt x="10261" y="7"/>
                    <a:pt x="10176" y="22"/>
                  </a:cubicBezTo>
                  <a:cubicBezTo>
                    <a:pt x="10093" y="10"/>
                    <a:pt x="10011" y="5"/>
                    <a:pt x="9931" y="5"/>
                  </a:cubicBezTo>
                  <a:cubicBezTo>
                    <a:pt x="9621" y="5"/>
                    <a:pt x="9322" y="82"/>
                    <a:pt x="9024" y="171"/>
                  </a:cubicBezTo>
                  <a:cubicBezTo>
                    <a:pt x="8910" y="203"/>
                    <a:pt x="8792" y="226"/>
                    <a:pt x="8683" y="269"/>
                  </a:cubicBezTo>
                  <a:cubicBezTo>
                    <a:pt x="8169" y="468"/>
                    <a:pt x="7666" y="697"/>
                    <a:pt x="7231" y="1036"/>
                  </a:cubicBezTo>
                  <a:cubicBezTo>
                    <a:pt x="6769" y="1395"/>
                    <a:pt x="6339" y="1793"/>
                    <a:pt x="5895" y="2174"/>
                  </a:cubicBezTo>
                  <a:cubicBezTo>
                    <a:pt x="5835" y="2272"/>
                    <a:pt x="5695" y="2304"/>
                    <a:pt x="5680" y="2439"/>
                  </a:cubicBezTo>
                  <a:cubicBezTo>
                    <a:pt x="5425" y="2830"/>
                    <a:pt x="5110" y="3180"/>
                    <a:pt x="4891" y="3595"/>
                  </a:cubicBezTo>
                  <a:cubicBezTo>
                    <a:pt x="4751" y="3792"/>
                    <a:pt x="4588" y="3975"/>
                    <a:pt x="4505" y="4207"/>
                  </a:cubicBezTo>
                  <a:cubicBezTo>
                    <a:pt x="4349" y="4404"/>
                    <a:pt x="4341" y="4666"/>
                    <a:pt x="4215" y="4877"/>
                  </a:cubicBezTo>
                  <a:cubicBezTo>
                    <a:pt x="4154" y="5195"/>
                    <a:pt x="3905" y="5437"/>
                    <a:pt x="3861" y="5761"/>
                  </a:cubicBezTo>
                  <a:lnTo>
                    <a:pt x="3269" y="7023"/>
                  </a:lnTo>
                  <a:cubicBezTo>
                    <a:pt x="3217" y="7121"/>
                    <a:pt x="3165" y="7219"/>
                    <a:pt x="3113" y="7317"/>
                  </a:cubicBezTo>
                  <a:cubicBezTo>
                    <a:pt x="2983" y="7522"/>
                    <a:pt x="2855" y="7727"/>
                    <a:pt x="2726" y="7931"/>
                  </a:cubicBezTo>
                  <a:cubicBezTo>
                    <a:pt x="2712" y="7946"/>
                    <a:pt x="2701" y="7959"/>
                    <a:pt x="2690" y="7975"/>
                  </a:cubicBezTo>
                  <a:lnTo>
                    <a:pt x="2228" y="8487"/>
                  </a:lnTo>
                  <a:cubicBezTo>
                    <a:pt x="2069" y="8676"/>
                    <a:pt x="1906" y="8861"/>
                    <a:pt x="1753" y="9056"/>
                  </a:cubicBezTo>
                  <a:cubicBezTo>
                    <a:pt x="1302" y="9632"/>
                    <a:pt x="797" y="10148"/>
                    <a:pt x="177" y="10545"/>
                  </a:cubicBezTo>
                  <a:cubicBezTo>
                    <a:pt x="127" y="10577"/>
                    <a:pt x="1" y="10613"/>
                    <a:pt x="87" y="10699"/>
                  </a:cubicBezTo>
                  <a:cubicBezTo>
                    <a:pt x="282" y="10896"/>
                    <a:pt x="378" y="11167"/>
                    <a:pt x="594" y="11345"/>
                  </a:cubicBezTo>
                  <a:cubicBezTo>
                    <a:pt x="790" y="11760"/>
                    <a:pt x="967" y="12186"/>
                    <a:pt x="1286" y="12530"/>
                  </a:cubicBezTo>
                  <a:cubicBezTo>
                    <a:pt x="1432" y="12841"/>
                    <a:pt x="1630" y="13118"/>
                    <a:pt x="1840" y="13389"/>
                  </a:cubicBezTo>
                  <a:cubicBezTo>
                    <a:pt x="1936" y="13636"/>
                    <a:pt x="2048" y="13879"/>
                    <a:pt x="2124" y="14131"/>
                  </a:cubicBezTo>
                  <a:cubicBezTo>
                    <a:pt x="2218" y="14447"/>
                    <a:pt x="2453" y="14682"/>
                    <a:pt x="2566" y="14986"/>
                  </a:cubicBezTo>
                  <a:cubicBezTo>
                    <a:pt x="2748" y="15477"/>
                    <a:pt x="3020" y="15923"/>
                    <a:pt x="3293" y="16366"/>
                  </a:cubicBezTo>
                  <a:cubicBezTo>
                    <a:pt x="3645" y="17222"/>
                    <a:pt x="4119" y="18006"/>
                    <a:pt x="4682" y="18737"/>
                  </a:cubicBezTo>
                  <a:cubicBezTo>
                    <a:pt x="4833" y="19090"/>
                    <a:pt x="5086" y="19370"/>
                    <a:pt x="5334" y="19652"/>
                  </a:cubicBezTo>
                  <a:cubicBezTo>
                    <a:pt x="5336" y="19720"/>
                    <a:pt x="5368" y="19766"/>
                    <a:pt x="5411" y="19818"/>
                  </a:cubicBezTo>
                  <a:cubicBezTo>
                    <a:pt x="5675" y="20138"/>
                    <a:pt x="5930" y="20463"/>
                    <a:pt x="6188" y="20788"/>
                  </a:cubicBezTo>
                  <a:cubicBezTo>
                    <a:pt x="6451" y="21040"/>
                    <a:pt x="6674" y="21334"/>
                    <a:pt x="6995" y="21523"/>
                  </a:cubicBezTo>
                  <a:cubicBezTo>
                    <a:pt x="7012" y="21532"/>
                    <a:pt x="7029" y="21541"/>
                    <a:pt x="7046" y="21550"/>
                  </a:cubicBezTo>
                  <a:cubicBezTo>
                    <a:pt x="7174" y="21663"/>
                    <a:pt x="7276" y="21807"/>
                    <a:pt x="7436" y="21883"/>
                  </a:cubicBezTo>
                  <a:cubicBezTo>
                    <a:pt x="7887" y="22316"/>
                    <a:pt x="8372" y="22700"/>
                    <a:pt x="8956" y="22940"/>
                  </a:cubicBezTo>
                  <a:cubicBezTo>
                    <a:pt x="9052" y="22994"/>
                    <a:pt x="9143" y="23063"/>
                    <a:pt x="9245" y="23099"/>
                  </a:cubicBezTo>
                  <a:cubicBezTo>
                    <a:pt x="9691" y="23258"/>
                    <a:pt x="10134" y="23422"/>
                    <a:pt x="10575" y="23595"/>
                  </a:cubicBezTo>
                  <a:cubicBezTo>
                    <a:pt x="10976" y="23752"/>
                    <a:pt x="11376" y="23934"/>
                    <a:pt x="11818" y="23965"/>
                  </a:cubicBezTo>
                  <a:cubicBezTo>
                    <a:pt x="11999" y="24027"/>
                    <a:pt x="12184" y="24073"/>
                    <a:pt x="12375" y="24073"/>
                  </a:cubicBezTo>
                  <a:cubicBezTo>
                    <a:pt x="12421" y="24073"/>
                    <a:pt x="12468" y="24070"/>
                    <a:pt x="12515" y="24064"/>
                  </a:cubicBezTo>
                  <a:cubicBezTo>
                    <a:pt x="13108" y="24187"/>
                    <a:pt x="13695" y="24350"/>
                    <a:pt x="14305" y="24350"/>
                  </a:cubicBezTo>
                  <a:cubicBezTo>
                    <a:pt x="14319" y="24350"/>
                    <a:pt x="14333" y="24350"/>
                    <a:pt x="14347" y="24350"/>
                  </a:cubicBezTo>
                  <a:cubicBezTo>
                    <a:pt x="14563" y="24347"/>
                    <a:pt x="14783" y="24293"/>
                    <a:pt x="14995" y="24293"/>
                  </a:cubicBezTo>
                  <a:cubicBezTo>
                    <a:pt x="15003" y="24293"/>
                    <a:pt x="15011" y="24293"/>
                    <a:pt x="15019" y="24293"/>
                  </a:cubicBezTo>
                  <a:cubicBezTo>
                    <a:pt x="15045" y="24294"/>
                    <a:pt x="15070" y="24294"/>
                    <a:pt x="15095" y="24294"/>
                  </a:cubicBezTo>
                  <a:cubicBezTo>
                    <a:pt x="15933" y="24294"/>
                    <a:pt x="16710" y="24014"/>
                    <a:pt x="17507" y="23821"/>
                  </a:cubicBezTo>
                  <a:cubicBezTo>
                    <a:pt x="17583" y="23798"/>
                    <a:pt x="17658" y="23776"/>
                    <a:pt x="17733" y="23752"/>
                  </a:cubicBezTo>
                  <a:cubicBezTo>
                    <a:pt x="18328" y="23512"/>
                    <a:pt x="18895" y="23217"/>
                    <a:pt x="19457" y="22911"/>
                  </a:cubicBezTo>
                  <a:cubicBezTo>
                    <a:pt x="19876" y="22684"/>
                    <a:pt x="20287" y="22443"/>
                    <a:pt x="20657" y="22145"/>
                  </a:cubicBezTo>
                  <a:cubicBezTo>
                    <a:pt x="21360" y="21580"/>
                    <a:pt x="22036" y="20990"/>
                    <a:pt x="22621" y="20293"/>
                  </a:cubicBezTo>
                  <a:cubicBezTo>
                    <a:pt x="23134" y="19682"/>
                    <a:pt x="23595" y="19047"/>
                    <a:pt x="23987" y="18354"/>
                  </a:cubicBezTo>
                  <a:cubicBezTo>
                    <a:pt x="24496" y="17455"/>
                    <a:pt x="24813" y="16479"/>
                    <a:pt x="25163" y="15515"/>
                  </a:cubicBezTo>
                  <a:cubicBezTo>
                    <a:pt x="25301" y="15076"/>
                    <a:pt x="25520" y="14670"/>
                    <a:pt x="25697" y="14248"/>
                  </a:cubicBezTo>
                  <a:cubicBezTo>
                    <a:pt x="25909" y="13742"/>
                    <a:pt x="26167" y="13279"/>
                    <a:pt x="26499" y="12843"/>
                  </a:cubicBezTo>
                  <a:cubicBezTo>
                    <a:pt x="26699" y="12578"/>
                    <a:pt x="27028" y="12469"/>
                    <a:pt x="27194" y="12182"/>
                  </a:cubicBezTo>
                  <a:cubicBezTo>
                    <a:pt x="27385" y="12074"/>
                    <a:pt x="27573" y="11962"/>
                    <a:pt x="27768" y="11860"/>
                  </a:cubicBezTo>
                  <a:cubicBezTo>
                    <a:pt x="27956" y="11760"/>
                    <a:pt x="27971" y="11635"/>
                    <a:pt x="27777" y="11517"/>
                  </a:cubicBezTo>
                  <a:lnTo>
                    <a:pt x="27777" y="11517"/>
                  </a:lnTo>
                  <a:lnTo>
                    <a:pt x="27777" y="11518"/>
                  </a:lnTo>
                  <a:cubicBezTo>
                    <a:pt x="27220" y="11179"/>
                    <a:pt x="26770" y="10735"/>
                    <a:pt x="26407" y="10198"/>
                  </a:cubicBezTo>
                  <a:cubicBezTo>
                    <a:pt x="26387" y="10162"/>
                    <a:pt x="26366" y="10126"/>
                    <a:pt x="26345" y="10090"/>
                  </a:cubicBezTo>
                  <a:cubicBezTo>
                    <a:pt x="26168" y="9794"/>
                    <a:pt x="26114" y="9434"/>
                    <a:pt x="25884" y="9163"/>
                  </a:cubicBezTo>
                  <a:cubicBezTo>
                    <a:pt x="25863" y="9128"/>
                    <a:pt x="25842" y="9092"/>
                    <a:pt x="25821" y="9057"/>
                  </a:cubicBezTo>
                  <a:cubicBezTo>
                    <a:pt x="25818" y="9054"/>
                    <a:pt x="25816" y="9050"/>
                    <a:pt x="25814" y="9047"/>
                  </a:cubicBezTo>
                  <a:cubicBezTo>
                    <a:pt x="25694" y="8869"/>
                    <a:pt x="25657" y="8642"/>
                    <a:pt x="25483" y="8498"/>
                  </a:cubicBezTo>
                  <a:cubicBezTo>
                    <a:pt x="25289" y="7893"/>
                    <a:pt x="24955" y="7350"/>
                    <a:pt x="24707" y="6769"/>
                  </a:cubicBezTo>
                  <a:cubicBezTo>
                    <a:pt x="24282" y="5772"/>
                    <a:pt x="23713" y="4845"/>
                    <a:pt x="23211" y="3885"/>
                  </a:cubicBezTo>
                  <a:cubicBezTo>
                    <a:pt x="23048" y="3575"/>
                    <a:pt x="22830" y="3303"/>
                    <a:pt x="22624" y="3021"/>
                  </a:cubicBezTo>
                  <a:cubicBezTo>
                    <a:pt x="22257" y="2518"/>
                    <a:pt x="21883" y="2021"/>
                    <a:pt x="21427" y="1592"/>
                  </a:cubicBezTo>
                  <a:cubicBezTo>
                    <a:pt x="20835" y="1037"/>
                    <a:pt x="20157" y="606"/>
                    <a:pt x="19380" y="367"/>
                  </a:cubicBezTo>
                  <a:cubicBezTo>
                    <a:pt x="19033" y="261"/>
                    <a:pt x="18677" y="219"/>
                    <a:pt x="18317" y="219"/>
                  </a:cubicBezTo>
                  <a:cubicBezTo>
                    <a:pt x="18088" y="219"/>
                    <a:pt x="17858" y="236"/>
                    <a:pt x="17629" y="264"/>
                  </a:cubicBezTo>
                  <a:cubicBezTo>
                    <a:pt x="17045" y="337"/>
                    <a:pt x="16523" y="604"/>
                    <a:pt x="15989" y="828"/>
                  </a:cubicBezTo>
                  <a:cubicBezTo>
                    <a:pt x="15597" y="972"/>
                    <a:pt x="15261" y="1202"/>
                    <a:pt x="14958" y="1485"/>
                  </a:cubicBezTo>
                  <a:cubicBezTo>
                    <a:pt x="14946" y="1498"/>
                    <a:pt x="14935" y="1512"/>
                    <a:pt x="14925" y="1526"/>
                  </a:cubicBezTo>
                  <a:cubicBezTo>
                    <a:pt x="14720" y="1596"/>
                    <a:pt x="14607" y="1773"/>
                    <a:pt x="14465" y="1917"/>
                  </a:cubicBezTo>
                  <a:cubicBezTo>
                    <a:pt x="13974" y="1322"/>
                    <a:pt x="13446" y="772"/>
                    <a:pt x="12732" y="441"/>
                  </a:cubicBezTo>
                  <a:cubicBezTo>
                    <a:pt x="12197" y="263"/>
                    <a:pt x="11656" y="117"/>
                    <a:pt x="11094" y="68"/>
                  </a:cubicBezTo>
                  <a:cubicBezTo>
                    <a:pt x="10873" y="43"/>
                    <a:pt x="10652" y="1"/>
                    <a:pt x="10430" y="1"/>
                  </a:cubicBezTo>
                  <a:close/>
                </a:path>
              </a:pathLst>
            </a:custGeom>
            <a:solidFill>
              <a:schemeClr val="dk2"/>
            </a:solidFill>
            <a:ln w="762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89" name="Google Shape;1989;p45"/>
            <p:cNvPicPr preferRelativeResize="0"/>
            <p:nvPr/>
          </p:nvPicPr>
          <p:blipFill rotWithShape="1">
            <a:blip r:embed="rId3">
              <a:alphaModFix/>
            </a:blip>
            <a:srcRect l="30352" t="23481" r="33882" b="21005"/>
            <a:stretch/>
          </p:blipFill>
          <p:spPr>
            <a:xfrm>
              <a:off x="4924988" y="2972675"/>
              <a:ext cx="1034827" cy="90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0" name="Google Shape;1990;p45"/>
          <p:cNvGrpSpPr/>
          <p:nvPr/>
        </p:nvGrpSpPr>
        <p:grpSpPr>
          <a:xfrm>
            <a:off x="5172209" y="1925378"/>
            <a:ext cx="495889" cy="432945"/>
            <a:chOff x="4924988" y="2972675"/>
            <a:chExt cx="1034827" cy="903474"/>
          </a:xfrm>
        </p:grpSpPr>
        <p:sp>
          <p:nvSpPr>
            <p:cNvPr id="1991" name="Google Shape;1991;p45"/>
            <p:cNvSpPr/>
            <p:nvPr/>
          </p:nvSpPr>
          <p:spPr>
            <a:xfrm>
              <a:off x="4936301" y="2983811"/>
              <a:ext cx="1012201" cy="881202"/>
            </a:xfrm>
            <a:custGeom>
              <a:avLst/>
              <a:gdLst/>
              <a:ahLst/>
              <a:cxnLst/>
              <a:rect l="l" t="t" r="r" b="b"/>
              <a:pathLst>
                <a:path w="27971" h="24351" extrusionOk="0">
                  <a:moveTo>
                    <a:pt x="10430" y="1"/>
                  </a:moveTo>
                  <a:cubicBezTo>
                    <a:pt x="10345" y="1"/>
                    <a:pt x="10261" y="7"/>
                    <a:pt x="10176" y="22"/>
                  </a:cubicBezTo>
                  <a:cubicBezTo>
                    <a:pt x="10093" y="10"/>
                    <a:pt x="10011" y="5"/>
                    <a:pt x="9931" y="5"/>
                  </a:cubicBezTo>
                  <a:cubicBezTo>
                    <a:pt x="9621" y="5"/>
                    <a:pt x="9322" y="82"/>
                    <a:pt x="9024" y="171"/>
                  </a:cubicBezTo>
                  <a:cubicBezTo>
                    <a:pt x="8910" y="203"/>
                    <a:pt x="8792" y="226"/>
                    <a:pt x="8683" y="269"/>
                  </a:cubicBezTo>
                  <a:cubicBezTo>
                    <a:pt x="8169" y="468"/>
                    <a:pt x="7666" y="697"/>
                    <a:pt x="7231" y="1036"/>
                  </a:cubicBezTo>
                  <a:cubicBezTo>
                    <a:pt x="6769" y="1395"/>
                    <a:pt x="6339" y="1793"/>
                    <a:pt x="5895" y="2174"/>
                  </a:cubicBezTo>
                  <a:cubicBezTo>
                    <a:pt x="5835" y="2272"/>
                    <a:pt x="5695" y="2304"/>
                    <a:pt x="5680" y="2439"/>
                  </a:cubicBezTo>
                  <a:cubicBezTo>
                    <a:pt x="5425" y="2830"/>
                    <a:pt x="5110" y="3180"/>
                    <a:pt x="4891" y="3595"/>
                  </a:cubicBezTo>
                  <a:cubicBezTo>
                    <a:pt x="4751" y="3792"/>
                    <a:pt x="4588" y="3975"/>
                    <a:pt x="4505" y="4207"/>
                  </a:cubicBezTo>
                  <a:cubicBezTo>
                    <a:pt x="4349" y="4404"/>
                    <a:pt x="4341" y="4666"/>
                    <a:pt x="4215" y="4877"/>
                  </a:cubicBezTo>
                  <a:cubicBezTo>
                    <a:pt x="4154" y="5195"/>
                    <a:pt x="3905" y="5437"/>
                    <a:pt x="3861" y="5761"/>
                  </a:cubicBezTo>
                  <a:lnTo>
                    <a:pt x="3269" y="7023"/>
                  </a:lnTo>
                  <a:cubicBezTo>
                    <a:pt x="3217" y="7121"/>
                    <a:pt x="3165" y="7219"/>
                    <a:pt x="3113" y="7317"/>
                  </a:cubicBezTo>
                  <a:cubicBezTo>
                    <a:pt x="2983" y="7522"/>
                    <a:pt x="2855" y="7727"/>
                    <a:pt x="2726" y="7931"/>
                  </a:cubicBezTo>
                  <a:cubicBezTo>
                    <a:pt x="2712" y="7946"/>
                    <a:pt x="2701" y="7959"/>
                    <a:pt x="2690" y="7975"/>
                  </a:cubicBezTo>
                  <a:lnTo>
                    <a:pt x="2228" y="8487"/>
                  </a:lnTo>
                  <a:cubicBezTo>
                    <a:pt x="2069" y="8676"/>
                    <a:pt x="1906" y="8861"/>
                    <a:pt x="1753" y="9056"/>
                  </a:cubicBezTo>
                  <a:cubicBezTo>
                    <a:pt x="1302" y="9632"/>
                    <a:pt x="797" y="10148"/>
                    <a:pt x="177" y="10545"/>
                  </a:cubicBezTo>
                  <a:cubicBezTo>
                    <a:pt x="127" y="10577"/>
                    <a:pt x="1" y="10613"/>
                    <a:pt x="87" y="10699"/>
                  </a:cubicBezTo>
                  <a:cubicBezTo>
                    <a:pt x="282" y="10896"/>
                    <a:pt x="378" y="11167"/>
                    <a:pt x="594" y="11345"/>
                  </a:cubicBezTo>
                  <a:cubicBezTo>
                    <a:pt x="790" y="11760"/>
                    <a:pt x="967" y="12186"/>
                    <a:pt x="1286" y="12530"/>
                  </a:cubicBezTo>
                  <a:cubicBezTo>
                    <a:pt x="1432" y="12841"/>
                    <a:pt x="1630" y="13118"/>
                    <a:pt x="1840" y="13389"/>
                  </a:cubicBezTo>
                  <a:cubicBezTo>
                    <a:pt x="1936" y="13636"/>
                    <a:pt x="2048" y="13879"/>
                    <a:pt x="2124" y="14131"/>
                  </a:cubicBezTo>
                  <a:cubicBezTo>
                    <a:pt x="2218" y="14447"/>
                    <a:pt x="2453" y="14682"/>
                    <a:pt x="2566" y="14986"/>
                  </a:cubicBezTo>
                  <a:cubicBezTo>
                    <a:pt x="2748" y="15477"/>
                    <a:pt x="3020" y="15923"/>
                    <a:pt x="3293" y="16366"/>
                  </a:cubicBezTo>
                  <a:cubicBezTo>
                    <a:pt x="3645" y="17222"/>
                    <a:pt x="4119" y="18006"/>
                    <a:pt x="4682" y="18737"/>
                  </a:cubicBezTo>
                  <a:cubicBezTo>
                    <a:pt x="4833" y="19090"/>
                    <a:pt x="5086" y="19370"/>
                    <a:pt x="5334" y="19652"/>
                  </a:cubicBezTo>
                  <a:cubicBezTo>
                    <a:pt x="5336" y="19720"/>
                    <a:pt x="5368" y="19766"/>
                    <a:pt x="5411" y="19818"/>
                  </a:cubicBezTo>
                  <a:cubicBezTo>
                    <a:pt x="5675" y="20138"/>
                    <a:pt x="5930" y="20463"/>
                    <a:pt x="6188" y="20788"/>
                  </a:cubicBezTo>
                  <a:cubicBezTo>
                    <a:pt x="6451" y="21040"/>
                    <a:pt x="6674" y="21334"/>
                    <a:pt x="6995" y="21523"/>
                  </a:cubicBezTo>
                  <a:cubicBezTo>
                    <a:pt x="7012" y="21532"/>
                    <a:pt x="7029" y="21541"/>
                    <a:pt x="7046" y="21550"/>
                  </a:cubicBezTo>
                  <a:cubicBezTo>
                    <a:pt x="7174" y="21663"/>
                    <a:pt x="7276" y="21807"/>
                    <a:pt x="7436" y="21883"/>
                  </a:cubicBezTo>
                  <a:cubicBezTo>
                    <a:pt x="7887" y="22316"/>
                    <a:pt x="8372" y="22700"/>
                    <a:pt x="8956" y="22940"/>
                  </a:cubicBezTo>
                  <a:cubicBezTo>
                    <a:pt x="9052" y="22994"/>
                    <a:pt x="9143" y="23063"/>
                    <a:pt x="9245" y="23099"/>
                  </a:cubicBezTo>
                  <a:cubicBezTo>
                    <a:pt x="9691" y="23258"/>
                    <a:pt x="10134" y="23422"/>
                    <a:pt x="10575" y="23595"/>
                  </a:cubicBezTo>
                  <a:cubicBezTo>
                    <a:pt x="10976" y="23752"/>
                    <a:pt x="11376" y="23934"/>
                    <a:pt x="11818" y="23965"/>
                  </a:cubicBezTo>
                  <a:cubicBezTo>
                    <a:pt x="11999" y="24027"/>
                    <a:pt x="12184" y="24073"/>
                    <a:pt x="12375" y="24073"/>
                  </a:cubicBezTo>
                  <a:cubicBezTo>
                    <a:pt x="12421" y="24073"/>
                    <a:pt x="12468" y="24070"/>
                    <a:pt x="12515" y="24064"/>
                  </a:cubicBezTo>
                  <a:cubicBezTo>
                    <a:pt x="13108" y="24187"/>
                    <a:pt x="13695" y="24350"/>
                    <a:pt x="14305" y="24350"/>
                  </a:cubicBezTo>
                  <a:cubicBezTo>
                    <a:pt x="14319" y="24350"/>
                    <a:pt x="14333" y="24350"/>
                    <a:pt x="14347" y="24350"/>
                  </a:cubicBezTo>
                  <a:cubicBezTo>
                    <a:pt x="14563" y="24347"/>
                    <a:pt x="14783" y="24293"/>
                    <a:pt x="14995" y="24293"/>
                  </a:cubicBezTo>
                  <a:cubicBezTo>
                    <a:pt x="15003" y="24293"/>
                    <a:pt x="15011" y="24293"/>
                    <a:pt x="15019" y="24293"/>
                  </a:cubicBezTo>
                  <a:cubicBezTo>
                    <a:pt x="15045" y="24294"/>
                    <a:pt x="15070" y="24294"/>
                    <a:pt x="15095" y="24294"/>
                  </a:cubicBezTo>
                  <a:cubicBezTo>
                    <a:pt x="15933" y="24294"/>
                    <a:pt x="16710" y="24014"/>
                    <a:pt x="17507" y="23821"/>
                  </a:cubicBezTo>
                  <a:cubicBezTo>
                    <a:pt x="17583" y="23798"/>
                    <a:pt x="17658" y="23776"/>
                    <a:pt x="17733" y="23752"/>
                  </a:cubicBezTo>
                  <a:cubicBezTo>
                    <a:pt x="18328" y="23512"/>
                    <a:pt x="18895" y="23217"/>
                    <a:pt x="19457" y="22911"/>
                  </a:cubicBezTo>
                  <a:cubicBezTo>
                    <a:pt x="19876" y="22684"/>
                    <a:pt x="20287" y="22443"/>
                    <a:pt x="20657" y="22145"/>
                  </a:cubicBezTo>
                  <a:cubicBezTo>
                    <a:pt x="21360" y="21580"/>
                    <a:pt x="22036" y="20990"/>
                    <a:pt x="22621" y="20293"/>
                  </a:cubicBezTo>
                  <a:cubicBezTo>
                    <a:pt x="23134" y="19682"/>
                    <a:pt x="23595" y="19047"/>
                    <a:pt x="23987" y="18354"/>
                  </a:cubicBezTo>
                  <a:cubicBezTo>
                    <a:pt x="24496" y="17455"/>
                    <a:pt x="24813" y="16479"/>
                    <a:pt x="25163" y="15515"/>
                  </a:cubicBezTo>
                  <a:cubicBezTo>
                    <a:pt x="25301" y="15076"/>
                    <a:pt x="25520" y="14670"/>
                    <a:pt x="25697" y="14248"/>
                  </a:cubicBezTo>
                  <a:cubicBezTo>
                    <a:pt x="25909" y="13742"/>
                    <a:pt x="26167" y="13279"/>
                    <a:pt x="26499" y="12843"/>
                  </a:cubicBezTo>
                  <a:cubicBezTo>
                    <a:pt x="26699" y="12578"/>
                    <a:pt x="27028" y="12469"/>
                    <a:pt x="27194" y="12182"/>
                  </a:cubicBezTo>
                  <a:cubicBezTo>
                    <a:pt x="27385" y="12074"/>
                    <a:pt x="27573" y="11962"/>
                    <a:pt x="27768" y="11860"/>
                  </a:cubicBezTo>
                  <a:cubicBezTo>
                    <a:pt x="27956" y="11760"/>
                    <a:pt x="27971" y="11635"/>
                    <a:pt x="27777" y="11517"/>
                  </a:cubicBezTo>
                  <a:lnTo>
                    <a:pt x="27777" y="11517"/>
                  </a:lnTo>
                  <a:lnTo>
                    <a:pt x="27777" y="11518"/>
                  </a:lnTo>
                  <a:cubicBezTo>
                    <a:pt x="27220" y="11179"/>
                    <a:pt x="26770" y="10735"/>
                    <a:pt x="26407" y="10198"/>
                  </a:cubicBezTo>
                  <a:cubicBezTo>
                    <a:pt x="26387" y="10162"/>
                    <a:pt x="26366" y="10126"/>
                    <a:pt x="26345" y="10090"/>
                  </a:cubicBezTo>
                  <a:cubicBezTo>
                    <a:pt x="26168" y="9794"/>
                    <a:pt x="26114" y="9434"/>
                    <a:pt x="25884" y="9163"/>
                  </a:cubicBezTo>
                  <a:cubicBezTo>
                    <a:pt x="25863" y="9128"/>
                    <a:pt x="25842" y="9092"/>
                    <a:pt x="25821" y="9057"/>
                  </a:cubicBezTo>
                  <a:cubicBezTo>
                    <a:pt x="25818" y="9054"/>
                    <a:pt x="25816" y="9050"/>
                    <a:pt x="25814" y="9047"/>
                  </a:cubicBezTo>
                  <a:cubicBezTo>
                    <a:pt x="25694" y="8869"/>
                    <a:pt x="25657" y="8642"/>
                    <a:pt x="25483" y="8498"/>
                  </a:cubicBezTo>
                  <a:cubicBezTo>
                    <a:pt x="25289" y="7893"/>
                    <a:pt x="24955" y="7350"/>
                    <a:pt x="24707" y="6769"/>
                  </a:cubicBezTo>
                  <a:cubicBezTo>
                    <a:pt x="24282" y="5772"/>
                    <a:pt x="23713" y="4845"/>
                    <a:pt x="23211" y="3885"/>
                  </a:cubicBezTo>
                  <a:cubicBezTo>
                    <a:pt x="23048" y="3575"/>
                    <a:pt x="22830" y="3303"/>
                    <a:pt x="22624" y="3021"/>
                  </a:cubicBezTo>
                  <a:cubicBezTo>
                    <a:pt x="22257" y="2518"/>
                    <a:pt x="21883" y="2021"/>
                    <a:pt x="21427" y="1592"/>
                  </a:cubicBezTo>
                  <a:cubicBezTo>
                    <a:pt x="20835" y="1037"/>
                    <a:pt x="20157" y="606"/>
                    <a:pt x="19380" y="367"/>
                  </a:cubicBezTo>
                  <a:cubicBezTo>
                    <a:pt x="19033" y="261"/>
                    <a:pt x="18677" y="219"/>
                    <a:pt x="18317" y="219"/>
                  </a:cubicBezTo>
                  <a:cubicBezTo>
                    <a:pt x="18088" y="219"/>
                    <a:pt x="17858" y="236"/>
                    <a:pt x="17629" y="264"/>
                  </a:cubicBezTo>
                  <a:cubicBezTo>
                    <a:pt x="17045" y="337"/>
                    <a:pt x="16523" y="604"/>
                    <a:pt x="15989" y="828"/>
                  </a:cubicBezTo>
                  <a:cubicBezTo>
                    <a:pt x="15597" y="972"/>
                    <a:pt x="15261" y="1202"/>
                    <a:pt x="14958" y="1485"/>
                  </a:cubicBezTo>
                  <a:cubicBezTo>
                    <a:pt x="14946" y="1498"/>
                    <a:pt x="14935" y="1512"/>
                    <a:pt x="14925" y="1526"/>
                  </a:cubicBezTo>
                  <a:cubicBezTo>
                    <a:pt x="14720" y="1596"/>
                    <a:pt x="14607" y="1773"/>
                    <a:pt x="14465" y="1917"/>
                  </a:cubicBezTo>
                  <a:cubicBezTo>
                    <a:pt x="13974" y="1322"/>
                    <a:pt x="13446" y="772"/>
                    <a:pt x="12732" y="441"/>
                  </a:cubicBezTo>
                  <a:cubicBezTo>
                    <a:pt x="12197" y="263"/>
                    <a:pt x="11656" y="117"/>
                    <a:pt x="11094" y="68"/>
                  </a:cubicBezTo>
                  <a:cubicBezTo>
                    <a:pt x="10873" y="43"/>
                    <a:pt x="10652" y="1"/>
                    <a:pt x="10430" y="1"/>
                  </a:cubicBezTo>
                  <a:close/>
                </a:path>
              </a:pathLst>
            </a:custGeom>
            <a:solidFill>
              <a:schemeClr val="dk2"/>
            </a:solidFill>
            <a:ln w="762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92" name="Google Shape;1992;p45"/>
            <p:cNvPicPr preferRelativeResize="0"/>
            <p:nvPr/>
          </p:nvPicPr>
          <p:blipFill rotWithShape="1">
            <a:blip r:embed="rId3">
              <a:alphaModFix/>
            </a:blip>
            <a:srcRect l="30352" t="23481" r="33882" b="21005"/>
            <a:stretch/>
          </p:blipFill>
          <p:spPr>
            <a:xfrm>
              <a:off x="4924988" y="2972675"/>
              <a:ext cx="1034827" cy="9034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47"/>
          <p:cNvSpPr txBox="1">
            <a:spLocks noGrp="1"/>
          </p:cNvSpPr>
          <p:nvPr>
            <p:ph type="title"/>
          </p:nvPr>
        </p:nvSpPr>
        <p:spPr>
          <a:xfrm>
            <a:off x="1211275" y="2075519"/>
            <a:ext cx="1484700" cy="4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3</a:t>
            </a:r>
            <a:endParaRPr sz="2400" dirty="0"/>
          </a:p>
        </p:txBody>
      </p:sp>
      <p:sp>
        <p:nvSpPr>
          <p:cNvPr id="2008" name="Google Shape;2008;p47"/>
          <p:cNvSpPr txBox="1">
            <a:spLocks noGrp="1"/>
          </p:cNvSpPr>
          <p:nvPr>
            <p:ph type="subTitle" idx="1"/>
          </p:nvPr>
        </p:nvSpPr>
        <p:spPr>
          <a:xfrm>
            <a:off x="615626" y="2913426"/>
            <a:ext cx="2675905" cy="9254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He llorado</a:t>
            </a:r>
            <a:endParaRPr sz="1800" dirty="0"/>
          </a:p>
        </p:txBody>
      </p:sp>
      <p:sp>
        <p:nvSpPr>
          <p:cNvPr id="2012" name="Google Shape;2012;p47"/>
          <p:cNvSpPr txBox="1">
            <a:spLocks noGrp="1"/>
          </p:cNvSpPr>
          <p:nvPr>
            <p:ph type="subTitle" idx="5"/>
          </p:nvPr>
        </p:nvSpPr>
        <p:spPr>
          <a:xfrm>
            <a:off x="3347400" y="3810150"/>
            <a:ext cx="2449200" cy="4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 arrepiento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(matizable)</a:t>
            </a:r>
            <a:endParaRPr dirty="0"/>
          </a:p>
        </p:txBody>
      </p:sp>
      <p:sp>
        <p:nvSpPr>
          <p:cNvPr id="2013" name="Google Shape;2013;p47"/>
          <p:cNvSpPr txBox="1">
            <a:spLocks noGrp="1"/>
          </p:cNvSpPr>
          <p:nvPr>
            <p:ph type="subTitle" idx="6"/>
          </p:nvPr>
        </p:nvSpPr>
        <p:spPr>
          <a:xfrm>
            <a:off x="5861437" y="3810150"/>
            <a:ext cx="2675905" cy="7004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 hablado y no ha llegado a nada</a:t>
            </a:r>
            <a:endParaRPr dirty="0"/>
          </a:p>
        </p:txBody>
      </p:sp>
      <p:sp>
        <p:nvSpPr>
          <p:cNvPr id="2015" name="Google Shape;2015;p47"/>
          <p:cNvSpPr txBox="1">
            <a:spLocks noGrp="1"/>
          </p:cNvSpPr>
          <p:nvPr>
            <p:ph type="title" idx="8"/>
          </p:nvPr>
        </p:nvSpPr>
        <p:spPr>
          <a:xfrm>
            <a:off x="3829654" y="2075519"/>
            <a:ext cx="1484700" cy="4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2016" name="Google Shape;2016;p47"/>
          <p:cNvSpPr txBox="1">
            <a:spLocks noGrp="1"/>
          </p:cNvSpPr>
          <p:nvPr>
            <p:ph type="title" idx="9"/>
          </p:nvPr>
        </p:nvSpPr>
        <p:spPr>
          <a:xfrm>
            <a:off x="6457048" y="2075519"/>
            <a:ext cx="1484700" cy="4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2+1</a:t>
            </a:r>
            <a:endParaRPr dirty="0"/>
          </a:p>
        </p:txBody>
      </p:sp>
      <p:sp>
        <p:nvSpPr>
          <p:cNvPr id="2017" name="Google Shape;2017;p47"/>
          <p:cNvSpPr/>
          <p:nvPr/>
        </p:nvSpPr>
        <p:spPr>
          <a:xfrm>
            <a:off x="1072048" y="1397889"/>
            <a:ext cx="1763400" cy="1763400"/>
          </a:xfrm>
          <a:prstGeom prst="donut">
            <a:avLst>
              <a:gd name="adj" fmla="val 23435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51038"/>
              </a:solidFill>
            </a:endParaRPr>
          </a:p>
        </p:txBody>
      </p:sp>
      <p:sp>
        <p:nvSpPr>
          <p:cNvPr id="2018" name="Google Shape;2018;p47"/>
          <p:cNvSpPr/>
          <p:nvPr/>
        </p:nvSpPr>
        <p:spPr>
          <a:xfrm rot="10637924" flipH="1">
            <a:off x="1071950" y="1397938"/>
            <a:ext cx="1763259" cy="1763259"/>
          </a:xfrm>
          <a:prstGeom prst="blockArc">
            <a:avLst>
              <a:gd name="adj1" fmla="val 5221422"/>
              <a:gd name="adj2" fmla="val 5309777"/>
              <a:gd name="adj3" fmla="val 23314"/>
            </a:avLst>
          </a:prstGeom>
          <a:solidFill>
            <a:schemeClr val="accent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9" name="Google Shape;2019;p47"/>
          <p:cNvSpPr/>
          <p:nvPr/>
        </p:nvSpPr>
        <p:spPr>
          <a:xfrm>
            <a:off x="3694931" y="1397899"/>
            <a:ext cx="1763400" cy="1763400"/>
          </a:xfrm>
          <a:prstGeom prst="donut">
            <a:avLst>
              <a:gd name="adj" fmla="val 23435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51038"/>
              </a:solidFill>
            </a:endParaRPr>
          </a:p>
        </p:txBody>
      </p:sp>
      <p:sp>
        <p:nvSpPr>
          <p:cNvPr id="2020" name="Google Shape;2020;p47"/>
          <p:cNvSpPr/>
          <p:nvPr/>
        </p:nvSpPr>
        <p:spPr>
          <a:xfrm rot="10637925" flipH="1">
            <a:off x="3694831" y="1397843"/>
            <a:ext cx="1763353" cy="1763353"/>
          </a:xfrm>
          <a:prstGeom prst="blockArc">
            <a:avLst>
              <a:gd name="adj1" fmla="val 16018726"/>
              <a:gd name="adj2" fmla="val 5309777"/>
              <a:gd name="adj3" fmla="val 23314"/>
            </a:avLst>
          </a:prstGeom>
          <a:solidFill>
            <a:schemeClr val="accen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47"/>
          <p:cNvSpPr/>
          <p:nvPr/>
        </p:nvSpPr>
        <p:spPr>
          <a:xfrm>
            <a:off x="6317814" y="1397899"/>
            <a:ext cx="1763400" cy="1763400"/>
          </a:xfrm>
          <a:prstGeom prst="donut">
            <a:avLst>
              <a:gd name="adj" fmla="val 23435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51038"/>
              </a:solidFill>
            </a:endParaRPr>
          </a:p>
        </p:txBody>
      </p:sp>
      <p:sp>
        <p:nvSpPr>
          <p:cNvPr id="2022" name="Google Shape;2022;p47"/>
          <p:cNvSpPr/>
          <p:nvPr/>
        </p:nvSpPr>
        <p:spPr>
          <a:xfrm rot="10637925" flipH="1">
            <a:off x="6317714" y="1397843"/>
            <a:ext cx="1763353" cy="1763353"/>
          </a:xfrm>
          <a:prstGeom prst="blockArc">
            <a:avLst>
              <a:gd name="adj1" fmla="val 13155469"/>
              <a:gd name="adj2" fmla="val 5309777"/>
              <a:gd name="adj3" fmla="val 23314"/>
            </a:avLst>
          </a:prstGeom>
          <a:solidFill>
            <a:schemeClr val="accent4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3" name="Google Shape;2023;p47"/>
          <p:cNvSpPr/>
          <p:nvPr/>
        </p:nvSpPr>
        <p:spPr>
          <a:xfrm flipH="1">
            <a:off x="-742015" y="-130626"/>
            <a:ext cx="1619215" cy="2180626"/>
          </a:xfrm>
          <a:custGeom>
            <a:avLst/>
            <a:gdLst/>
            <a:ahLst/>
            <a:cxnLst/>
            <a:rect l="l" t="t" r="r" b="b"/>
            <a:pathLst>
              <a:path w="63029" h="95631" extrusionOk="0">
                <a:moveTo>
                  <a:pt x="19976" y="0"/>
                </a:moveTo>
                <a:cubicBezTo>
                  <a:pt x="4316" y="5220"/>
                  <a:pt x="-5930" y="33658"/>
                  <a:pt x="3974" y="46863"/>
                </a:cubicBezTo>
                <a:cubicBezTo>
                  <a:pt x="12768" y="58589"/>
                  <a:pt x="29726" y="60882"/>
                  <a:pt x="42836" y="67437"/>
                </a:cubicBezTo>
                <a:cubicBezTo>
                  <a:pt x="49996" y="71017"/>
                  <a:pt x="56624" y="76575"/>
                  <a:pt x="60743" y="83439"/>
                </a:cubicBezTo>
                <a:cubicBezTo>
                  <a:pt x="62870" y="86985"/>
                  <a:pt x="61721" y="91708"/>
                  <a:pt x="63029" y="95631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s-ES"/>
          </a:p>
        </p:txBody>
      </p:sp>
      <p:pic>
        <p:nvPicPr>
          <p:cNvPr id="2024" name="Google Shape;2024;p47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-146419">
            <a:off x="3132616" y="2108490"/>
            <a:ext cx="265148" cy="342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5" name="Google Shape;2025;p47"/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-146419">
            <a:off x="5755499" y="2108490"/>
            <a:ext cx="265148" cy="342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6">
          <a:extLst>
            <a:ext uri="{FF2B5EF4-FFF2-40B4-BE49-F238E27FC236}">
              <a16:creationId xmlns:a16="http://schemas.microsoft.com/office/drawing/2014/main" id="{D4F3C3B4-C10A-E211-3E31-5422A49C0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43">
            <a:extLst>
              <a:ext uri="{FF2B5EF4-FFF2-40B4-BE49-F238E27FC236}">
                <a16:creationId xmlns:a16="http://schemas.microsoft.com/office/drawing/2014/main" id="{659B992B-0A11-580F-221B-A68E0D297F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3656" y="779734"/>
            <a:ext cx="7704000" cy="619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Traumitas de este año</a:t>
            </a:r>
            <a:endParaRPr dirty="0"/>
          </a:p>
        </p:txBody>
      </p:sp>
      <p:sp>
        <p:nvSpPr>
          <p:cNvPr id="1939" name="Google Shape;1939;p43">
            <a:extLst>
              <a:ext uri="{FF2B5EF4-FFF2-40B4-BE49-F238E27FC236}">
                <a16:creationId xmlns:a16="http://schemas.microsoft.com/office/drawing/2014/main" id="{9E7F6734-83E4-F8EF-56E0-62873651D9AC}"/>
              </a:ext>
            </a:extLst>
          </p:cNvPr>
          <p:cNvSpPr/>
          <p:nvPr/>
        </p:nvSpPr>
        <p:spPr>
          <a:xfrm>
            <a:off x="-275300" y="-492550"/>
            <a:ext cx="2657475" cy="1342625"/>
          </a:xfrm>
          <a:custGeom>
            <a:avLst/>
            <a:gdLst/>
            <a:ahLst/>
            <a:cxnLst/>
            <a:rect l="l" t="t" r="r" b="b"/>
            <a:pathLst>
              <a:path w="106299" h="53705" extrusionOk="0">
                <a:moveTo>
                  <a:pt x="0" y="49911"/>
                </a:moveTo>
                <a:cubicBezTo>
                  <a:pt x="6577" y="49911"/>
                  <a:pt x="12881" y="52745"/>
                  <a:pt x="19431" y="53340"/>
                </a:cubicBezTo>
                <a:cubicBezTo>
                  <a:pt x="33388" y="54609"/>
                  <a:pt x="49065" y="51566"/>
                  <a:pt x="60198" y="43053"/>
                </a:cubicBezTo>
                <a:cubicBezTo>
                  <a:pt x="69854" y="35669"/>
                  <a:pt x="72119" y="21751"/>
                  <a:pt x="79629" y="12192"/>
                </a:cubicBezTo>
                <a:cubicBezTo>
                  <a:pt x="85668" y="4506"/>
                  <a:pt x="96524" y="0"/>
                  <a:pt x="106299" y="0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s-ES"/>
          </a:p>
        </p:txBody>
      </p:sp>
      <p:pic>
        <p:nvPicPr>
          <p:cNvPr id="1940" name="Google Shape;1940;p43">
            <a:extLst>
              <a:ext uri="{FF2B5EF4-FFF2-40B4-BE49-F238E27FC236}">
                <a16:creationId xmlns:a16="http://schemas.microsoft.com/office/drawing/2014/main" id="{10C122DA-746A-CC50-FB10-3861FBAE4B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4081" t="39624" r="42963" b="30651"/>
          <a:stretch/>
        </p:blipFill>
        <p:spPr>
          <a:xfrm rot="-722212" flipH="1">
            <a:off x="7983880" y="474436"/>
            <a:ext cx="222966" cy="2877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D1AC647-3B60-4FC4-8CB5-2E22F2DF84AF}"/>
              </a:ext>
            </a:extLst>
          </p:cNvPr>
          <p:cNvGrpSpPr/>
          <p:nvPr/>
        </p:nvGrpSpPr>
        <p:grpSpPr>
          <a:xfrm>
            <a:off x="221984" y="2032875"/>
            <a:ext cx="2930605" cy="1243086"/>
            <a:chOff x="2382175" y="1288282"/>
            <a:chExt cx="4432144" cy="2604705"/>
          </a:xfrm>
        </p:grpSpPr>
        <p:grpSp>
          <p:nvGrpSpPr>
            <p:cNvPr id="1927" name="Google Shape;1927;p43">
              <a:extLst>
                <a:ext uri="{FF2B5EF4-FFF2-40B4-BE49-F238E27FC236}">
                  <a16:creationId xmlns:a16="http://schemas.microsoft.com/office/drawing/2014/main" id="{542954A1-20B4-B9D2-87AF-A51BCFF45411}"/>
                </a:ext>
              </a:extLst>
            </p:cNvPr>
            <p:cNvGrpSpPr/>
            <p:nvPr/>
          </p:nvGrpSpPr>
          <p:grpSpPr>
            <a:xfrm>
              <a:off x="2382175" y="1288282"/>
              <a:ext cx="4432144" cy="2604705"/>
              <a:chOff x="4157550" y="1340775"/>
              <a:chExt cx="4266600" cy="2713800"/>
            </a:xfrm>
          </p:grpSpPr>
          <p:sp>
            <p:nvSpPr>
              <p:cNvPr id="1928" name="Google Shape;1928;p43">
                <a:extLst>
                  <a:ext uri="{FF2B5EF4-FFF2-40B4-BE49-F238E27FC236}">
                    <a16:creationId xmlns:a16="http://schemas.microsoft.com/office/drawing/2014/main" id="{589F746C-0ADD-72BD-6AF7-7A9FBD91FC33}"/>
                  </a:ext>
                </a:extLst>
              </p:cNvPr>
              <p:cNvSpPr/>
              <p:nvPr/>
            </p:nvSpPr>
            <p:spPr>
              <a:xfrm>
                <a:off x="4157550" y="1340775"/>
                <a:ext cx="4266600" cy="2713800"/>
              </a:xfrm>
              <a:prstGeom prst="plaque">
                <a:avLst>
                  <a:gd name="adj" fmla="val 9104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43">
                <a:extLst>
                  <a:ext uri="{FF2B5EF4-FFF2-40B4-BE49-F238E27FC236}">
                    <a16:creationId xmlns:a16="http://schemas.microsoft.com/office/drawing/2014/main" id="{2B2C4ABD-8A38-BD15-C669-4DFF3AAA9A6A}"/>
                  </a:ext>
                </a:extLst>
              </p:cNvPr>
              <p:cNvSpPr/>
              <p:nvPr/>
            </p:nvSpPr>
            <p:spPr>
              <a:xfrm>
                <a:off x="4295479" y="1482839"/>
                <a:ext cx="3990600" cy="2429700"/>
              </a:xfrm>
              <a:prstGeom prst="plaque">
                <a:avLst>
                  <a:gd name="adj" fmla="val 8643"/>
                </a:avLst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" name="Google Shape;1930;p43">
              <a:extLst>
                <a:ext uri="{FF2B5EF4-FFF2-40B4-BE49-F238E27FC236}">
                  <a16:creationId xmlns:a16="http://schemas.microsoft.com/office/drawing/2014/main" id="{83F21F54-880F-5FD9-F014-CFD7E766ADFF}"/>
                </a:ext>
              </a:extLst>
            </p:cNvPr>
            <p:cNvSpPr txBox="1">
              <a:spLocks/>
            </p:cNvSpPr>
            <p:nvPr/>
          </p:nvSpPr>
          <p:spPr>
            <a:xfrm>
              <a:off x="2943418" y="1632825"/>
              <a:ext cx="3309506" cy="11092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Shrikhand"/>
                <a:buNone/>
                <a:defRPr sz="3300" b="0" i="0" u="none" strike="noStrike" cap="none">
                  <a:solidFill>
                    <a:schemeClr val="dk1"/>
                  </a:solidFill>
                  <a:latin typeface="Shrikhand"/>
                  <a:ea typeface="Shrikhand"/>
                  <a:cs typeface="Shrikhand"/>
                  <a:sym typeface="Shrikhan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9pPr>
            </a:lstStyle>
            <a:p>
              <a:r>
                <a:rPr lang="es-ES" sz="1300" dirty="0" err="1"/>
                <a:t>Post-lio</a:t>
              </a:r>
              <a:r>
                <a:rPr lang="es-ES" sz="1300" dirty="0"/>
                <a:t> procede a darme una chapa sobre por que es mejor estar amigos que con una tía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B67A744-0B75-BF76-6DE4-CE6F6BA32364}"/>
              </a:ext>
            </a:extLst>
          </p:cNvPr>
          <p:cNvGrpSpPr/>
          <p:nvPr/>
        </p:nvGrpSpPr>
        <p:grpSpPr>
          <a:xfrm>
            <a:off x="3247328" y="1490357"/>
            <a:ext cx="2930605" cy="1243086"/>
            <a:chOff x="2382175" y="1288282"/>
            <a:chExt cx="4432144" cy="2604705"/>
          </a:xfrm>
        </p:grpSpPr>
        <p:grpSp>
          <p:nvGrpSpPr>
            <p:cNvPr id="6" name="Google Shape;1927;p43">
              <a:extLst>
                <a:ext uri="{FF2B5EF4-FFF2-40B4-BE49-F238E27FC236}">
                  <a16:creationId xmlns:a16="http://schemas.microsoft.com/office/drawing/2014/main" id="{C7C0F71D-D73A-B759-BF6C-5E54DBC57BA5}"/>
                </a:ext>
              </a:extLst>
            </p:cNvPr>
            <p:cNvGrpSpPr/>
            <p:nvPr/>
          </p:nvGrpSpPr>
          <p:grpSpPr>
            <a:xfrm>
              <a:off x="2382175" y="1288282"/>
              <a:ext cx="4432144" cy="2604705"/>
              <a:chOff x="4157550" y="1340775"/>
              <a:chExt cx="4266600" cy="2713800"/>
            </a:xfrm>
          </p:grpSpPr>
          <p:sp>
            <p:nvSpPr>
              <p:cNvPr id="8" name="Google Shape;1928;p43">
                <a:extLst>
                  <a:ext uri="{FF2B5EF4-FFF2-40B4-BE49-F238E27FC236}">
                    <a16:creationId xmlns:a16="http://schemas.microsoft.com/office/drawing/2014/main" id="{C087797F-FD96-A5E8-DD1E-F214D12F8BF7}"/>
                  </a:ext>
                </a:extLst>
              </p:cNvPr>
              <p:cNvSpPr/>
              <p:nvPr/>
            </p:nvSpPr>
            <p:spPr>
              <a:xfrm>
                <a:off x="4157550" y="1340775"/>
                <a:ext cx="4266600" cy="2713800"/>
              </a:xfrm>
              <a:prstGeom prst="plaque">
                <a:avLst>
                  <a:gd name="adj" fmla="val 9104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1929;p43">
                <a:extLst>
                  <a:ext uri="{FF2B5EF4-FFF2-40B4-BE49-F238E27FC236}">
                    <a16:creationId xmlns:a16="http://schemas.microsoft.com/office/drawing/2014/main" id="{80D8179B-D75A-56F8-F854-7348ED0991B7}"/>
                  </a:ext>
                </a:extLst>
              </p:cNvPr>
              <p:cNvSpPr/>
              <p:nvPr/>
            </p:nvSpPr>
            <p:spPr>
              <a:xfrm>
                <a:off x="4295479" y="1482839"/>
                <a:ext cx="3990600" cy="2429700"/>
              </a:xfrm>
              <a:prstGeom prst="plaque">
                <a:avLst>
                  <a:gd name="adj" fmla="val 8643"/>
                </a:avLst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1930;p43">
              <a:extLst>
                <a:ext uri="{FF2B5EF4-FFF2-40B4-BE49-F238E27FC236}">
                  <a16:creationId xmlns:a16="http://schemas.microsoft.com/office/drawing/2014/main" id="{679F4F16-D335-999B-E748-7B4B96659401}"/>
                </a:ext>
              </a:extLst>
            </p:cNvPr>
            <p:cNvSpPr txBox="1">
              <a:spLocks/>
            </p:cNvSpPr>
            <p:nvPr/>
          </p:nvSpPr>
          <p:spPr>
            <a:xfrm>
              <a:off x="2943418" y="1632825"/>
              <a:ext cx="3309506" cy="11092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Shrikhand"/>
                <a:buNone/>
                <a:defRPr sz="3300" b="0" i="0" u="none" strike="noStrike" cap="none">
                  <a:solidFill>
                    <a:schemeClr val="dk1"/>
                  </a:solidFill>
                  <a:latin typeface="Shrikhand"/>
                  <a:ea typeface="Shrikhand"/>
                  <a:cs typeface="Shrikhand"/>
                  <a:sym typeface="Shrikhan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9pPr>
            </a:lstStyle>
            <a:p>
              <a:r>
                <a:rPr lang="es-ES" sz="1300" dirty="0"/>
                <a:t>Después de 7 meses sin vernos me dice de ir a su casa porque tiene depresión y es su “lugar seguro”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9367A31-11BE-17C2-D50F-B9F5818042F2}"/>
              </a:ext>
            </a:extLst>
          </p:cNvPr>
          <p:cNvGrpSpPr/>
          <p:nvPr/>
        </p:nvGrpSpPr>
        <p:grpSpPr>
          <a:xfrm>
            <a:off x="1129744" y="3402308"/>
            <a:ext cx="2930605" cy="1243086"/>
            <a:chOff x="2382175" y="1288282"/>
            <a:chExt cx="4432144" cy="2604705"/>
          </a:xfrm>
        </p:grpSpPr>
        <p:grpSp>
          <p:nvGrpSpPr>
            <p:cNvPr id="11" name="Google Shape;1927;p43">
              <a:extLst>
                <a:ext uri="{FF2B5EF4-FFF2-40B4-BE49-F238E27FC236}">
                  <a16:creationId xmlns:a16="http://schemas.microsoft.com/office/drawing/2014/main" id="{344D0B8F-A8C8-301B-BAD3-12E2B8E1B7BE}"/>
                </a:ext>
              </a:extLst>
            </p:cNvPr>
            <p:cNvGrpSpPr/>
            <p:nvPr/>
          </p:nvGrpSpPr>
          <p:grpSpPr>
            <a:xfrm>
              <a:off x="2382175" y="1288282"/>
              <a:ext cx="4432144" cy="2604705"/>
              <a:chOff x="4157550" y="1340775"/>
              <a:chExt cx="4266600" cy="2713800"/>
            </a:xfrm>
          </p:grpSpPr>
          <p:sp>
            <p:nvSpPr>
              <p:cNvPr id="13" name="Google Shape;1928;p43">
                <a:extLst>
                  <a:ext uri="{FF2B5EF4-FFF2-40B4-BE49-F238E27FC236}">
                    <a16:creationId xmlns:a16="http://schemas.microsoft.com/office/drawing/2014/main" id="{36D0A4CF-0647-8B3F-3E00-0243CF4490D0}"/>
                  </a:ext>
                </a:extLst>
              </p:cNvPr>
              <p:cNvSpPr/>
              <p:nvPr/>
            </p:nvSpPr>
            <p:spPr>
              <a:xfrm>
                <a:off x="4157550" y="1340775"/>
                <a:ext cx="4266600" cy="2713800"/>
              </a:xfrm>
              <a:prstGeom prst="plaque">
                <a:avLst>
                  <a:gd name="adj" fmla="val 9104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929;p43">
                <a:extLst>
                  <a:ext uri="{FF2B5EF4-FFF2-40B4-BE49-F238E27FC236}">
                    <a16:creationId xmlns:a16="http://schemas.microsoft.com/office/drawing/2014/main" id="{7A84FEB2-9BCD-3E0C-914B-01C58C20AC71}"/>
                  </a:ext>
                </a:extLst>
              </p:cNvPr>
              <p:cNvSpPr/>
              <p:nvPr/>
            </p:nvSpPr>
            <p:spPr>
              <a:xfrm>
                <a:off x="4295479" y="1482839"/>
                <a:ext cx="3990600" cy="2429700"/>
              </a:xfrm>
              <a:prstGeom prst="plaque">
                <a:avLst>
                  <a:gd name="adj" fmla="val 8643"/>
                </a:avLst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" name="Google Shape;1930;p43">
              <a:extLst>
                <a:ext uri="{FF2B5EF4-FFF2-40B4-BE49-F238E27FC236}">
                  <a16:creationId xmlns:a16="http://schemas.microsoft.com/office/drawing/2014/main" id="{A7790389-8031-147C-C6C4-F70C4E55690E}"/>
                </a:ext>
              </a:extLst>
            </p:cNvPr>
            <p:cNvSpPr txBox="1">
              <a:spLocks/>
            </p:cNvSpPr>
            <p:nvPr/>
          </p:nvSpPr>
          <p:spPr>
            <a:xfrm>
              <a:off x="2591081" y="1643503"/>
              <a:ext cx="4014181" cy="11092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Shrikhand"/>
                <a:buNone/>
                <a:defRPr sz="3300" b="0" i="0" u="none" strike="noStrike" cap="none">
                  <a:solidFill>
                    <a:schemeClr val="dk1"/>
                  </a:solidFill>
                  <a:latin typeface="Shrikhand"/>
                  <a:ea typeface="Shrikhand"/>
                  <a:cs typeface="Shrikhand"/>
                  <a:sym typeface="Shrikhan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9pPr>
            </a:lstStyle>
            <a:p>
              <a:r>
                <a:rPr lang="es-ES" sz="1300" dirty="0"/>
                <a:t>Me recordaba constantemente que borraba las conversaciones y que nadie podía saber que éramos amigos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DC33016-43F4-8212-E23D-88B6C5EE3E95}"/>
              </a:ext>
            </a:extLst>
          </p:cNvPr>
          <p:cNvGrpSpPr/>
          <p:nvPr/>
        </p:nvGrpSpPr>
        <p:grpSpPr>
          <a:xfrm>
            <a:off x="6477667" y="1538206"/>
            <a:ext cx="2259411" cy="1252882"/>
            <a:chOff x="2382175" y="1288282"/>
            <a:chExt cx="4432144" cy="2604705"/>
          </a:xfrm>
        </p:grpSpPr>
        <p:grpSp>
          <p:nvGrpSpPr>
            <p:cNvPr id="16" name="Google Shape;1927;p43">
              <a:extLst>
                <a:ext uri="{FF2B5EF4-FFF2-40B4-BE49-F238E27FC236}">
                  <a16:creationId xmlns:a16="http://schemas.microsoft.com/office/drawing/2014/main" id="{C5068794-1421-D756-08BC-D92C433C7E51}"/>
                </a:ext>
              </a:extLst>
            </p:cNvPr>
            <p:cNvGrpSpPr/>
            <p:nvPr/>
          </p:nvGrpSpPr>
          <p:grpSpPr>
            <a:xfrm>
              <a:off x="2382175" y="1288282"/>
              <a:ext cx="4432144" cy="2604705"/>
              <a:chOff x="4157550" y="1340775"/>
              <a:chExt cx="4266600" cy="2713800"/>
            </a:xfrm>
          </p:grpSpPr>
          <p:sp>
            <p:nvSpPr>
              <p:cNvPr id="18" name="Google Shape;1928;p43">
                <a:extLst>
                  <a:ext uri="{FF2B5EF4-FFF2-40B4-BE49-F238E27FC236}">
                    <a16:creationId xmlns:a16="http://schemas.microsoft.com/office/drawing/2014/main" id="{4CD40845-0969-7690-6CA5-8CFE9E3CFBF5}"/>
                  </a:ext>
                </a:extLst>
              </p:cNvPr>
              <p:cNvSpPr/>
              <p:nvPr/>
            </p:nvSpPr>
            <p:spPr>
              <a:xfrm>
                <a:off x="4157550" y="1340775"/>
                <a:ext cx="4266600" cy="2713800"/>
              </a:xfrm>
              <a:prstGeom prst="plaque">
                <a:avLst>
                  <a:gd name="adj" fmla="val 9104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29;p43">
                <a:extLst>
                  <a:ext uri="{FF2B5EF4-FFF2-40B4-BE49-F238E27FC236}">
                    <a16:creationId xmlns:a16="http://schemas.microsoft.com/office/drawing/2014/main" id="{E3814D06-FFF4-C0F8-FC4A-D91EF7F843E2}"/>
                  </a:ext>
                </a:extLst>
              </p:cNvPr>
              <p:cNvSpPr/>
              <p:nvPr/>
            </p:nvSpPr>
            <p:spPr>
              <a:xfrm>
                <a:off x="4295479" y="1482839"/>
                <a:ext cx="3990600" cy="2429700"/>
              </a:xfrm>
              <a:prstGeom prst="plaque">
                <a:avLst>
                  <a:gd name="adj" fmla="val 8643"/>
                </a:avLst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" name="Google Shape;1930;p43">
              <a:extLst>
                <a:ext uri="{FF2B5EF4-FFF2-40B4-BE49-F238E27FC236}">
                  <a16:creationId xmlns:a16="http://schemas.microsoft.com/office/drawing/2014/main" id="{340AE35C-5A38-4F5F-7142-A9B4E552A1C5}"/>
                </a:ext>
              </a:extLst>
            </p:cNvPr>
            <p:cNvSpPr txBox="1">
              <a:spLocks/>
            </p:cNvSpPr>
            <p:nvPr/>
          </p:nvSpPr>
          <p:spPr>
            <a:xfrm>
              <a:off x="3125061" y="1802416"/>
              <a:ext cx="3309505" cy="11092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Shrikhand"/>
                <a:buNone/>
                <a:defRPr sz="3300" b="0" i="0" u="none" strike="noStrike" cap="none">
                  <a:solidFill>
                    <a:schemeClr val="dk1"/>
                  </a:solidFill>
                  <a:latin typeface="Shrikhand"/>
                  <a:ea typeface="Shrikhand"/>
                  <a:cs typeface="Shrikhand"/>
                  <a:sym typeface="Shrikhan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9pPr>
            </a:lstStyle>
            <a:p>
              <a:r>
                <a:rPr lang="es-ES" sz="1300" dirty="0"/>
                <a:t>Me dejó sin habernos liado aún</a:t>
              </a:r>
            </a:p>
            <a:p>
              <a:r>
                <a:rPr lang="es-ES" sz="1300" dirty="0"/>
                <a:t>(</a:t>
              </a:r>
              <a:r>
                <a:rPr lang="es-ES" sz="1300" dirty="0" err="1"/>
                <a:t>huí</a:t>
              </a:r>
              <a:r>
                <a:rPr lang="es-ES" sz="1300" dirty="0"/>
                <a:t>)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7BADD95-9761-4AE8-1DD6-3A752042BD11}"/>
              </a:ext>
            </a:extLst>
          </p:cNvPr>
          <p:cNvGrpSpPr/>
          <p:nvPr/>
        </p:nvGrpSpPr>
        <p:grpSpPr>
          <a:xfrm>
            <a:off x="4801970" y="2973972"/>
            <a:ext cx="3212286" cy="1734955"/>
            <a:chOff x="2382175" y="1288282"/>
            <a:chExt cx="4432144" cy="2604705"/>
          </a:xfrm>
        </p:grpSpPr>
        <p:grpSp>
          <p:nvGrpSpPr>
            <p:cNvPr id="21" name="Google Shape;1927;p43">
              <a:extLst>
                <a:ext uri="{FF2B5EF4-FFF2-40B4-BE49-F238E27FC236}">
                  <a16:creationId xmlns:a16="http://schemas.microsoft.com/office/drawing/2014/main" id="{71EA760A-C346-DBB3-ACE9-CA87F0E81F74}"/>
                </a:ext>
              </a:extLst>
            </p:cNvPr>
            <p:cNvGrpSpPr/>
            <p:nvPr/>
          </p:nvGrpSpPr>
          <p:grpSpPr>
            <a:xfrm>
              <a:off x="2382175" y="1288282"/>
              <a:ext cx="4432144" cy="2604705"/>
              <a:chOff x="4157550" y="1340775"/>
              <a:chExt cx="4266600" cy="2713800"/>
            </a:xfrm>
          </p:grpSpPr>
          <p:sp>
            <p:nvSpPr>
              <p:cNvPr id="23" name="Google Shape;1928;p43">
                <a:extLst>
                  <a:ext uri="{FF2B5EF4-FFF2-40B4-BE49-F238E27FC236}">
                    <a16:creationId xmlns:a16="http://schemas.microsoft.com/office/drawing/2014/main" id="{C875AFEE-1321-6062-9E0A-32B00DE8A429}"/>
                  </a:ext>
                </a:extLst>
              </p:cNvPr>
              <p:cNvSpPr/>
              <p:nvPr/>
            </p:nvSpPr>
            <p:spPr>
              <a:xfrm>
                <a:off x="4157550" y="1340775"/>
                <a:ext cx="4266600" cy="2713800"/>
              </a:xfrm>
              <a:prstGeom prst="plaque">
                <a:avLst>
                  <a:gd name="adj" fmla="val 9104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929;p43">
                <a:extLst>
                  <a:ext uri="{FF2B5EF4-FFF2-40B4-BE49-F238E27FC236}">
                    <a16:creationId xmlns:a16="http://schemas.microsoft.com/office/drawing/2014/main" id="{4618BC28-214B-D1E1-9FA1-D8D043EE84A0}"/>
                  </a:ext>
                </a:extLst>
              </p:cNvPr>
              <p:cNvSpPr/>
              <p:nvPr/>
            </p:nvSpPr>
            <p:spPr>
              <a:xfrm>
                <a:off x="4295478" y="1482839"/>
                <a:ext cx="3990601" cy="2429700"/>
              </a:xfrm>
              <a:prstGeom prst="plaque">
                <a:avLst>
                  <a:gd name="adj" fmla="val 8643"/>
                </a:avLst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" name="Google Shape;1930;p43">
              <a:extLst>
                <a:ext uri="{FF2B5EF4-FFF2-40B4-BE49-F238E27FC236}">
                  <a16:creationId xmlns:a16="http://schemas.microsoft.com/office/drawing/2014/main" id="{E6DFDBCA-E798-BF31-7CB7-7FE1B6EC9ECB}"/>
                </a:ext>
              </a:extLst>
            </p:cNvPr>
            <p:cNvSpPr txBox="1">
              <a:spLocks/>
            </p:cNvSpPr>
            <p:nvPr/>
          </p:nvSpPr>
          <p:spPr>
            <a:xfrm>
              <a:off x="2943418" y="1632825"/>
              <a:ext cx="3309506" cy="11092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Shrikhand"/>
                <a:buNone/>
                <a:defRPr sz="3300" b="0" i="0" u="none" strike="noStrike" cap="none">
                  <a:solidFill>
                    <a:schemeClr val="dk1"/>
                  </a:solidFill>
                  <a:latin typeface="Shrikhand"/>
                  <a:ea typeface="Shrikhand"/>
                  <a:cs typeface="Shrikhand"/>
                  <a:sym typeface="Shrikhan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Bebas Neue"/>
                <a:buNone/>
                <a:defRPr sz="35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9pPr>
            </a:lstStyle>
            <a:p>
              <a:r>
                <a:rPr lang="es-ES" sz="1300" dirty="0"/>
                <a:t>Me dejó sola en su habitación sin poder salir mientras escuchaba como sus compañeros de piso le socorrían (estaba vomitando)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674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9" name="Google Shape;2389;p54"/>
          <p:cNvGrpSpPr/>
          <p:nvPr/>
        </p:nvGrpSpPr>
        <p:grpSpPr>
          <a:xfrm>
            <a:off x="4898700" y="1205000"/>
            <a:ext cx="3537600" cy="3403500"/>
            <a:chOff x="720031" y="1205000"/>
            <a:chExt cx="3537600" cy="3403500"/>
          </a:xfrm>
        </p:grpSpPr>
        <p:sp>
          <p:nvSpPr>
            <p:cNvPr id="2390" name="Google Shape;2390;p54"/>
            <p:cNvSpPr/>
            <p:nvPr/>
          </p:nvSpPr>
          <p:spPr>
            <a:xfrm>
              <a:off x="720031" y="1205000"/>
              <a:ext cx="3537600" cy="3403500"/>
            </a:xfrm>
            <a:prstGeom prst="plaque">
              <a:avLst>
                <a:gd name="adj" fmla="val 13620"/>
              </a:avLst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54"/>
            <p:cNvSpPr/>
            <p:nvPr/>
          </p:nvSpPr>
          <p:spPr>
            <a:xfrm>
              <a:off x="853831" y="1335650"/>
              <a:ext cx="3270000" cy="3142200"/>
            </a:xfrm>
            <a:prstGeom prst="plaque">
              <a:avLst>
                <a:gd name="adj" fmla="val 1362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2" name="Google Shape;2392;p54"/>
          <p:cNvGrpSpPr/>
          <p:nvPr/>
        </p:nvGrpSpPr>
        <p:grpSpPr>
          <a:xfrm>
            <a:off x="707700" y="1205000"/>
            <a:ext cx="3537600" cy="3403500"/>
            <a:chOff x="720031" y="1205000"/>
            <a:chExt cx="3537600" cy="3403500"/>
          </a:xfrm>
        </p:grpSpPr>
        <p:sp>
          <p:nvSpPr>
            <p:cNvPr id="2393" name="Google Shape;2393;p54"/>
            <p:cNvSpPr/>
            <p:nvPr/>
          </p:nvSpPr>
          <p:spPr>
            <a:xfrm>
              <a:off x="720031" y="1205000"/>
              <a:ext cx="3537600" cy="3403500"/>
            </a:xfrm>
            <a:prstGeom prst="plaque">
              <a:avLst>
                <a:gd name="adj" fmla="val 13620"/>
              </a:avLst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54"/>
            <p:cNvSpPr/>
            <p:nvPr/>
          </p:nvSpPr>
          <p:spPr>
            <a:xfrm>
              <a:off x="853831" y="1335650"/>
              <a:ext cx="3270000" cy="3142200"/>
            </a:xfrm>
            <a:prstGeom prst="plaque">
              <a:avLst>
                <a:gd name="adj" fmla="val 1362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5" name="Google Shape;2395;p54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619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Propósitos</a:t>
            </a:r>
            <a:endParaRPr dirty="0"/>
          </a:p>
        </p:txBody>
      </p:sp>
      <p:sp>
        <p:nvSpPr>
          <p:cNvPr id="2396" name="Google Shape;2396;p54"/>
          <p:cNvSpPr txBox="1">
            <a:spLocks noGrp="1"/>
          </p:cNvSpPr>
          <p:nvPr>
            <p:ph type="subTitle" idx="1"/>
          </p:nvPr>
        </p:nvSpPr>
        <p:spPr>
          <a:xfrm>
            <a:off x="1099200" y="1416800"/>
            <a:ext cx="2754600" cy="5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2025</a:t>
            </a:r>
            <a:endParaRPr dirty="0"/>
          </a:p>
        </p:txBody>
      </p:sp>
      <p:sp>
        <p:nvSpPr>
          <p:cNvPr id="2397" name="Google Shape;2397;p54"/>
          <p:cNvSpPr txBox="1">
            <a:spLocks noGrp="1"/>
          </p:cNvSpPr>
          <p:nvPr>
            <p:ph type="subTitle" idx="2"/>
          </p:nvPr>
        </p:nvSpPr>
        <p:spPr>
          <a:xfrm>
            <a:off x="5290200" y="1416800"/>
            <a:ext cx="2754600" cy="5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2026</a:t>
            </a:r>
            <a:endParaRPr dirty="0"/>
          </a:p>
        </p:txBody>
      </p:sp>
      <p:sp>
        <p:nvSpPr>
          <p:cNvPr id="2398" name="Google Shape;2398;p54"/>
          <p:cNvSpPr txBox="1">
            <a:spLocks noGrp="1"/>
          </p:cNvSpPr>
          <p:nvPr>
            <p:ph type="body" idx="3"/>
          </p:nvPr>
        </p:nvSpPr>
        <p:spPr>
          <a:xfrm>
            <a:off x="1099200" y="1973600"/>
            <a:ext cx="2754600" cy="21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5760" lvl="0" indent="-226059" algn="l" rtl="0">
              <a:spcBef>
                <a:spcPts val="0"/>
              </a:spcBef>
              <a:spcAft>
                <a:spcPts val="0"/>
              </a:spcAft>
              <a:buSzPts val="1400"/>
              <a:buChar char="✦"/>
            </a:pPr>
            <a:r>
              <a:rPr lang="es-ES" dirty="0"/>
              <a:t>Si me pillo de alguien que por lo menos  no sea un gilipollas</a:t>
            </a:r>
            <a:endParaRPr dirty="0"/>
          </a:p>
        </p:txBody>
      </p:sp>
      <p:sp>
        <p:nvSpPr>
          <p:cNvPr id="2399" name="Google Shape;2399;p54"/>
          <p:cNvSpPr txBox="1">
            <a:spLocks noGrp="1"/>
          </p:cNvSpPr>
          <p:nvPr>
            <p:ph type="body" idx="4"/>
          </p:nvPr>
        </p:nvSpPr>
        <p:spPr>
          <a:xfrm>
            <a:off x="5290200" y="1973600"/>
            <a:ext cx="2754600" cy="21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5760" lvl="0" indent="-226059" algn="l" rtl="0">
              <a:spcBef>
                <a:spcPts val="0"/>
              </a:spcBef>
              <a:spcAft>
                <a:spcPts val="0"/>
              </a:spcAft>
              <a:buSzPts val="1400"/>
              <a:buChar char="✦"/>
            </a:pPr>
            <a:r>
              <a:rPr lang="es-ES" dirty="0"/>
              <a:t>Ninguno. Ya he perdido la esperanza. </a:t>
            </a:r>
          </a:p>
        </p:txBody>
      </p:sp>
      <p:sp>
        <p:nvSpPr>
          <p:cNvPr id="2400" name="Google Shape;2400;p54"/>
          <p:cNvSpPr/>
          <p:nvPr/>
        </p:nvSpPr>
        <p:spPr>
          <a:xfrm>
            <a:off x="7639975" y="-292550"/>
            <a:ext cx="2838450" cy="1466850"/>
          </a:xfrm>
          <a:custGeom>
            <a:avLst/>
            <a:gdLst/>
            <a:ahLst/>
            <a:cxnLst/>
            <a:rect l="l" t="t" r="r" b="b"/>
            <a:pathLst>
              <a:path w="113538" h="58674" extrusionOk="0">
                <a:moveTo>
                  <a:pt x="0" y="0"/>
                </a:moveTo>
                <a:cubicBezTo>
                  <a:pt x="0" y="16884"/>
                  <a:pt x="18680" y="34101"/>
                  <a:pt x="35433" y="36195"/>
                </a:cubicBezTo>
                <a:cubicBezTo>
                  <a:pt x="52966" y="38387"/>
                  <a:pt x="71115" y="30207"/>
                  <a:pt x="88392" y="33909"/>
                </a:cubicBezTo>
                <a:cubicBezTo>
                  <a:pt x="94668" y="35254"/>
                  <a:pt x="101243" y="37901"/>
                  <a:pt x="105537" y="42672"/>
                </a:cubicBezTo>
                <a:cubicBezTo>
                  <a:pt x="109526" y="47105"/>
                  <a:pt x="110871" y="53340"/>
                  <a:pt x="113538" y="58674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s-ES"/>
          </a:p>
        </p:txBody>
      </p:sp>
      <p:grpSp>
        <p:nvGrpSpPr>
          <p:cNvPr id="2401" name="Google Shape;2401;p54"/>
          <p:cNvGrpSpPr/>
          <p:nvPr/>
        </p:nvGrpSpPr>
        <p:grpSpPr>
          <a:xfrm>
            <a:off x="4096342" y="2491468"/>
            <a:ext cx="951317" cy="830564"/>
            <a:chOff x="4924988" y="2972675"/>
            <a:chExt cx="1034827" cy="903474"/>
          </a:xfrm>
        </p:grpSpPr>
        <p:sp>
          <p:nvSpPr>
            <p:cNvPr id="2402" name="Google Shape;2402;p54"/>
            <p:cNvSpPr/>
            <p:nvPr/>
          </p:nvSpPr>
          <p:spPr>
            <a:xfrm>
              <a:off x="4936301" y="2983811"/>
              <a:ext cx="1012201" cy="881202"/>
            </a:xfrm>
            <a:custGeom>
              <a:avLst/>
              <a:gdLst/>
              <a:ahLst/>
              <a:cxnLst/>
              <a:rect l="l" t="t" r="r" b="b"/>
              <a:pathLst>
                <a:path w="27971" h="24351" extrusionOk="0">
                  <a:moveTo>
                    <a:pt x="10430" y="1"/>
                  </a:moveTo>
                  <a:cubicBezTo>
                    <a:pt x="10345" y="1"/>
                    <a:pt x="10261" y="7"/>
                    <a:pt x="10176" y="22"/>
                  </a:cubicBezTo>
                  <a:cubicBezTo>
                    <a:pt x="10093" y="10"/>
                    <a:pt x="10011" y="5"/>
                    <a:pt x="9931" y="5"/>
                  </a:cubicBezTo>
                  <a:cubicBezTo>
                    <a:pt x="9621" y="5"/>
                    <a:pt x="9322" y="82"/>
                    <a:pt x="9024" y="171"/>
                  </a:cubicBezTo>
                  <a:cubicBezTo>
                    <a:pt x="8910" y="203"/>
                    <a:pt x="8792" y="226"/>
                    <a:pt x="8683" y="269"/>
                  </a:cubicBezTo>
                  <a:cubicBezTo>
                    <a:pt x="8169" y="468"/>
                    <a:pt x="7666" y="697"/>
                    <a:pt x="7231" y="1036"/>
                  </a:cubicBezTo>
                  <a:cubicBezTo>
                    <a:pt x="6769" y="1395"/>
                    <a:pt x="6339" y="1793"/>
                    <a:pt x="5895" y="2174"/>
                  </a:cubicBezTo>
                  <a:cubicBezTo>
                    <a:pt x="5835" y="2272"/>
                    <a:pt x="5695" y="2304"/>
                    <a:pt x="5680" y="2439"/>
                  </a:cubicBezTo>
                  <a:cubicBezTo>
                    <a:pt x="5425" y="2830"/>
                    <a:pt x="5110" y="3180"/>
                    <a:pt x="4891" y="3595"/>
                  </a:cubicBezTo>
                  <a:cubicBezTo>
                    <a:pt x="4751" y="3792"/>
                    <a:pt x="4588" y="3975"/>
                    <a:pt x="4505" y="4207"/>
                  </a:cubicBezTo>
                  <a:cubicBezTo>
                    <a:pt x="4349" y="4404"/>
                    <a:pt x="4341" y="4666"/>
                    <a:pt x="4215" y="4877"/>
                  </a:cubicBezTo>
                  <a:cubicBezTo>
                    <a:pt x="4154" y="5195"/>
                    <a:pt x="3905" y="5437"/>
                    <a:pt x="3861" y="5761"/>
                  </a:cubicBezTo>
                  <a:lnTo>
                    <a:pt x="3269" y="7023"/>
                  </a:lnTo>
                  <a:cubicBezTo>
                    <a:pt x="3217" y="7121"/>
                    <a:pt x="3165" y="7219"/>
                    <a:pt x="3113" y="7317"/>
                  </a:cubicBezTo>
                  <a:cubicBezTo>
                    <a:pt x="2983" y="7522"/>
                    <a:pt x="2855" y="7727"/>
                    <a:pt x="2726" y="7931"/>
                  </a:cubicBezTo>
                  <a:cubicBezTo>
                    <a:pt x="2712" y="7946"/>
                    <a:pt x="2701" y="7959"/>
                    <a:pt x="2690" y="7975"/>
                  </a:cubicBezTo>
                  <a:lnTo>
                    <a:pt x="2228" y="8487"/>
                  </a:lnTo>
                  <a:cubicBezTo>
                    <a:pt x="2069" y="8676"/>
                    <a:pt x="1906" y="8861"/>
                    <a:pt x="1753" y="9056"/>
                  </a:cubicBezTo>
                  <a:cubicBezTo>
                    <a:pt x="1302" y="9632"/>
                    <a:pt x="797" y="10148"/>
                    <a:pt x="177" y="10545"/>
                  </a:cubicBezTo>
                  <a:cubicBezTo>
                    <a:pt x="127" y="10577"/>
                    <a:pt x="1" y="10613"/>
                    <a:pt x="87" y="10699"/>
                  </a:cubicBezTo>
                  <a:cubicBezTo>
                    <a:pt x="282" y="10896"/>
                    <a:pt x="378" y="11167"/>
                    <a:pt x="594" y="11345"/>
                  </a:cubicBezTo>
                  <a:cubicBezTo>
                    <a:pt x="790" y="11760"/>
                    <a:pt x="967" y="12186"/>
                    <a:pt x="1286" y="12530"/>
                  </a:cubicBezTo>
                  <a:cubicBezTo>
                    <a:pt x="1432" y="12841"/>
                    <a:pt x="1630" y="13118"/>
                    <a:pt x="1840" y="13389"/>
                  </a:cubicBezTo>
                  <a:cubicBezTo>
                    <a:pt x="1936" y="13636"/>
                    <a:pt x="2048" y="13879"/>
                    <a:pt x="2124" y="14131"/>
                  </a:cubicBezTo>
                  <a:cubicBezTo>
                    <a:pt x="2218" y="14447"/>
                    <a:pt x="2453" y="14682"/>
                    <a:pt x="2566" y="14986"/>
                  </a:cubicBezTo>
                  <a:cubicBezTo>
                    <a:pt x="2748" y="15477"/>
                    <a:pt x="3020" y="15923"/>
                    <a:pt x="3293" y="16366"/>
                  </a:cubicBezTo>
                  <a:cubicBezTo>
                    <a:pt x="3645" y="17222"/>
                    <a:pt x="4119" y="18006"/>
                    <a:pt x="4682" y="18737"/>
                  </a:cubicBezTo>
                  <a:cubicBezTo>
                    <a:pt x="4833" y="19090"/>
                    <a:pt x="5086" y="19370"/>
                    <a:pt x="5334" y="19652"/>
                  </a:cubicBezTo>
                  <a:cubicBezTo>
                    <a:pt x="5336" y="19720"/>
                    <a:pt x="5368" y="19766"/>
                    <a:pt x="5411" y="19818"/>
                  </a:cubicBezTo>
                  <a:cubicBezTo>
                    <a:pt x="5675" y="20138"/>
                    <a:pt x="5930" y="20463"/>
                    <a:pt x="6188" y="20788"/>
                  </a:cubicBezTo>
                  <a:cubicBezTo>
                    <a:pt x="6451" y="21040"/>
                    <a:pt x="6674" y="21334"/>
                    <a:pt x="6995" y="21523"/>
                  </a:cubicBezTo>
                  <a:cubicBezTo>
                    <a:pt x="7012" y="21532"/>
                    <a:pt x="7029" y="21541"/>
                    <a:pt x="7046" y="21550"/>
                  </a:cubicBezTo>
                  <a:cubicBezTo>
                    <a:pt x="7174" y="21663"/>
                    <a:pt x="7276" y="21807"/>
                    <a:pt x="7436" y="21883"/>
                  </a:cubicBezTo>
                  <a:cubicBezTo>
                    <a:pt x="7887" y="22316"/>
                    <a:pt x="8372" y="22700"/>
                    <a:pt x="8956" y="22940"/>
                  </a:cubicBezTo>
                  <a:cubicBezTo>
                    <a:pt x="9052" y="22994"/>
                    <a:pt x="9143" y="23063"/>
                    <a:pt x="9245" y="23099"/>
                  </a:cubicBezTo>
                  <a:cubicBezTo>
                    <a:pt x="9691" y="23258"/>
                    <a:pt x="10134" y="23422"/>
                    <a:pt x="10575" y="23595"/>
                  </a:cubicBezTo>
                  <a:cubicBezTo>
                    <a:pt x="10976" y="23752"/>
                    <a:pt x="11376" y="23934"/>
                    <a:pt x="11818" y="23965"/>
                  </a:cubicBezTo>
                  <a:cubicBezTo>
                    <a:pt x="11999" y="24027"/>
                    <a:pt x="12184" y="24073"/>
                    <a:pt x="12375" y="24073"/>
                  </a:cubicBezTo>
                  <a:cubicBezTo>
                    <a:pt x="12421" y="24073"/>
                    <a:pt x="12468" y="24070"/>
                    <a:pt x="12515" y="24064"/>
                  </a:cubicBezTo>
                  <a:cubicBezTo>
                    <a:pt x="13108" y="24187"/>
                    <a:pt x="13695" y="24350"/>
                    <a:pt x="14305" y="24350"/>
                  </a:cubicBezTo>
                  <a:cubicBezTo>
                    <a:pt x="14319" y="24350"/>
                    <a:pt x="14333" y="24350"/>
                    <a:pt x="14347" y="24350"/>
                  </a:cubicBezTo>
                  <a:cubicBezTo>
                    <a:pt x="14563" y="24347"/>
                    <a:pt x="14783" y="24293"/>
                    <a:pt x="14995" y="24293"/>
                  </a:cubicBezTo>
                  <a:cubicBezTo>
                    <a:pt x="15003" y="24293"/>
                    <a:pt x="15011" y="24293"/>
                    <a:pt x="15019" y="24293"/>
                  </a:cubicBezTo>
                  <a:cubicBezTo>
                    <a:pt x="15045" y="24294"/>
                    <a:pt x="15070" y="24294"/>
                    <a:pt x="15095" y="24294"/>
                  </a:cubicBezTo>
                  <a:cubicBezTo>
                    <a:pt x="15933" y="24294"/>
                    <a:pt x="16710" y="24014"/>
                    <a:pt x="17507" y="23821"/>
                  </a:cubicBezTo>
                  <a:cubicBezTo>
                    <a:pt x="17583" y="23798"/>
                    <a:pt x="17658" y="23776"/>
                    <a:pt x="17733" y="23752"/>
                  </a:cubicBezTo>
                  <a:cubicBezTo>
                    <a:pt x="18328" y="23512"/>
                    <a:pt x="18895" y="23217"/>
                    <a:pt x="19457" y="22911"/>
                  </a:cubicBezTo>
                  <a:cubicBezTo>
                    <a:pt x="19876" y="22684"/>
                    <a:pt x="20287" y="22443"/>
                    <a:pt x="20657" y="22145"/>
                  </a:cubicBezTo>
                  <a:cubicBezTo>
                    <a:pt x="21360" y="21580"/>
                    <a:pt x="22036" y="20990"/>
                    <a:pt x="22621" y="20293"/>
                  </a:cubicBezTo>
                  <a:cubicBezTo>
                    <a:pt x="23134" y="19682"/>
                    <a:pt x="23595" y="19047"/>
                    <a:pt x="23987" y="18354"/>
                  </a:cubicBezTo>
                  <a:cubicBezTo>
                    <a:pt x="24496" y="17455"/>
                    <a:pt x="24813" y="16479"/>
                    <a:pt x="25163" y="15515"/>
                  </a:cubicBezTo>
                  <a:cubicBezTo>
                    <a:pt x="25301" y="15076"/>
                    <a:pt x="25520" y="14670"/>
                    <a:pt x="25697" y="14248"/>
                  </a:cubicBezTo>
                  <a:cubicBezTo>
                    <a:pt x="25909" y="13742"/>
                    <a:pt x="26167" y="13279"/>
                    <a:pt x="26499" y="12843"/>
                  </a:cubicBezTo>
                  <a:cubicBezTo>
                    <a:pt x="26699" y="12578"/>
                    <a:pt x="27028" y="12469"/>
                    <a:pt x="27194" y="12182"/>
                  </a:cubicBezTo>
                  <a:cubicBezTo>
                    <a:pt x="27385" y="12074"/>
                    <a:pt x="27573" y="11962"/>
                    <a:pt x="27768" y="11860"/>
                  </a:cubicBezTo>
                  <a:cubicBezTo>
                    <a:pt x="27956" y="11760"/>
                    <a:pt x="27971" y="11635"/>
                    <a:pt x="27777" y="11517"/>
                  </a:cubicBezTo>
                  <a:lnTo>
                    <a:pt x="27777" y="11517"/>
                  </a:lnTo>
                  <a:lnTo>
                    <a:pt x="27777" y="11518"/>
                  </a:lnTo>
                  <a:cubicBezTo>
                    <a:pt x="27220" y="11179"/>
                    <a:pt x="26770" y="10735"/>
                    <a:pt x="26407" y="10198"/>
                  </a:cubicBezTo>
                  <a:cubicBezTo>
                    <a:pt x="26387" y="10162"/>
                    <a:pt x="26366" y="10126"/>
                    <a:pt x="26345" y="10090"/>
                  </a:cubicBezTo>
                  <a:cubicBezTo>
                    <a:pt x="26168" y="9794"/>
                    <a:pt x="26114" y="9434"/>
                    <a:pt x="25884" y="9163"/>
                  </a:cubicBezTo>
                  <a:cubicBezTo>
                    <a:pt x="25863" y="9128"/>
                    <a:pt x="25842" y="9092"/>
                    <a:pt x="25821" y="9057"/>
                  </a:cubicBezTo>
                  <a:cubicBezTo>
                    <a:pt x="25818" y="9054"/>
                    <a:pt x="25816" y="9050"/>
                    <a:pt x="25814" y="9047"/>
                  </a:cubicBezTo>
                  <a:cubicBezTo>
                    <a:pt x="25694" y="8869"/>
                    <a:pt x="25657" y="8642"/>
                    <a:pt x="25483" y="8498"/>
                  </a:cubicBezTo>
                  <a:cubicBezTo>
                    <a:pt x="25289" y="7893"/>
                    <a:pt x="24955" y="7350"/>
                    <a:pt x="24707" y="6769"/>
                  </a:cubicBezTo>
                  <a:cubicBezTo>
                    <a:pt x="24282" y="5772"/>
                    <a:pt x="23713" y="4845"/>
                    <a:pt x="23211" y="3885"/>
                  </a:cubicBezTo>
                  <a:cubicBezTo>
                    <a:pt x="23048" y="3575"/>
                    <a:pt x="22830" y="3303"/>
                    <a:pt x="22624" y="3021"/>
                  </a:cubicBezTo>
                  <a:cubicBezTo>
                    <a:pt x="22257" y="2518"/>
                    <a:pt x="21883" y="2021"/>
                    <a:pt x="21427" y="1592"/>
                  </a:cubicBezTo>
                  <a:cubicBezTo>
                    <a:pt x="20835" y="1037"/>
                    <a:pt x="20157" y="606"/>
                    <a:pt x="19380" y="367"/>
                  </a:cubicBezTo>
                  <a:cubicBezTo>
                    <a:pt x="19033" y="261"/>
                    <a:pt x="18677" y="219"/>
                    <a:pt x="18317" y="219"/>
                  </a:cubicBezTo>
                  <a:cubicBezTo>
                    <a:pt x="18088" y="219"/>
                    <a:pt x="17858" y="236"/>
                    <a:pt x="17629" y="264"/>
                  </a:cubicBezTo>
                  <a:cubicBezTo>
                    <a:pt x="17045" y="337"/>
                    <a:pt x="16523" y="604"/>
                    <a:pt x="15989" y="828"/>
                  </a:cubicBezTo>
                  <a:cubicBezTo>
                    <a:pt x="15597" y="972"/>
                    <a:pt x="15261" y="1202"/>
                    <a:pt x="14958" y="1485"/>
                  </a:cubicBezTo>
                  <a:cubicBezTo>
                    <a:pt x="14946" y="1498"/>
                    <a:pt x="14935" y="1512"/>
                    <a:pt x="14925" y="1526"/>
                  </a:cubicBezTo>
                  <a:cubicBezTo>
                    <a:pt x="14720" y="1596"/>
                    <a:pt x="14607" y="1773"/>
                    <a:pt x="14465" y="1917"/>
                  </a:cubicBezTo>
                  <a:cubicBezTo>
                    <a:pt x="13974" y="1322"/>
                    <a:pt x="13446" y="772"/>
                    <a:pt x="12732" y="441"/>
                  </a:cubicBezTo>
                  <a:cubicBezTo>
                    <a:pt x="12197" y="263"/>
                    <a:pt x="11656" y="117"/>
                    <a:pt x="11094" y="68"/>
                  </a:cubicBezTo>
                  <a:cubicBezTo>
                    <a:pt x="10873" y="43"/>
                    <a:pt x="10652" y="1"/>
                    <a:pt x="10430" y="1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03" name="Google Shape;2403;p54"/>
            <p:cNvPicPr preferRelativeResize="0"/>
            <p:nvPr/>
          </p:nvPicPr>
          <p:blipFill rotWithShape="1">
            <a:blip r:embed="rId3">
              <a:alphaModFix/>
            </a:blip>
            <a:srcRect l="30352" t="23481" r="33882" b="21005"/>
            <a:stretch/>
          </p:blipFill>
          <p:spPr>
            <a:xfrm>
              <a:off x="4924988" y="2972675"/>
              <a:ext cx="1034827" cy="9034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0" name="Google Shape;2320;p51"/>
          <p:cNvGrpSpPr/>
          <p:nvPr/>
        </p:nvGrpSpPr>
        <p:grpSpPr>
          <a:xfrm>
            <a:off x="1116214" y="714725"/>
            <a:ext cx="6911573" cy="3667198"/>
            <a:chOff x="1590348" y="474402"/>
            <a:chExt cx="5887200" cy="3009600"/>
          </a:xfrm>
        </p:grpSpPr>
        <p:sp>
          <p:nvSpPr>
            <p:cNvPr id="2321" name="Google Shape;2321;p51"/>
            <p:cNvSpPr/>
            <p:nvPr/>
          </p:nvSpPr>
          <p:spPr>
            <a:xfrm>
              <a:off x="1590348" y="474402"/>
              <a:ext cx="5887200" cy="3009600"/>
            </a:xfrm>
            <a:prstGeom prst="plaque">
              <a:avLst>
                <a:gd name="adj" fmla="val 13620"/>
              </a:avLst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51"/>
            <p:cNvSpPr/>
            <p:nvPr/>
          </p:nvSpPr>
          <p:spPr>
            <a:xfrm>
              <a:off x="1813129" y="709178"/>
              <a:ext cx="5441700" cy="2578500"/>
            </a:xfrm>
            <a:prstGeom prst="plaque">
              <a:avLst>
                <a:gd name="adj" fmla="val 1362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3" name="Google Shape;2323;p51"/>
          <p:cNvGrpSpPr/>
          <p:nvPr/>
        </p:nvGrpSpPr>
        <p:grpSpPr>
          <a:xfrm flipH="1">
            <a:off x="1569334" y="3127510"/>
            <a:ext cx="590277" cy="784513"/>
            <a:chOff x="2862525" y="4310025"/>
            <a:chExt cx="283025" cy="376175"/>
          </a:xfrm>
        </p:grpSpPr>
        <p:sp>
          <p:nvSpPr>
            <p:cNvPr id="2324" name="Google Shape;2324;p51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51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6" name="Google Shape;2326;p51"/>
          <p:cNvGrpSpPr/>
          <p:nvPr/>
        </p:nvGrpSpPr>
        <p:grpSpPr>
          <a:xfrm flipH="1">
            <a:off x="6984389" y="1231477"/>
            <a:ext cx="590277" cy="784551"/>
            <a:chOff x="2862525" y="4310025"/>
            <a:chExt cx="283025" cy="376175"/>
          </a:xfrm>
        </p:grpSpPr>
        <p:sp>
          <p:nvSpPr>
            <p:cNvPr id="2327" name="Google Shape;2327;p51"/>
            <p:cNvSpPr/>
            <p:nvPr/>
          </p:nvSpPr>
          <p:spPr>
            <a:xfrm>
              <a:off x="2862525" y="4401375"/>
              <a:ext cx="207275" cy="284825"/>
            </a:xfrm>
            <a:custGeom>
              <a:avLst/>
              <a:gdLst/>
              <a:ahLst/>
              <a:cxnLst/>
              <a:rect l="l" t="t" r="r" b="b"/>
              <a:pathLst>
                <a:path w="8291" h="11393" extrusionOk="0">
                  <a:moveTo>
                    <a:pt x="4145" y="0"/>
                  </a:moveTo>
                  <a:cubicBezTo>
                    <a:pt x="4010" y="0"/>
                    <a:pt x="3891" y="912"/>
                    <a:pt x="3817" y="2318"/>
                  </a:cubicBezTo>
                  <a:cubicBezTo>
                    <a:pt x="3731" y="3922"/>
                    <a:pt x="2507" y="5246"/>
                    <a:pt x="912" y="5441"/>
                  </a:cubicBezTo>
                  <a:cubicBezTo>
                    <a:pt x="342" y="5512"/>
                    <a:pt x="1" y="5600"/>
                    <a:pt x="1" y="5696"/>
                  </a:cubicBezTo>
                  <a:cubicBezTo>
                    <a:pt x="1" y="5794"/>
                    <a:pt x="342" y="5882"/>
                    <a:pt x="912" y="5952"/>
                  </a:cubicBezTo>
                  <a:cubicBezTo>
                    <a:pt x="2507" y="6148"/>
                    <a:pt x="3731" y="7472"/>
                    <a:pt x="3817" y="9076"/>
                  </a:cubicBezTo>
                  <a:cubicBezTo>
                    <a:pt x="3891" y="10482"/>
                    <a:pt x="4010" y="11393"/>
                    <a:pt x="4145" y="11393"/>
                  </a:cubicBezTo>
                  <a:cubicBezTo>
                    <a:pt x="4280" y="11393"/>
                    <a:pt x="4400" y="10482"/>
                    <a:pt x="4474" y="9076"/>
                  </a:cubicBezTo>
                  <a:cubicBezTo>
                    <a:pt x="4559" y="7472"/>
                    <a:pt x="5784" y="6148"/>
                    <a:pt x="7379" y="5952"/>
                  </a:cubicBezTo>
                  <a:cubicBezTo>
                    <a:pt x="7949" y="5882"/>
                    <a:pt x="8291" y="5794"/>
                    <a:pt x="8291" y="5696"/>
                  </a:cubicBezTo>
                  <a:cubicBezTo>
                    <a:pt x="8291" y="5600"/>
                    <a:pt x="7949" y="5512"/>
                    <a:pt x="7379" y="5441"/>
                  </a:cubicBezTo>
                  <a:cubicBezTo>
                    <a:pt x="5784" y="5246"/>
                    <a:pt x="4559" y="3922"/>
                    <a:pt x="4474" y="2318"/>
                  </a:cubicBezTo>
                  <a:cubicBezTo>
                    <a:pt x="4400" y="912"/>
                    <a:pt x="4280" y="0"/>
                    <a:pt x="4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51"/>
            <p:cNvSpPr/>
            <p:nvPr/>
          </p:nvSpPr>
          <p:spPr>
            <a:xfrm>
              <a:off x="3029250" y="4310025"/>
              <a:ext cx="116300" cy="159800"/>
            </a:xfrm>
            <a:custGeom>
              <a:avLst/>
              <a:gdLst/>
              <a:ahLst/>
              <a:cxnLst/>
              <a:rect l="l" t="t" r="r" b="b"/>
              <a:pathLst>
                <a:path w="4652" h="6392" extrusionOk="0">
                  <a:moveTo>
                    <a:pt x="2326" y="0"/>
                  </a:moveTo>
                  <a:cubicBezTo>
                    <a:pt x="2250" y="0"/>
                    <a:pt x="2183" y="512"/>
                    <a:pt x="2141" y="1299"/>
                  </a:cubicBezTo>
                  <a:cubicBezTo>
                    <a:pt x="2094" y="2200"/>
                    <a:pt x="1406" y="2943"/>
                    <a:pt x="512" y="3052"/>
                  </a:cubicBezTo>
                  <a:cubicBezTo>
                    <a:pt x="192" y="3091"/>
                    <a:pt x="1" y="3141"/>
                    <a:pt x="1" y="3196"/>
                  </a:cubicBezTo>
                  <a:cubicBezTo>
                    <a:pt x="1" y="3251"/>
                    <a:pt x="192" y="3300"/>
                    <a:pt x="512" y="3339"/>
                  </a:cubicBezTo>
                  <a:cubicBezTo>
                    <a:pt x="1406" y="3449"/>
                    <a:pt x="2093" y="4191"/>
                    <a:pt x="2141" y="5092"/>
                  </a:cubicBezTo>
                  <a:cubicBezTo>
                    <a:pt x="2183" y="5880"/>
                    <a:pt x="2250" y="6391"/>
                    <a:pt x="2326" y="6391"/>
                  </a:cubicBezTo>
                  <a:cubicBezTo>
                    <a:pt x="2402" y="6391"/>
                    <a:pt x="2468" y="5880"/>
                    <a:pt x="2510" y="5092"/>
                  </a:cubicBezTo>
                  <a:cubicBezTo>
                    <a:pt x="2558" y="4191"/>
                    <a:pt x="3245" y="3449"/>
                    <a:pt x="4141" y="3339"/>
                  </a:cubicBezTo>
                  <a:cubicBezTo>
                    <a:pt x="4460" y="3300"/>
                    <a:pt x="4652" y="3251"/>
                    <a:pt x="4652" y="3196"/>
                  </a:cubicBezTo>
                  <a:cubicBezTo>
                    <a:pt x="4652" y="3142"/>
                    <a:pt x="4460" y="3091"/>
                    <a:pt x="4141" y="3052"/>
                  </a:cubicBezTo>
                  <a:cubicBezTo>
                    <a:pt x="3245" y="2943"/>
                    <a:pt x="2558" y="2200"/>
                    <a:pt x="2510" y="1299"/>
                  </a:cubicBezTo>
                  <a:cubicBezTo>
                    <a:pt x="2468" y="512"/>
                    <a:pt x="2402" y="0"/>
                    <a:pt x="2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9" name="Google Shape;2329;p51"/>
          <p:cNvSpPr txBox="1">
            <a:spLocks noGrp="1"/>
          </p:cNvSpPr>
          <p:nvPr>
            <p:ph type="title"/>
          </p:nvPr>
        </p:nvSpPr>
        <p:spPr>
          <a:xfrm>
            <a:off x="1481100" y="1883356"/>
            <a:ext cx="6181800" cy="1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/>
              <a:t>Mejor sola que </a:t>
            </a:r>
            <a:br>
              <a:rPr lang="es-ES" sz="4000" dirty="0"/>
            </a:br>
            <a:r>
              <a:rPr lang="es-ES" sz="4000" dirty="0"/>
              <a:t>mal acompañada</a:t>
            </a:r>
            <a:endParaRPr sz="4000" dirty="0"/>
          </a:p>
        </p:txBody>
      </p:sp>
      <p:grpSp>
        <p:nvGrpSpPr>
          <p:cNvPr id="2330" name="Google Shape;2330;p51"/>
          <p:cNvGrpSpPr/>
          <p:nvPr/>
        </p:nvGrpSpPr>
        <p:grpSpPr>
          <a:xfrm rot="-593568">
            <a:off x="2712470" y="3728752"/>
            <a:ext cx="1165341" cy="743351"/>
            <a:chOff x="2407625" y="3052725"/>
            <a:chExt cx="1165378" cy="743375"/>
          </a:xfrm>
        </p:grpSpPr>
        <p:sp>
          <p:nvSpPr>
            <p:cNvPr id="2331" name="Google Shape;2331;p51"/>
            <p:cNvSpPr/>
            <p:nvPr/>
          </p:nvSpPr>
          <p:spPr>
            <a:xfrm>
              <a:off x="2421395" y="3064366"/>
              <a:ext cx="1137825" cy="720074"/>
            </a:xfrm>
            <a:custGeom>
              <a:avLst/>
              <a:gdLst/>
              <a:ahLst/>
              <a:cxnLst/>
              <a:rect l="l" t="t" r="r" b="b"/>
              <a:pathLst>
                <a:path w="33180" h="20998" extrusionOk="0">
                  <a:moveTo>
                    <a:pt x="22274" y="0"/>
                  </a:moveTo>
                  <a:cubicBezTo>
                    <a:pt x="21759" y="0"/>
                    <a:pt x="21254" y="92"/>
                    <a:pt x="20742" y="240"/>
                  </a:cubicBezTo>
                  <a:cubicBezTo>
                    <a:pt x="20646" y="334"/>
                    <a:pt x="20497" y="319"/>
                    <a:pt x="20396" y="404"/>
                  </a:cubicBezTo>
                  <a:cubicBezTo>
                    <a:pt x="20302" y="469"/>
                    <a:pt x="20164" y="451"/>
                    <a:pt x="20100" y="568"/>
                  </a:cubicBezTo>
                  <a:cubicBezTo>
                    <a:pt x="19864" y="671"/>
                    <a:pt x="19638" y="793"/>
                    <a:pt x="19438" y="958"/>
                  </a:cubicBezTo>
                  <a:cubicBezTo>
                    <a:pt x="19231" y="1027"/>
                    <a:pt x="19061" y="1156"/>
                    <a:pt x="18899" y="1296"/>
                  </a:cubicBezTo>
                  <a:cubicBezTo>
                    <a:pt x="18339" y="1695"/>
                    <a:pt x="17730" y="2005"/>
                    <a:pt x="17094" y="2260"/>
                  </a:cubicBezTo>
                  <a:cubicBezTo>
                    <a:pt x="16960" y="2267"/>
                    <a:pt x="16826" y="2274"/>
                    <a:pt x="16693" y="2274"/>
                  </a:cubicBezTo>
                  <a:cubicBezTo>
                    <a:pt x="16368" y="2274"/>
                    <a:pt x="16052" y="2231"/>
                    <a:pt x="15765" y="2026"/>
                  </a:cubicBezTo>
                  <a:cubicBezTo>
                    <a:pt x="15696" y="1985"/>
                    <a:pt x="15627" y="1945"/>
                    <a:pt x="15559" y="1904"/>
                  </a:cubicBezTo>
                  <a:cubicBezTo>
                    <a:pt x="15427" y="1817"/>
                    <a:pt x="15295" y="1730"/>
                    <a:pt x="15164" y="1643"/>
                  </a:cubicBezTo>
                  <a:cubicBezTo>
                    <a:pt x="15152" y="1605"/>
                    <a:pt x="15132" y="1575"/>
                    <a:pt x="15090" y="1566"/>
                  </a:cubicBezTo>
                  <a:cubicBezTo>
                    <a:pt x="14889" y="1322"/>
                    <a:pt x="14593" y="1197"/>
                    <a:pt x="14364" y="987"/>
                  </a:cubicBezTo>
                  <a:cubicBezTo>
                    <a:pt x="14256" y="887"/>
                    <a:pt x="14151" y="781"/>
                    <a:pt x="13995" y="756"/>
                  </a:cubicBezTo>
                  <a:cubicBezTo>
                    <a:pt x="13831" y="635"/>
                    <a:pt x="13669" y="510"/>
                    <a:pt x="13452" y="500"/>
                  </a:cubicBezTo>
                  <a:cubicBezTo>
                    <a:pt x="13226" y="376"/>
                    <a:pt x="13002" y="244"/>
                    <a:pt x="12739" y="215"/>
                  </a:cubicBezTo>
                  <a:cubicBezTo>
                    <a:pt x="12469" y="135"/>
                    <a:pt x="12199" y="101"/>
                    <a:pt x="11928" y="101"/>
                  </a:cubicBezTo>
                  <a:cubicBezTo>
                    <a:pt x="11702" y="101"/>
                    <a:pt x="11475" y="125"/>
                    <a:pt x="11244" y="165"/>
                  </a:cubicBezTo>
                  <a:cubicBezTo>
                    <a:pt x="10806" y="242"/>
                    <a:pt x="10400" y="371"/>
                    <a:pt x="10018" y="589"/>
                  </a:cubicBezTo>
                  <a:cubicBezTo>
                    <a:pt x="9572" y="805"/>
                    <a:pt x="9162" y="1074"/>
                    <a:pt x="8815" y="1431"/>
                  </a:cubicBezTo>
                  <a:cubicBezTo>
                    <a:pt x="8743" y="1535"/>
                    <a:pt x="8671" y="1635"/>
                    <a:pt x="8571" y="1722"/>
                  </a:cubicBezTo>
                  <a:cubicBezTo>
                    <a:pt x="8492" y="1792"/>
                    <a:pt x="8380" y="1856"/>
                    <a:pt x="8359" y="1983"/>
                  </a:cubicBezTo>
                  <a:cubicBezTo>
                    <a:pt x="8345" y="1990"/>
                    <a:pt x="8330" y="1998"/>
                    <a:pt x="8317" y="2006"/>
                  </a:cubicBezTo>
                  <a:cubicBezTo>
                    <a:pt x="7900" y="2224"/>
                    <a:pt x="7609" y="2581"/>
                    <a:pt x="7316" y="2931"/>
                  </a:cubicBezTo>
                  <a:cubicBezTo>
                    <a:pt x="7165" y="3112"/>
                    <a:pt x="7007" y="3282"/>
                    <a:pt x="6827" y="3434"/>
                  </a:cubicBezTo>
                  <a:cubicBezTo>
                    <a:pt x="6633" y="3600"/>
                    <a:pt x="6421" y="3749"/>
                    <a:pt x="6255" y="3946"/>
                  </a:cubicBezTo>
                  <a:cubicBezTo>
                    <a:pt x="6229" y="3962"/>
                    <a:pt x="6200" y="3976"/>
                    <a:pt x="6178" y="3997"/>
                  </a:cubicBezTo>
                  <a:cubicBezTo>
                    <a:pt x="5873" y="4273"/>
                    <a:pt x="5583" y="4566"/>
                    <a:pt x="5265" y="4824"/>
                  </a:cubicBezTo>
                  <a:cubicBezTo>
                    <a:pt x="4790" y="5208"/>
                    <a:pt x="4296" y="5569"/>
                    <a:pt x="3811" y="5939"/>
                  </a:cubicBezTo>
                  <a:cubicBezTo>
                    <a:pt x="3628" y="6085"/>
                    <a:pt x="3442" y="6224"/>
                    <a:pt x="3241" y="6345"/>
                  </a:cubicBezTo>
                  <a:cubicBezTo>
                    <a:pt x="2898" y="6553"/>
                    <a:pt x="2566" y="6779"/>
                    <a:pt x="2228" y="6997"/>
                  </a:cubicBezTo>
                  <a:cubicBezTo>
                    <a:pt x="2143" y="7030"/>
                    <a:pt x="2056" y="7063"/>
                    <a:pt x="1971" y="7096"/>
                  </a:cubicBezTo>
                  <a:cubicBezTo>
                    <a:pt x="1956" y="7131"/>
                    <a:pt x="1906" y="7133"/>
                    <a:pt x="1895" y="7172"/>
                  </a:cubicBezTo>
                  <a:cubicBezTo>
                    <a:pt x="1894" y="7168"/>
                    <a:pt x="1892" y="7165"/>
                    <a:pt x="1890" y="7161"/>
                  </a:cubicBezTo>
                  <a:cubicBezTo>
                    <a:pt x="1841" y="7163"/>
                    <a:pt x="1796" y="7177"/>
                    <a:pt x="1760" y="7213"/>
                  </a:cubicBezTo>
                  <a:cubicBezTo>
                    <a:pt x="1456" y="7330"/>
                    <a:pt x="1181" y="7504"/>
                    <a:pt x="846" y="7568"/>
                  </a:cubicBezTo>
                  <a:cubicBezTo>
                    <a:pt x="600" y="7614"/>
                    <a:pt x="347" y="7756"/>
                    <a:pt x="164" y="7955"/>
                  </a:cubicBezTo>
                  <a:cubicBezTo>
                    <a:pt x="47" y="8084"/>
                    <a:pt x="115" y="8267"/>
                    <a:pt x="103" y="8426"/>
                  </a:cubicBezTo>
                  <a:cubicBezTo>
                    <a:pt x="109" y="8458"/>
                    <a:pt x="115" y="8489"/>
                    <a:pt x="121" y="8521"/>
                  </a:cubicBezTo>
                  <a:cubicBezTo>
                    <a:pt x="0" y="8955"/>
                    <a:pt x="124" y="9370"/>
                    <a:pt x="217" y="9787"/>
                  </a:cubicBezTo>
                  <a:cubicBezTo>
                    <a:pt x="201" y="9871"/>
                    <a:pt x="284" y="9937"/>
                    <a:pt x="259" y="10024"/>
                  </a:cubicBezTo>
                  <a:lnTo>
                    <a:pt x="317" y="10203"/>
                  </a:lnTo>
                  <a:cubicBezTo>
                    <a:pt x="330" y="10351"/>
                    <a:pt x="408" y="10480"/>
                    <a:pt x="448" y="10619"/>
                  </a:cubicBezTo>
                  <a:cubicBezTo>
                    <a:pt x="451" y="10626"/>
                    <a:pt x="453" y="10631"/>
                    <a:pt x="455" y="10637"/>
                  </a:cubicBezTo>
                  <a:cubicBezTo>
                    <a:pt x="445" y="10639"/>
                    <a:pt x="441" y="10648"/>
                    <a:pt x="441" y="10663"/>
                  </a:cubicBezTo>
                  <a:lnTo>
                    <a:pt x="741" y="11495"/>
                  </a:lnTo>
                  <a:cubicBezTo>
                    <a:pt x="810" y="11550"/>
                    <a:pt x="794" y="11652"/>
                    <a:pt x="857" y="11710"/>
                  </a:cubicBezTo>
                  <a:cubicBezTo>
                    <a:pt x="881" y="11767"/>
                    <a:pt x="906" y="11824"/>
                    <a:pt x="929" y="11882"/>
                  </a:cubicBezTo>
                  <a:cubicBezTo>
                    <a:pt x="1002" y="11934"/>
                    <a:pt x="980" y="12040"/>
                    <a:pt x="1049" y="12094"/>
                  </a:cubicBezTo>
                  <a:cubicBezTo>
                    <a:pt x="1077" y="12136"/>
                    <a:pt x="1086" y="12195"/>
                    <a:pt x="1147" y="12210"/>
                  </a:cubicBezTo>
                  <a:cubicBezTo>
                    <a:pt x="1142" y="12263"/>
                    <a:pt x="1116" y="12323"/>
                    <a:pt x="1161" y="12368"/>
                  </a:cubicBezTo>
                  <a:cubicBezTo>
                    <a:pt x="1313" y="12514"/>
                    <a:pt x="1359" y="12729"/>
                    <a:pt x="1503" y="12879"/>
                  </a:cubicBezTo>
                  <a:cubicBezTo>
                    <a:pt x="1714" y="13257"/>
                    <a:pt x="1994" y="13584"/>
                    <a:pt x="2271" y="13914"/>
                  </a:cubicBezTo>
                  <a:cubicBezTo>
                    <a:pt x="2772" y="14640"/>
                    <a:pt x="3390" y="15265"/>
                    <a:pt x="3993" y="15902"/>
                  </a:cubicBezTo>
                  <a:cubicBezTo>
                    <a:pt x="4146" y="16093"/>
                    <a:pt x="4363" y="16205"/>
                    <a:pt x="4546" y="16358"/>
                  </a:cubicBezTo>
                  <a:lnTo>
                    <a:pt x="4548" y="16357"/>
                  </a:lnTo>
                  <a:lnTo>
                    <a:pt x="4548" y="16357"/>
                  </a:lnTo>
                  <a:cubicBezTo>
                    <a:pt x="4547" y="16357"/>
                    <a:pt x="4547" y="16358"/>
                    <a:pt x="4546" y="16358"/>
                  </a:cubicBezTo>
                  <a:cubicBezTo>
                    <a:pt x="4772" y="16614"/>
                    <a:pt x="5060" y="16801"/>
                    <a:pt x="5303" y="17035"/>
                  </a:cubicBezTo>
                  <a:cubicBezTo>
                    <a:pt x="5987" y="17698"/>
                    <a:pt x="6734" y="18276"/>
                    <a:pt x="7571" y="18734"/>
                  </a:cubicBezTo>
                  <a:cubicBezTo>
                    <a:pt x="8050" y="18995"/>
                    <a:pt x="8488" y="19321"/>
                    <a:pt x="8990" y="19552"/>
                  </a:cubicBezTo>
                  <a:cubicBezTo>
                    <a:pt x="9445" y="19762"/>
                    <a:pt x="9876" y="20018"/>
                    <a:pt x="10372" y="20127"/>
                  </a:cubicBezTo>
                  <a:cubicBezTo>
                    <a:pt x="10901" y="20328"/>
                    <a:pt x="11450" y="20458"/>
                    <a:pt x="11997" y="20598"/>
                  </a:cubicBezTo>
                  <a:cubicBezTo>
                    <a:pt x="12331" y="20674"/>
                    <a:pt x="12662" y="20772"/>
                    <a:pt x="13000" y="20821"/>
                  </a:cubicBezTo>
                  <a:cubicBezTo>
                    <a:pt x="13616" y="20914"/>
                    <a:pt x="14239" y="20934"/>
                    <a:pt x="14861" y="20964"/>
                  </a:cubicBezTo>
                  <a:cubicBezTo>
                    <a:pt x="15209" y="20981"/>
                    <a:pt x="15559" y="20998"/>
                    <a:pt x="15908" y="20998"/>
                  </a:cubicBezTo>
                  <a:cubicBezTo>
                    <a:pt x="16172" y="20998"/>
                    <a:pt x="16435" y="20988"/>
                    <a:pt x="16699" y="20961"/>
                  </a:cubicBezTo>
                  <a:cubicBezTo>
                    <a:pt x="16810" y="20980"/>
                    <a:pt x="16921" y="20987"/>
                    <a:pt x="17032" y="20987"/>
                  </a:cubicBezTo>
                  <a:cubicBezTo>
                    <a:pt x="17205" y="20987"/>
                    <a:pt x="17377" y="20970"/>
                    <a:pt x="17550" y="20960"/>
                  </a:cubicBezTo>
                  <a:cubicBezTo>
                    <a:pt x="17614" y="20953"/>
                    <a:pt x="17678" y="20946"/>
                    <a:pt x="17743" y="20940"/>
                  </a:cubicBezTo>
                  <a:cubicBezTo>
                    <a:pt x="17758" y="20934"/>
                    <a:pt x="17773" y="20929"/>
                    <a:pt x="17788" y="20923"/>
                  </a:cubicBezTo>
                  <a:cubicBezTo>
                    <a:pt x="17898" y="20938"/>
                    <a:pt x="18008" y="20944"/>
                    <a:pt x="18118" y="20944"/>
                  </a:cubicBezTo>
                  <a:cubicBezTo>
                    <a:pt x="18434" y="20944"/>
                    <a:pt x="18745" y="20891"/>
                    <a:pt x="19057" y="20826"/>
                  </a:cubicBezTo>
                  <a:cubicBezTo>
                    <a:pt x="19069" y="20829"/>
                    <a:pt x="19080" y="20831"/>
                    <a:pt x="19091" y="20831"/>
                  </a:cubicBezTo>
                  <a:cubicBezTo>
                    <a:pt x="19151" y="20831"/>
                    <a:pt x="19205" y="20783"/>
                    <a:pt x="19266" y="20783"/>
                  </a:cubicBezTo>
                  <a:cubicBezTo>
                    <a:pt x="19276" y="20783"/>
                    <a:pt x="19287" y="20785"/>
                    <a:pt x="19298" y="20788"/>
                  </a:cubicBezTo>
                  <a:lnTo>
                    <a:pt x="19318" y="20779"/>
                  </a:lnTo>
                  <a:lnTo>
                    <a:pt x="19340" y="20775"/>
                  </a:lnTo>
                  <a:cubicBezTo>
                    <a:pt x="19352" y="20778"/>
                    <a:pt x="19363" y="20780"/>
                    <a:pt x="19373" y="20780"/>
                  </a:cubicBezTo>
                  <a:cubicBezTo>
                    <a:pt x="19420" y="20780"/>
                    <a:pt x="19461" y="20751"/>
                    <a:pt x="19505" y="20737"/>
                  </a:cubicBezTo>
                  <a:cubicBezTo>
                    <a:pt x="19519" y="20726"/>
                    <a:pt x="19533" y="20716"/>
                    <a:pt x="19546" y="20704"/>
                  </a:cubicBezTo>
                  <a:cubicBezTo>
                    <a:pt x="19548" y="20704"/>
                    <a:pt x="19549" y="20703"/>
                    <a:pt x="19552" y="20702"/>
                  </a:cubicBezTo>
                  <a:cubicBezTo>
                    <a:pt x="19552" y="20705"/>
                    <a:pt x="19552" y="20707"/>
                    <a:pt x="19553" y="20711"/>
                  </a:cubicBezTo>
                  <a:cubicBezTo>
                    <a:pt x="19555" y="20723"/>
                    <a:pt x="19564" y="20732"/>
                    <a:pt x="19582" y="20736"/>
                  </a:cubicBezTo>
                  <a:cubicBezTo>
                    <a:pt x="19640" y="20717"/>
                    <a:pt x="19699" y="20697"/>
                    <a:pt x="19758" y="20678"/>
                  </a:cubicBezTo>
                  <a:cubicBezTo>
                    <a:pt x="19760" y="20678"/>
                    <a:pt x="19763" y="20678"/>
                    <a:pt x="19766" y="20678"/>
                  </a:cubicBezTo>
                  <a:cubicBezTo>
                    <a:pt x="19908" y="20678"/>
                    <a:pt x="20021" y="20571"/>
                    <a:pt x="20163" y="20571"/>
                  </a:cubicBezTo>
                  <a:cubicBezTo>
                    <a:pt x="20167" y="20571"/>
                    <a:pt x="20172" y="20571"/>
                    <a:pt x="20177" y="20571"/>
                  </a:cubicBezTo>
                  <a:cubicBezTo>
                    <a:pt x="20624" y="20450"/>
                    <a:pt x="21099" y="20482"/>
                    <a:pt x="21543" y="20337"/>
                  </a:cubicBezTo>
                  <a:cubicBezTo>
                    <a:pt x="21553" y="20339"/>
                    <a:pt x="21562" y="20340"/>
                    <a:pt x="21571" y="20340"/>
                  </a:cubicBezTo>
                  <a:cubicBezTo>
                    <a:pt x="21594" y="20340"/>
                    <a:pt x="21612" y="20331"/>
                    <a:pt x="21623" y="20307"/>
                  </a:cubicBezTo>
                  <a:cubicBezTo>
                    <a:pt x="21629" y="20306"/>
                    <a:pt x="21635" y="20306"/>
                    <a:pt x="21641" y="20306"/>
                  </a:cubicBezTo>
                  <a:cubicBezTo>
                    <a:pt x="21652" y="20306"/>
                    <a:pt x="21663" y="20307"/>
                    <a:pt x="21673" y="20310"/>
                  </a:cubicBezTo>
                  <a:cubicBezTo>
                    <a:pt x="21782" y="20283"/>
                    <a:pt x="21878" y="20214"/>
                    <a:pt x="21994" y="20214"/>
                  </a:cubicBezTo>
                  <a:cubicBezTo>
                    <a:pt x="21999" y="20214"/>
                    <a:pt x="22003" y="20214"/>
                    <a:pt x="22007" y="20214"/>
                  </a:cubicBezTo>
                  <a:cubicBezTo>
                    <a:pt x="22180" y="20151"/>
                    <a:pt x="22354" y="20089"/>
                    <a:pt x="22528" y="20027"/>
                  </a:cubicBezTo>
                  <a:cubicBezTo>
                    <a:pt x="22713" y="19894"/>
                    <a:pt x="22955" y="19891"/>
                    <a:pt x="23141" y="19759"/>
                  </a:cubicBezTo>
                  <a:cubicBezTo>
                    <a:pt x="23183" y="19742"/>
                    <a:pt x="23226" y="19727"/>
                    <a:pt x="23268" y="19710"/>
                  </a:cubicBezTo>
                  <a:cubicBezTo>
                    <a:pt x="23349" y="19621"/>
                    <a:pt x="23486" y="19642"/>
                    <a:pt x="23569" y="19558"/>
                  </a:cubicBezTo>
                  <a:cubicBezTo>
                    <a:pt x="23681" y="19499"/>
                    <a:pt x="23792" y="19440"/>
                    <a:pt x="23903" y="19380"/>
                  </a:cubicBezTo>
                  <a:cubicBezTo>
                    <a:pt x="23984" y="19291"/>
                    <a:pt x="24122" y="19314"/>
                    <a:pt x="24204" y="19228"/>
                  </a:cubicBezTo>
                  <a:cubicBezTo>
                    <a:pt x="24329" y="19164"/>
                    <a:pt x="24455" y="19099"/>
                    <a:pt x="24581" y="19036"/>
                  </a:cubicBezTo>
                  <a:cubicBezTo>
                    <a:pt x="24587" y="19034"/>
                    <a:pt x="24593" y="19029"/>
                    <a:pt x="24596" y="19020"/>
                  </a:cubicBezTo>
                  <a:cubicBezTo>
                    <a:pt x="24598" y="19014"/>
                    <a:pt x="24597" y="19010"/>
                    <a:pt x="24593" y="19005"/>
                  </a:cubicBezTo>
                  <a:cubicBezTo>
                    <a:pt x="24601" y="19003"/>
                    <a:pt x="24611" y="19001"/>
                    <a:pt x="24620" y="18999"/>
                  </a:cubicBezTo>
                  <a:cubicBezTo>
                    <a:pt x="24692" y="18963"/>
                    <a:pt x="24781" y="18963"/>
                    <a:pt x="24839" y="18897"/>
                  </a:cubicBezTo>
                  <a:cubicBezTo>
                    <a:pt x="24880" y="18880"/>
                    <a:pt x="24922" y="18865"/>
                    <a:pt x="24964" y="18848"/>
                  </a:cubicBezTo>
                  <a:cubicBezTo>
                    <a:pt x="25016" y="18774"/>
                    <a:pt x="25128" y="18799"/>
                    <a:pt x="25179" y="18723"/>
                  </a:cubicBezTo>
                  <a:cubicBezTo>
                    <a:pt x="25274" y="18671"/>
                    <a:pt x="25371" y="18619"/>
                    <a:pt x="25466" y="18567"/>
                  </a:cubicBezTo>
                  <a:cubicBezTo>
                    <a:pt x="25519" y="18493"/>
                    <a:pt x="25628" y="18518"/>
                    <a:pt x="25680" y="18443"/>
                  </a:cubicBezTo>
                  <a:cubicBezTo>
                    <a:pt x="25755" y="18414"/>
                    <a:pt x="25830" y="18386"/>
                    <a:pt x="25881" y="18318"/>
                  </a:cubicBezTo>
                  <a:cubicBezTo>
                    <a:pt x="25932" y="18244"/>
                    <a:pt x="26039" y="18268"/>
                    <a:pt x="26092" y="18196"/>
                  </a:cubicBezTo>
                  <a:lnTo>
                    <a:pt x="26364" y="17993"/>
                  </a:lnTo>
                  <a:cubicBezTo>
                    <a:pt x="26504" y="17925"/>
                    <a:pt x="26621" y="17829"/>
                    <a:pt x="26728" y="17719"/>
                  </a:cubicBezTo>
                  <a:cubicBezTo>
                    <a:pt x="26768" y="17698"/>
                    <a:pt x="26808" y="17677"/>
                    <a:pt x="26849" y="17655"/>
                  </a:cubicBezTo>
                  <a:cubicBezTo>
                    <a:pt x="27004" y="17616"/>
                    <a:pt x="27083" y="17476"/>
                    <a:pt x="27202" y="17390"/>
                  </a:cubicBezTo>
                  <a:cubicBezTo>
                    <a:pt x="27517" y="17247"/>
                    <a:pt x="27734" y="16954"/>
                    <a:pt x="28061" y="16826"/>
                  </a:cubicBezTo>
                  <a:cubicBezTo>
                    <a:pt x="28304" y="16613"/>
                    <a:pt x="28573" y="16428"/>
                    <a:pt x="28780" y="16172"/>
                  </a:cubicBezTo>
                  <a:cubicBezTo>
                    <a:pt x="28795" y="16167"/>
                    <a:pt x="28808" y="16159"/>
                    <a:pt x="28821" y="16149"/>
                  </a:cubicBezTo>
                  <a:cubicBezTo>
                    <a:pt x="28909" y="16060"/>
                    <a:pt x="29006" y="15980"/>
                    <a:pt x="29067" y="15867"/>
                  </a:cubicBezTo>
                  <a:cubicBezTo>
                    <a:pt x="29165" y="15795"/>
                    <a:pt x="29274" y="15734"/>
                    <a:pt x="29334" y="15621"/>
                  </a:cubicBezTo>
                  <a:cubicBezTo>
                    <a:pt x="29827" y="15219"/>
                    <a:pt x="30231" y="14739"/>
                    <a:pt x="30588" y="14218"/>
                  </a:cubicBezTo>
                  <a:cubicBezTo>
                    <a:pt x="30717" y="14102"/>
                    <a:pt x="30816" y="13963"/>
                    <a:pt x="30892" y="13808"/>
                  </a:cubicBezTo>
                  <a:cubicBezTo>
                    <a:pt x="31145" y="13468"/>
                    <a:pt x="31477" y="13190"/>
                    <a:pt x="31687" y="12816"/>
                  </a:cubicBezTo>
                  <a:cubicBezTo>
                    <a:pt x="31815" y="12726"/>
                    <a:pt x="31882" y="12591"/>
                    <a:pt x="31961" y="12465"/>
                  </a:cubicBezTo>
                  <a:cubicBezTo>
                    <a:pt x="32201" y="12113"/>
                    <a:pt x="32462" y="11773"/>
                    <a:pt x="32626" y="11374"/>
                  </a:cubicBezTo>
                  <a:cubicBezTo>
                    <a:pt x="32645" y="11334"/>
                    <a:pt x="32665" y="11294"/>
                    <a:pt x="32683" y="11254"/>
                  </a:cubicBezTo>
                  <a:cubicBezTo>
                    <a:pt x="32715" y="11208"/>
                    <a:pt x="32746" y="11162"/>
                    <a:pt x="32779" y="11116"/>
                  </a:cubicBezTo>
                  <a:cubicBezTo>
                    <a:pt x="32900" y="10872"/>
                    <a:pt x="33022" y="10629"/>
                    <a:pt x="33145" y="10385"/>
                  </a:cubicBezTo>
                  <a:lnTo>
                    <a:pt x="33146" y="10385"/>
                  </a:lnTo>
                  <a:cubicBezTo>
                    <a:pt x="33175" y="10329"/>
                    <a:pt x="33179" y="10281"/>
                    <a:pt x="33121" y="10245"/>
                  </a:cubicBezTo>
                  <a:cubicBezTo>
                    <a:pt x="33018" y="10179"/>
                    <a:pt x="32940" y="10070"/>
                    <a:pt x="32808" y="10050"/>
                  </a:cubicBezTo>
                  <a:cubicBezTo>
                    <a:pt x="32663" y="9885"/>
                    <a:pt x="32520" y="9720"/>
                    <a:pt x="32375" y="9554"/>
                  </a:cubicBezTo>
                  <a:cubicBezTo>
                    <a:pt x="32279" y="9456"/>
                    <a:pt x="32184" y="9358"/>
                    <a:pt x="32089" y="9260"/>
                  </a:cubicBezTo>
                  <a:cubicBezTo>
                    <a:pt x="32080" y="9245"/>
                    <a:pt x="32069" y="9230"/>
                    <a:pt x="32051" y="9221"/>
                  </a:cubicBezTo>
                  <a:cubicBezTo>
                    <a:pt x="31990" y="9026"/>
                    <a:pt x="31843" y="8889"/>
                    <a:pt x="31719" y="8738"/>
                  </a:cubicBezTo>
                  <a:cubicBezTo>
                    <a:pt x="31692" y="8600"/>
                    <a:pt x="31556" y="8533"/>
                    <a:pt x="31509" y="8409"/>
                  </a:cubicBezTo>
                  <a:lnTo>
                    <a:pt x="31489" y="8399"/>
                  </a:lnTo>
                  <a:lnTo>
                    <a:pt x="31475" y="8410"/>
                  </a:lnTo>
                  <a:cubicBezTo>
                    <a:pt x="31476" y="8399"/>
                    <a:pt x="31475" y="8388"/>
                    <a:pt x="31470" y="8377"/>
                  </a:cubicBezTo>
                  <a:cubicBezTo>
                    <a:pt x="31445" y="8319"/>
                    <a:pt x="31442" y="8252"/>
                    <a:pt x="31392" y="8205"/>
                  </a:cubicBezTo>
                  <a:cubicBezTo>
                    <a:pt x="31364" y="8180"/>
                    <a:pt x="31337" y="8154"/>
                    <a:pt x="31309" y="8129"/>
                  </a:cubicBezTo>
                  <a:cubicBezTo>
                    <a:pt x="31285" y="8071"/>
                    <a:pt x="31261" y="8013"/>
                    <a:pt x="31237" y="7955"/>
                  </a:cubicBezTo>
                  <a:cubicBezTo>
                    <a:pt x="31091" y="7687"/>
                    <a:pt x="30960" y="7410"/>
                    <a:pt x="30763" y="7172"/>
                  </a:cubicBezTo>
                  <a:cubicBezTo>
                    <a:pt x="30502" y="6782"/>
                    <a:pt x="30242" y="6393"/>
                    <a:pt x="29981" y="6002"/>
                  </a:cubicBezTo>
                  <a:cubicBezTo>
                    <a:pt x="29906" y="5752"/>
                    <a:pt x="29760" y="5535"/>
                    <a:pt x="29612" y="5329"/>
                  </a:cubicBezTo>
                  <a:cubicBezTo>
                    <a:pt x="29311" y="4907"/>
                    <a:pt x="28947" y="4528"/>
                    <a:pt x="28664" y="4095"/>
                  </a:cubicBezTo>
                  <a:cubicBezTo>
                    <a:pt x="28307" y="3551"/>
                    <a:pt x="27861" y="3086"/>
                    <a:pt x="27434" y="2604"/>
                  </a:cubicBezTo>
                  <a:cubicBezTo>
                    <a:pt x="27087" y="2213"/>
                    <a:pt x="26659" y="1902"/>
                    <a:pt x="26232" y="1597"/>
                  </a:cubicBezTo>
                  <a:cubicBezTo>
                    <a:pt x="25350" y="969"/>
                    <a:pt x="24433" y="434"/>
                    <a:pt x="23365" y="145"/>
                  </a:cubicBezTo>
                  <a:cubicBezTo>
                    <a:pt x="22994" y="45"/>
                    <a:pt x="22632" y="0"/>
                    <a:pt x="22274" y="0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32" name="Google Shape;2332;p51"/>
            <p:cNvPicPr preferRelativeResize="0"/>
            <p:nvPr/>
          </p:nvPicPr>
          <p:blipFill rotWithShape="1">
            <a:blip r:embed="rId3">
              <a:alphaModFix/>
            </a:blip>
            <a:srcRect l="31469" t="30610" r="31133" b="26980"/>
            <a:stretch/>
          </p:blipFill>
          <p:spPr>
            <a:xfrm>
              <a:off x="2407625" y="3052725"/>
              <a:ext cx="1165378" cy="743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33" name="Google Shape;2333;p51"/>
          <p:cNvGrpSpPr/>
          <p:nvPr/>
        </p:nvGrpSpPr>
        <p:grpSpPr>
          <a:xfrm rot="476284">
            <a:off x="5410530" y="491102"/>
            <a:ext cx="1034808" cy="903458"/>
            <a:chOff x="4924988" y="2972675"/>
            <a:chExt cx="1034827" cy="903474"/>
          </a:xfrm>
        </p:grpSpPr>
        <p:sp>
          <p:nvSpPr>
            <p:cNvPr id="2334" name="Google Shape;2334;p51"/>
            <p:cNvSpPr/>
            <p:nvPr/>
          </p:nvSpPr>
          <p:spPr>
            <a:xfrm>
              <a:off x="4936301" y="2983811"/>
              <a:ext cx="1012201" cy="881202"/>
            </a:xfrm>
            <a:custGeom>
              <a:avLst/>
              <a:gdLst/>
              <a:ahLst/>
              <a:cxnLst/>
              <a:rect l="l" t="t" r="r" b="b"/>
              <a:pathLst>
                <a:path w="27971" h="24351" extrusionOk="0">
                  <a:moveTo>
                    <a:pt x="10430" y="1"/>
                  </a:moveTo>
                  <a:cubicBezTo>
                    <a:pt x="10345" y="1"/>
                    <a:pt x="10261" y="7"/>
                    <a:pt x="10176" y="22"/>
                  </a:cubicBezTo>
                  <a:cubicBezTo>
                    <a:pt x="10093" y="10"/>
                    <a:pt x="10011" y="5"/>
                    <a:pt x="9931" y="5"/>
                  </a:cubicBezTo>
                  <a:cubicBezTo>
                    <a:pt x="9621" y="5"/>
                    <a:pt x="9322" y="82"/>
                    <a:pt x="9024" y="171"/>
                  </a:cubicBezTo>
                  <a:cubicBezTo>
                    <a:pt x="8910" y="203"/>
                    <a:pt x="8792" y="226"/>
                    <a:pt x="8683" y="269"/>
                  </a:cubicBezTo>
                  <a:cubicBezTo>
                    <a:pt x="8169" y="468"/>
                    <a:pt x="7666" y="697"/>
                    <a:pt x="7231" y="1036"/>
                  </a:cubicBezTo>
                  <a:cubicBezTo>
                    <a:pt x="6769" y="1395"/>
                    <a:pt x="6339" y="1793"/>
                    <a:pt x="5895" y="2174"/>
                  </a:cubicBezTo>
                  <a:cubicBezTo>
                    <a:pt x="5835" y="2272"/>
                    <a:pt x="5695" y="2304"/>
                    <a:pt x="5680" y="2439"/>
                  </a:cubicBezTo>
                  <a:cubicBezTo>
                    <a:pt x="5425" y="2830"/>
                    <a:pt x="5110" y="3180"/>
                    <a:pt x="4891" y="3595"/>
                  </a:cubicBezTo>
                  <a:cubicBezTo>
                    <a:pt x="4751" y="3792"/>
                    <a:pt x="4588" y="3975"/>
                    <a:pt x="4505" y="4207"/>
                  </a:cubicBezTo>
                  <a:cubicBezTo>
                    <a:pt x="4349" y="4404"/>
                    <a:pt x="4341" y="4666"/>
                    <a:pt x="4215" y="4877"/>
                  </a:cubicBezTo>
                  <a:cubicBezTo>
                    <a:pt x="4154" y="5195"/>
                    <a:pt x="3905" y="5437"/>
                    <a:pt x="3861" y="5761"/>
                  </a:cubicBezTo>
                  <a:lnTo>
                    <a:pt x="3269" y="7023"/>
                  </a:lnTo>
                  <a:cubicBezTo>
                    <a:pt x="3217" y="7121"/>
                    <a:pt x="3165" y="7219"/>
                    <a:pt x="3113" y="7317"/>
                  </a:cubicBezTo>
                  <a:cubicBezTo>
                    <a:pt x="2983" y="7522"/>
                    <a:pt x="2855" y="7727"/>
                    <a:pt x="2726" y="7931"/>
                  </a:cubicBezTo>
                  <a:cubicBezTo>
                    <a:pt x="2712" y="7946"/>
                    <a:pt x="2701" y="7959"/>
                    <a:pt x="2690" y="7975"/>
                  </a:cubicBezTo>
                  <a:lnTo>
                    <a:pt x="2228" y="8487"/>
                  </a:lnTo>
                  <a:cubicBezTo>
                    <a:pt x="2069" y="8676"/>
                    <a:pt x="1906" y="8861"/>
                    <a:pt x="1753" y="9056"/>
                  </a:cubicBezTo>
                  <a:cubicBezTo>
                    <a:pt x="1302" y="9632"/>
                    <a:pt x="797" y="10148"/>
                    <a:pt x="177" y="10545"/>
                  </a:cubicBezTo>
                  <a:cubicBezTo>
                    <a:pt x="127" y="10577"/>
                    <a:pt x="1" y="10613"/>
                    <a:pt x="87" y="10699"/>
                  </a:cubicBezTo>
                  <a:cubicBezTo>
                    <a:pt x="282" y="10896"/>
                    <a:pt x="378" y="11167"/>
                    <a:pt x="594" y="11345"/>
                  </a:cubicBezTo>
                  <a:cubicBezTo>
                    <a:pt x="790" y="11760"/>
                    <a:pt x="967" y="12186"/>
                    <a:pt x="1286" y="12530"/>
                  </a:cubicBezTo>
                  <a:cubicBezTo>
                    <a:pt x="1432" y="12841"/>
                    <a:pt x="1630" y="13118"/>
                    <a:pt x="1840" y="13389"/>
                  </a:cubicBezTo>
                  <a:cubicBezTo>
                    <a:pt x="1936" y="13636"/>
                    <a:pt x="2048" y="13879"/>
                    <a:pt x="2124" y="14131"/>
                  </a:cubicBezTo>
                  <a:cubicBezTo>
                    <a:pt x="2218" y="14447"/>
                    <a:pt x="2453" y="14682"/>
                    <a:pt x="2566" y="14986"/>
                  </a:cubicBezTo>
                  <a:cubicBezTo>
                    <a:pt x="2748" y="15477"/>
                    <a:pt x="3020" y="15923"/>
                    <a:pt x="3293" y="16366"/>
                  </a:cubicBezTo>
                  <a:cubicBezTo>
                    <a:pt x="3645" y="17222"/>
                    <a:pt x="4119" y="18006"/>
                    <a:pt x="4682" y="18737"/>
                  </a:cubicBezTo>
                  <a:cubicBezTo>
                    <a:pt x="4833" y="19090"/>
                    <a:pt x="5086" y="19370"/>
                    <a:pt x="5334" y="19652"/>
                  </a:cubicBezTo>
                  <a:cubicBezTo>
                    <a:pt x="5336" y="19720"/>
                    <a:pt x="5368" y="19766"/>
                    <a:pt x="5411" y="19818"/>
                  </a:cubicBezTo>
                  <a:cubicBezTo>
                    <a:pt x="5675" y="20138"/>
                    <a:pt x="5930" y="20463"/>
                    <a:pt x="6188" y="20788"/>
                  </a:cubicBezTo>
                  <a:cubicBezTo>
                    <a:pt x="6451" y="21040"/>
                    <a:pt x="6674" y="21334"/>
                    <a:pt x="6995" y="21523"/>
                  </a:cubicBezTo>
                  <a:cubicBezTo>
                    <a:pt x="7012" y="21532"/>
                    <a:pt x="7029" y="21541"/>
                    <a:pt x="7046" y="21550"/>
                  </a:cubicBezTo>
                  <a:cubicBezTo>
                    <a:pt x="7174" y="21663"/>
                    <a:pt x="7276" y="21807"/>
                    <a:pt x="7436" y="21883"/>
                  </a:cubicBezTo>
                  <a:cubicBezTo>
                    <a:pt x="7887" y="22316"/>
                    <a:pt x="8372" y="22700"/>
                    <a:pt x="8956" y="22940"/>
                  </a:cubicBezTo>
                  <a:cubicBezTo>
                    <a:pt x="9052" y="22994"/>
                    <a:pt x="9143" y="23063"/>
                    <a:pt x="9245" y="23099"/>
                  </a:cubicBezTo>
                  <a:cubicBezTo>
                    <a:pt x="9691" y="23258"/>
                    <a:pt x="10134" y="23422"/>
                    <a:pt x="10575" y="23595"/>
                  </a:cubicBezTo>
                  <a:cubicBezTo>
                    <a:pt x="10976" y="23752"/>
                    <a:pt x="11376" y="23934"/>
                    <a:pt x="11818" y="23965"/>
                  </a:cubicBezTo>
                  <a:cubicBezTo>
                    <a:pt x="11999" y="24027"/>
                    <a:pt x="12184" y="24073"/>
                    <a:pt x="12375" y="24073"/>
                  </a:cubicBezTo>
                  <a:cubicBezTo>
                    <a:pt x="12421" y="24073"/>
                    <a:pt x="12468" y="24070"/>
                    <a:pt x="12515" y="24064"/>
                  </a:cubicBezTo>
                  <a:cubicBezTo>
                    <a:pt x="13108" y="24187"/>
                    <a:pt x="13695" y="24350"/>
                    <a:pt x="14305" y="24350"/>
                  </a:cubicBezTo>
                  <a:cubicBezTo>
                    <a:pt x="14319" y="24350"/>
                    <a:pt x="14333" y="24350"/>
                    <a:pt x="14347" y="24350"/>
                  </a:cubicBezTo>
                  <a:cubicBezTo>
                    <a:pt x="14563" y="24347"/>
                    <a:pt x="14783" y="24293"/>
                    <a:pt x="14995" y="24293"/>
                  </a:cubicBezTo>
                  <a:cubicBezTo>
                    <a:pt x="15003" y="24293"/>
                    <a:pt x="15011" y="24293"/>
                    <a:pt x="15019" y="24293"/>
                  </a:cubicBezTo>
                  <a:cubicBezTo>
                    <a:pt x="15045" y="24294"/>
                    <a:pt x="15070" y="24294"/>
                    <a:pt x="15095" y="24294"/>
                  </a:cubicBezTo>
                  <a:cubicBezTo>
                    <a:pt x="15933" y="24294"/>
                    <a:pt x="16710" y="24014"/>
                    <a:pt x="17507" y="23821"/>
                  </a:cubicBezTo>
                  <a:cubicBezTo>
                    <a:pt x="17583" y="23798"/>
                    <a:pt x="17658" y="23776"/>
                    <a:pt x="17733" y="23752"/>
                  </a:cubicBezTo>
                  <a:cubicBezTo>
                    <a:pt x="18328" y="23512"/>
                    <a:pt x="18895" y="23217"/>
                    <a:pt x="19457" y="22911"/>
                  </a:cubicBezTo>
                  <a:cubicBezTo>
                    <a:pt x="19876" y="22684"/>
                    <a:pt x="20287" y="22443"/>
                    <a:pt x="20657" y="22145"/>
                  </a:cubicBezTo>
                  <a:cubicBezTo>
                    <a:pt x="21360" y="21580"/>
                    <a:pt x="22036" y="20990"/>
                    <a:pt x="22621" y="20293"/>
                  </a:cubicBezTo>
                  <a:cubicBezTo>
                    <a:pt x="23134" y="19682"/>
                    <a:pt x="23595" y="19047"/>
                    <a:pt x="23987" y="18354"/>
                  </a:cubicBezTo>
                  <a:cubicBezTo>
                    <a:pt x="24496" y="17455"/>
                    <a:pt x="24813" y="16479"/>
                    <a:pt x="25163" y="15515"/>
                  </a:cubicBezTo>
                  <a:cubicBezTo>
                    <a:pt x="25301" y="15076"/>
                    <a:pt x="25520" y="14670"/>
                    <a:pt x="25697" y="14248"/>
                  </a:cubicBezTo>
                  <a:cubicBezTo>
                    <a:pt x="25909" y="13742"/>
                    <a:pt x="26167" y="13279"/>
                    <a:pt x="26499" y="12843"/>
                  </a:cubicBezTo>
                  <a:cubicBezTo>
                    <a:pt x="26699" y="12578"/>
                    <a:pt x="27028" y="12469"/>
                    <a:pt x="27194" y="12182"/>
                  </a:cubicBezTo>
                  <a:cubicBezTo>
                    <a:pt x="27385" y="12074"/>
                    <a:pt x="27573" y="11962"/>
                    <a:pt x="27768" y="11860"/>
                  </a:cubicBezTo>
                  <a:cubicBezTo>
                    <a:pt x="27956" y="11760"/>
                    <a:pt x="27971" y="11635"/>
                    <a:pt x="27777" y="11517"/>
                  </a:cubicBezTo>
                  <a:lnTo>
                    <a:pt x="27777" y="11517"/>
                  </a:lnTo>
                  <a:lnTo>
                    <a:pt x="27777" y="11518"/>
                  </a:lnTo>
                  <a:cubicBezTo>
                    <a:pt x="27220" y="11179"/>
                    <a:pt x="26770" y="10735"/>
                    <a:pt x="26407" y="10198"/>
                  </a:cubicBezTo>
                  <a:cubicBezTo>
                    <a:pt x="26387" y="10162"/>
                    <a:pt x="26366" y="10126"/>
                    <a:pt x="26345" y="10090"/>
                  </a:cubicBezTo>
                  <a:cubicBezTo>
                    <a:pt x="26168" y="9794"/>
                    <a:pt x="26114" y="9434"/>
                    <a:pt x="25884" y="9163"/>
                  </a:cubicBezTo>
                  <a:cubicBezTo>
                    <a:pt x="25863" y="9128"/>
                    <a:pt x="25842" y="9092"/>
                    <a:pt x="25821" y="9057"/>
                  </a:cubicBezTo>
                  <a:cubicBezTo>
                    <a:pt x="25818" y="9054"/>
                    <a:pt x="25816" y="9050"/>
                    <a:pt x="25814" y="9047"/>
                  </a:cubicBezTo>
                  <a:cubicBezTo>
                    <a:pt x="25694" y="8869"/>
                    <a:pt x="25657" y="8642"/>
                    <a:pt x="25483" y="8498"/>
                  </a:cubicBezTo>
                  <a:cubicBezTo>
                    <a:pt x="25289" y="7893"/>
                    <a:pt x="24955" y="7350"/>
                    <a:pt x="24707" y="6769"/>
                  </a:cubicBezTo>
                  <a:cubicBezTo>
                    <a:pt x="24282" y="5772"/>
                    <a:pt x="23713" y="4845"/>
                    <a:pt x="23211" y="3885"/>
                  </a:cubicBezTo>
                  <a:cubicBezTo>
                    <a:pt x="23048" y="3575"/>
                    <a:pt x="22830" y="3303"/>
                    <a:pt x="22624" y="3021"/>
                  </a:cubicBezTo>
                  <a:cubicBezTo>
                    <a:pt x="22257" y="2518"/>
                    <a:pt x="21883" y="2021"/>
                    <a:pt x="21427" y="1592"/>
                  </a:cubicBezTo>
                  <a:cubicBezTo>
                    <a:pt x="20835" y="1037"/>
                    <a:pt x="20157" y="606"/>
                    <a:pt x="19380" y="367"/>
                  </a:cubicBezTo>
                  <a:cubicBezTo>
                    <a:pt x="19033" y="261"/>
                    <a:pt x="18677" y="219"/>
                    <a:pt x="18317" y="219"/>
                  </a:cubicBezTo>
                  <a:cubicBezTo>
                    <a:pt x="18088" y="219"/>
                    <a:pt x="17858" y="236"/>
                    <a:pt x="17629" y="264"/>
                  </a:cubicBezTo>
                  <a:cubicBezTo>
                    <a:pt x="17045" y="337"/>
                    <a:pt x="16523" y="604"/>
                    <a:pt x="15989" y="828"/>
                  </a:cubicBezTo>
                  <a:cubicBezTo>
                    <a:pt x="15597" y="972"/>
                    <a:pt x="15261" y="1202"/>
                    <a:pt x="14958" y="1485"/>
                  </a:cubicBezTo>
                  <a:cubicBezTo>
                    <a:pt x="14946" y="1498"/>
                    <a:pt x="14935" y="1512"/>
                    <a:pt x="14925" y="1526"/>
                  </a:cubicBezTo>
                  <a:cubicBezTo>
                    <a:pt x="14720" y="1596"/>
                    <a:pt x="14607" y="1773"/>
                    <a:pt x="14465" y="1917"/>
                  </a:cubicBezTo>
                  <a:cubicBezTo>
                    <a:pt x="13974" y="1322"/>
                    <a:pt x="13446" y="772"/>
                    <a:pt x="12732" y="441"/>
                  </a:cubicBezTo>
                  <a:cubicBezTo>
                    <a:pt x="12197" y="263"/>
                    <a:pt x="11656" y="117"/>
                    <a:pt x="11094" y="68"/>
                  </a:cubicBezTo>
                  <a:cubicBezTo>
                    <a:pt x="10873" y="43"/>
                    <a:pt x="10652" y="1"/>
                    <a:pt x="10430" y="1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35" name="Google Shape;2335;p51"/>
            <p:cNvPicPr preferRelativeResize="0"/>
            <p:nvPr/>
          </p:nvPicPr>
          <p:blipFill rotWithShape="1">
            <a:blip r:embed="rId4">
              <a:alphaModFix/>
            </a:blip>
            <a:srcRect l="30352" t="23481" r="33882" b="21005"/>
            <a:stretch/>
          </p:blipFill>
          <p:spPr>
            <a:xfrm>
              <a:off x="4924988" y="2972675"/>
              <a:ext cx="1034827" cy="9034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p59"/>
          <p:cNvSpPr txBox="1">
            <a:spLocks noGrp="1"/>
          </p:cNvSpPr>
          <p:nvPr>
            <p:ph type="title"/>
          </p:nvPr>
        </p:nvSpPr>
        <p:spPr>
          <a:xfrm>
            <a:off x="592952" y="974168"/>
            <a:ext cx="7903495" cy="252472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 dirty="0"/>
              <a:t>GRACIAS!!</a:t>
            </a:r>
            <a:endParaRPr sz="8800" dirty="0"/>
          </a:p>
        </p:txBody>
      </p:sp>
      <p:sp>
        <p:nvSpPr>
          <p:cNvPr id="2522" name="Google Shape;2522;p59"/>
          <p:cNvSpPr/>
          <p:nvPr/>
        </p:nvSpPr>
        <p:spPr>
          <a:xfrm>
            <a:off x="8111815" y="-147588"/>
            <a:ext cx="1619215" cy="2180626"/>
          </a:xfrm>
          <a:custGeom>
            <a:avLst/>
            <a:gdLst/>
            <a:ahLst/>
            <a:cxnLst/>
            <a:rect l="l" t="t" r="r" b="b"/>
            <a:pathLst>
              <a:path w="63029" h="95631" extrusionOk="0">
                <a:moveTo>
                  <a:pt x="19976" y="0"/>
                </a:moveTo>
                <a:cubicBezTo>
                  <a:pt x="4316" y="5220"/>
                  <a:pt x="-5930" y="33658"/>
                  <a:pt x="3974" y="46863"/>
                </a:cubicBezTo>
                <a:cubicBezTo>
                  <a:pt x="12768" y="58589"/>
                  <a:pt x="29726" y="60882"/>
                  <a:pt x="42836" y="67437"/>
                </a:cubicBezTo>
                <a:cubicBezTo>
                  <a:pt x="49996" y="71017"/>
                  <a:pt x="56624" y="76575"/>
                  <a:pt x="60743" y="83439"/>
                </a:cubicBezTo>
                <a:cubicBezTo>
                  <a:pt x="62870" y="86985"/>
                  <a:pt x="61721" y="91708"/>
                  <a:pt x="63029" y="95631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s-ES"/>
          </a:p>
        </p:txBody>
      </p:sp>
      <p:grpSp>
        <p:nvGrpSpPr>
          <p:cNvPr id="2523" name="Google Shape;2523;p59"/>
          <p:cNvGrpSpPr/>
          <p:nvPr/>
        </p:nvGrpSpPr>
        <p:grpSpPr>
          <a:xfrm>
            <a:off x="5177785" y="3616518"/>
            <a:ext cx="1809726" cy="939730"/>
            <a:chOff x="2815625" y="3753900"/>
            <a:chExt cx="1684877" cy="874900"/>
          </a:xfrm>
        </p:grpSpPr>
        <p:sp>
          <p:nvSpPr>
            <p:cNvPr id="2524" name="Google Shape;2524;p59"/>
            <p:cNvSpPr/>
            <p:nvPr/>
          </p:nvSpPr>
          <p:spPr>
            <a:xfrm>
              <a:off x="2815626" y="3753911"/>
              <a:ext cx="1684871" cy="854528"/>
            </a:xfrm>
            <a:custGeom>
              <a:avLst/>
              <a:gdLst/>
              <a:ahLst/>
              <a:cxnLst/>
              <a:rect l="l" t="t" r="r" b="b"/>
              <a:pathLst>
                <a:path w="72452" h="36746" extrusionOk="0">
                  <a:moveTo>
                    <a:pt x="64438" y="19305"/>
                  </a:moveTo>
                  <a:lnTo>
                    <a:pt x="64459" y="19321"/>
                  </a:lnTo>
                  <a:lnTo>
                    <a:pt x="64459" y="19321"/>
                  </a:lnTo>
                  <a:cubicBezTo>
                    <a:pt x="64451" y="19315"/>
                    <a:pt x="64444" y="19311"/>
                    <a:pt x="64437" y="19305"/>
                  </a:cubicBezTo>
                  <a:close/>
                  <a:moveTo>
                    <a:pt x="49476" y="0"/>
                  </a:moveTo>
                  <a:cubicBezTo>
                    <a:pt x="48701" y="0"/>
                    <a:pt x="47927" y="60"/>
                    <a:pt x="47152" y="101"/>
                  </a:cubicBezTo>
                  <a:cubicBezTo>
                    <a:pt x="46545" y="133"/>
                    <a:pt x="45973" y="346"/>
                    <a:pt x="45368" y="358"/>
                  </a:cubicBezTo>
                  <a:cubicBezTo>
                    <a:pt x="45273" y="360"/>
                    <a:pt x="45176" y="412"/>
                    <a:pt x="45082" y="447"/>
                  </a:cubicBezTo>
                  <a:cubicBezTo>
                    <a:pt x="44583" y="641"/>
                    <a:pt x="44083" y="833"/>
                    <a:pt x="43586" y="1034"/>
                  </a:cubicBezTo>
                  <a:cubicBezTo>
                    <a:pt x="42925" y="1301"/>
                    <a:pt x="42226" y="1502"/>
                    <a:pt x="41708" y="2038"/>
                  </a:cubicBezTo>
                  <a:cubicBezTo>
                    <a:pt x="41701" y="2037"/>
                    <a:pt x="41695" y="2037"/>
                    <a:pt x="41688" y="2037"/>
                  </a:cubicBezTo>
                  <a:cubicBezTo>
                    <a:pt x="41610" y="2037"/>
                    <a:pt x="41538" y="2056"/>
                    <a:pt x="41484" y="2119"/>
                  </a:cubicBezTo>
                  <a:cubicBezTo>
                    <a:pt x="41192" y="2144"/>
                    <a:pt x="40964" y="2320"/>
                    <a:pt x="40713" y="2440"/>
                  </a:cubicBezTo>
                  <a:lnTo>
                    <a:pt x="40704" y="2448"/>
                  </a:lnTo>
                  <a:cubicBezTo>
                    <a:pt x="40564" y="2490"/>
                    <a:pt x="40516" y="2605"/>
                    <a:pt x="40483" y="2732"/>
                  </a:cubicBezTo>
                  <a:cubicBezTo>
                    <a:pt x="40006" y="2878"/>
                    <a:pt x="39638" y="3204"/>
                    <a:pt x="39247" y="3488"/>
                  </a:cubicBezTo>
                  <a:cubicBezTo>
                    <a:pt x="38994" y="3672"/>
                    <a:pt x="38801" y="3963"/>
                    <a:pt x="38527" y="4095"/>
                  </a:cubicBezTo>
                  <a:cubicBezTo>
                    <a:pt x="38003" y="4348"/>
                    <a:pt x="37692" y="4840"/>
                    <a:pt x="37215" y="5158"/>
                  </a:cubicBezTo>
                  <a:cubicBezTo>
                    <a:pt x="36764" y="5458"/>
                    <a:pt x="36449" y="5990"/>
                    <a:pt x="36133" y="6460"/>
                  </a:cubicBezTo>
                  <a:cubicBezTo>
                    <a:pt x="35752" y="7031"/>
                    <a:pt x="35322" y="7565"/>
                    <a:pt x="34928" y="8122"/>
                  </a:cubicBezTo>
                  <a:cubicBezTo>
                    <a:pt x="34675" y="8478"/>
                    <a:pt x="34410" y="8816"/>
                    <a:pt x="34238" y="9218"/>
                  </a:cubicBezTo>
                  <a:cubicBezTo>
                    <a:pt x="34171" y="9266"/>
                    <a:pt x="34092" y="9303"/>
                    <a:pt x="34043" y="9363"/>
                  </a:cubicBezTo>
                  <a:cubicBezTo>
                    <a:pt x="33884" y="9551"/>
                    <a:pt x="33798" y="9644"/>
                    <a:pt x="33707" y="9644"/>
                  </a:cubicBezTo>
                  <a:cubicBezTo>
                    <a:pt x="33622" y="9644"/>
                    <a:pt x="33532" y="9564"/>
                    <a:pt x="33374" y="9406"/>
                  </a:cubicBezTo>
                  <a:cubicBezTo>
                    <a:pt x="33247" y="9279"/>
                    <a:pt x="33131" y="9141"/>
                    <a:pt x="33008" y="9007"/>
                  </a:cubicBezTo>
                  <a:cubicBezTo>
                    <a:pt x="33000" y="8951"/>
                    <a:pt x="32969" y="8918"/>
                    <a:pt x="32915" y="8905"/>
                  </a:cubicBezTo>
                  <a:lnTo>
                    <a:pt x="32915" y="8904"/>
                  </a:lnTo>
                  <a:cubicBezTo>
                    <a:pt x="32829" y="8743"/>
                    <a:pt x="32707" y="8624"/>
                    <a:pt x="32524" y="8580"/>
                  </a:cubicBezTo>
                  <a:cubicBezTo>
                    <a:pt x="32498" y="8521"/>
                    <a:pt x="32487" y="8445"/>
                    <a:pt x="32443" y="8403"/>
                  </a:cubicBezTo>
                  <a:cubicBezTo>
                    <a:pt x="32103" y="8092"/>
                    <a:pt x="31758" y="7789"/>
                    <a:pt x="31415" y="7482"/>
                  </a:cubicBezTo>
                  <a:cubicBezTo>
                    <a:pt x="31396" y="7358"/>
                    <a:pt x="31328" y="7290"/>
                    <a:pt x="31199" y="7287"/>
                  </a:cubicBezTo>
                  <a:lnTo>
                    <a:pt x="31199" y="7285"/>
                  </a:lnTo>
                  <a:cubicBezTo>
                    <a:pt x="31059" y="7042"/>
                    <a:pt x="30711" y="7045"/>
                    <a:pt x="30597" y="6773"/>
                  </a:cubicBezTo>
                  <a:cubicBezTo>
                    <a:pt x="30424" y="6681"/>
                    <a:pt x="30382" y="6451"/>
                    <a:pt x="30187" y="6381"/>
                  </a:cubicBezTo>
                  <a:cubicBezTo>
                    <a:pt x="30157" y="6372"/>
                    <a:pt x="30123" y="6367"/>
                    <a:pt x="30092" y="6367"/>
                  </a:cubicBezTo>
                  <a:cubicBezTo>
                    <a:pt x="30027" y="6248"/>
                    <a:pt x="29930" y="6176"/>
                    <a:pt x="29791" y="6167"/>
                  </a:cubicBezTo>
                  <a:cubicBezTo>
                    <a:pt x="29366" y="5636"/>
                    <a:pt x="28771" y="5306"/>
                    <a:pt x="28266" y="4869"/>
                  </a:cubicBezTo>
                  <a:cubicBezTo>
                    <a:pt x="28242" y="4859"/>
                    <a:pt x="28217" y="4853"/>
                    <a:pt x="28190" y="4853"/>
                  </a:cubicBezTo>
                  <a:cubicBezTo>
                    <a:pt x="28171" y="4773"/>
                    <a:pt x="28157" y="4692"/>
                    <a:pt x="28072" y="4653"/>
                  </a:cubicBezTo>
                  <a:cubicBezTo>
                    <a:pt x="28003" y="4519"/>
                    <a:pt x="27898" y="4417"/>
                    <a:pt x="27774" y="4335"/>
                  </a:cubicBezTo>
                  <a:cubicBezTo>
                    <a:pt x="27297" y="3766"/>
                    <a:pt x="26787" y="3236"/>
                    <a:pt x="26144" y="2851"/>
                  </a:cubicBezTo>
                  <a:cubicBezTo>
                    <a:pt x="26076" y="2802"/>
                    <a:pt x="26001" y="2759"/>
                    <a:pt x="25941" y="2702"/>
                  </a:cubicBezTo>
                  <a:cubicBezTo>
                    <a:pt x="25443" y="2225"/>
                    <a:pt x="24863" y="1884"/>
                    <a:pt x="24255" y="1559"/>
                  </a:cubicBezTo>
                  <a:cubicBezTo>
                    <a:pt x="23464" y="1137"/>
                    <a:pt x="22677" y="794"/>
                    <a:pt x="21770" y="686"/>
                  </a:cubicBezTo>
                  <a:cubicBezTo>
                    <a:pt x="21335" y="634"/>
                    <a:pt x="20901" y="610"/>
                    <a:pt x="20469" y="610"/>
                  </a:cubicBezTo>
                  <a:cubicBezTo>
                    <a:pt x="19920" y="610"/>
                    <a:pt x="19372" y="649"/>
                    <a:pt x="18823" y="719"/>
                  </a:cubicBezTo>
                  <a:cubicBezTo>
                    <a:pt x="18663" y="741"/>
                    <a:pt x="18496" y="802"/>
                    <a:pt x="18353" y="884"/>
                  </a:cubicBezTo>
                  <a:cubicBezTo>
                    <a:pt x="17934" y="1124"/>
                    <a:pt x="17455" y="1208"/>
                    <a:pt x="17017" y="1407"/>
                  </a:cubicBezTo>
                  <a:cubicBezTo>
                    <a:pt x="16642" y="1579"/>
                    <a:pt x="16239" y="1720"/>
                    <a:pt x="15900" y="1946"/>
                  </a:cubicBezTo>
                  <a:cubicBezTo>
                    <a:pt x="15403" y="2281"/>
                    <a:pt x="14918" y="2637"/>
                    <a:pt x="14408" y="2954"/>
                  </a:cubicBezTo>
                  <a:cubicBezTo>
                    <a:pt x="14041" y="3183"/>
                    <a:pt x="13652" y="3405"/>
                    <a:pt x="13358" y="3711"/>
                  </a:cubicBezTo>
                  <a:cubicBezTo>
                    <a:pt x="12856" y="4232"/>
                    <a:pt x="12213" y="4568"/>
                    <a:pt x="11706" y="5075"/>
                  </a:cubicBezTo>
                  <a:cubicBezTo>
                    <a:pt x="11554" y="5120"/>
                    <a:pt x="11473" y="5240"/>
                    <a:pt x="11395" y="5366"/>
                  </a:cubicBezTo>
                  <a:cubicBezTo>
                    <a:pt x="11217" y="5429"/>
                    <a:pt x="11072" y="5541"/>
                    <a:pt x="10944" y="5676"/>
                  </a:cubicBezTo>
                  <a:cubicBezTo>
                    <a:pt x="10647" y="5989"/>
                    <a:pt x="10316" y="6270"/>
                    <a:pt x="9998" y="6559"/>
                  </a:cubicBezTo>
                  <a:cubicBezTo>
                    <a:pt x="9431" y="7071"/>
                    <a:pt x="8805" y="7514"/>
                    <a:pt x="8305" y="8100"/>
                  </a:cubicBezTo>
                  <a:cubicBezTo>
                    <a:pt x="8003" y="8451"/>
                    <a:pt x="7619" y="8735"/>
                    <a:pt x="7445" y="9188"/>
                  </a:cubicBezTo>
                  <a:cubicBezTo>
                    <a:pt x="6883" y="9546"/>
                    <a:pt x="6475" y="10044"/>
                    <a:pt x="6132" y="10604"/>
                  </a:cubicBezTo>
                  <a:cubicBezTo>
                    <a:pt x="5963" y="10748"/>
                    <a:pt x="5771" y="10875"/>
                    <a:pt x="5725" y="11117"/>
                  </a:cubicBezTo>
                  <a:cubicBezTo>
                    <a:pt x="5560" y="11222"/>
                    <a:pt x="5426" y="11358"/>
                    <a:pt x="5320" y="11524"/>
                  </a:cubicBezTo>
                  <a:cubicBezTo>
                    <a:pt x="5015" y="11732"/>
                    <a:pt x="4813" y="12027"/>
                    <a:pt x="4622" y="12334"/>
                  </a:cubicBezTo>
                  <a:cubicBezTo>
                    <a:pt x="4252" y="12810"/>
                    <a:pt x="3884" y="13285"/>
                    <a:pt x="3515" y="13760"/>
                  </a:cubicBezTo>
                  <a:cubicBezTo>
                    <a:pt x="3415" y="13794"/>
                    <a:pt x="3340" y="13864"/>
                    <a:pt x="3286" y="13946"/>
                  </a:cubicBezTo>
                  <a:cubicBezTo>
                    <a:pt x="3032" y="14324"/>
                    <a:pt x="2686" y="14604"/>
                    <a:pt x="2338" y="14890"/>
                  </a:cubicBezTo>
                  <a:cubicBezTo>
                    <a:pt x="1976" y="15187"/>
                    <a:pt x="1531" y="15352"/>
                    <a:pt x="1183" y="15664"/>
                  </a:cubicBezTo>
                  <a:cubicBezTo>
                    <a:pt x="825" y="15711"/>
                    <a:pt x="617" y="16011"/>
                    <a:pt x="322" y="16167"/>
                  </a:cubicBezTo>
                  <a:cubicBezTo>
                    <a:pt x="1" y="16337"/>
                    <a:pt x="6" y="16464"/>
                    <a:pt x="279" y="16780"/>
                  </a:cubicBezTo>
                  <a:lnTo>
                    <a:pt x="281" y="16782"/>
                  </a:lnTo>
                  <a:cubicBezTo>
                    <a:pt x="282" y="16863"/>
                    <a:pt x="296" y="16938"/>
                    <a:pt x="379" y="16977"/>
                  </a:cubicBezTo>
                  <a:cubicBezTo>
                    <a:pt x="835" y="17292"/>
                    <a:pt x="1283" y="17619"/>
                    <a:pt x="1748" y="17916"/>
                  </a:cubicBezTo>
                  <a:cubicBezTo>
                    <a:pt x="2408" y="18334"/>
                    <a:pt x="2962" y="18871"/>
                    <a:pt x="3463" y="19454"/>
                  </a:cubicBezTo>
                  <a:cubicBezTo>
                    <a:pt x="3993" y="20070"/>
                    <a:pt x="4409" y="20784"/>
                    <a:pt x="5027" y="21330"/>
                  </a:cubicBezTo>
                  <a:cubicBezTo>
                    <a:pt x="5617" y="22118"/>
                    <a:pt x="6308" y="22811"/>
                    <a:pt x="7045" y="23459"/>
                  </a:cubicBezTo>
                  <a:cubicBezTo>
                    <a:pt x="7083" y="23489"/>
                    <a:pt x="7120" y="23519"/>
                    <a:pt x="7158" y="23550"/>
                  </a:cubicBezTo>
                  <a:cubicBezTo>
                    <a:pt x="7209" y="23696"/>
                    <a:pt x="7307" y="23801"/>
                    <a:pt x="7449" y="23864"/>
                  </a:cubicBezTo>
                  <a:cubicBezTo>
                    <a:pt x="7596" y="24052"/>
                    <a:pt x="7712" y="24269"/>
                    <a:pt x="7952" y="24366"/>
                  </a:cubicBezTo>
                  <a:cubicBezTo>
                    <a:pt x="7955" y="24447"/>
                    <a:pt x="7976" y="24519"/>
                    <a:pt x="8065" y="24547"/>
                  </a:cubicBezTo>
                  <a:cubicBezTo>
                    <a:pt x="8534" y="24952"/>
                    <a:pt x="8939" y="25431"/>
                    <a:pt x="9452" y="25785"/>
                  </a:cubicBezTo>
                  <a:cubicBezTo>
                    <a:pt x="9490" y="25818"/>
                    <a:pt x="9530" y="25850"/>
                    <a:pt x="9568" y="25883"/>
                  </a:cubicBezTo>
                  <a:lnTo>
                    <a:pt x="9666" y="25985"/>
                  </a:lnTo>
                  <a:cubicBezTo>
                    <a:pt x="9681" y="26039"/>
                    <a:pt x="9717" y="26072"/>
                    <a:pt x="9770" y="26088"/>
                  </a:cubicBezTo>
                  <a:cubicBezTo>
                    <a:pt x="9787" y="26139"/>
                    <a:pt x="9822" y="26171"/>
                    <a:pt x="9874" y="26184"/>
                  </a:cubicBezTo>
                  <a:cubicBezTo>
                    <a:pt x="9908" y="26220"/>
                    <a:pt x="9941" y="26258"/>
                    <a:pt x="9973" y="26295"/>
                  </a:cubicBezTo>
                  <a:cubicBezTo>
                    <a:pt x="10259" y="26752"/>
                    <a:pt x="10726" y="27032"/>
                    <a:pt x="11079" y="27423"/>
                  </a:cubicBezTo>
                  <a:cubicBezTo>
                    <a:pt x="11226" y="27586"/>
                    <a:pt x="11392" y="27714"/>
                    <a:pt x="11595" y="27798"/>
                  </a:cubicBezTo>
                  <a:cubicBezTo>
                    <a:pt x="11638" y="27869"/>
                    <a:pt x="11708" y="27903"/>
                    <a:pt x="11784" y="27926"/>
                  </a:cubicBezTo>
                  <a:cubicBezTo>
                    <a:pt x="11922" y="28190"/>
                    <a:pt x="12149" y="28360"/>
                    <a:pt x="12399" y="28508"/>
                  </a:cubicBezTo>
                  <a:cubicBezTo>
                    <a:pt x="12586" y="28767"/>
                    <a:pt x="12826" y="28965"/>
                    <a:pt x="13104" y="29121"/>
                  </a:cubicBezTo>
                  <a:cubicBezTo>
                    <a:pt x="13104" y="29121"/>
                    <a:pt x="13104" y="29119"/>
                    <a:pt x="13104" y="29119"/>
                  </a:cubicBezTo>
                  <a:cubicBezTo>
                    <a:pt x="13139" y="29151"/>
                    <a:pt x="13176" y="29181"/>
                    <a:pt x="13211" y="29213"/>
                  </a:cubicBezTo>
                  <a:cubicBezTo>
                    <a:pt x="13754" y="29714"/>
                    <a:pt x="14294" y="30219"/>
                    <a:pt x="14904" y="30640"/>
                  </a:cubicBezTo>
                  <a:cubicBezTo>
                    <a:pt x="15046" y="30738"/>
                    <a:pt x="15187" y="30837"/>
                    <a:pt x="15328" y="30935"/>
                  </a:cubicBezTo>
                  <a:lnTo>
                    <a:pt x="15328" y="30934"/>
                  </a:lnTo>
                  <a:cubicBezTo>
                    <a:pt x="15373" y="31015"/>
                    <a:pt x="15449" y="31032"/>
                    <a:pt x="15530" y="31042"/>
                  </a:cubicBezTo>
                  <a:cubicBezTo>
                    <a:pt x="15641" y="31167"/>
                    <a:pt x="15722" y="31336"/>
                    <a:pt x="15926" y="31342"/>
                  </a:cubicBezTo>
                  <a:cubicBezTo>
                    <a:pt x="16162" y="31514"/>
                    <a:pt x="16326" y="31792"/>
                    <a:pt x="16647" y="31839"/>
                  </a:cubicBezTo>
                  <a:cubicBezTo>
                    <a:pt x="16992" y="32028"/>
                    <a:pt x="17282" y="32309"/>
                    <a:pt x="17656" y="32449"/>
                  </a:cubicBezTo>
                  <a:cubicBezTo>
                    <a:pt x="17919" y="32533"/>
                    <a:pt x="18145" y="32684"/>
                    <a:pt x="18369" y="32842"/>
                  </a:cubicBezTo>
                  <a:cubicBezTo>
                    <a:pt x="18399" y="32858"/>
                    <a:pt x="18429" y="32864"/>
                    <a:pt x="18464" y="32864"/>
                  </a:cubicBezTo>
                  <a:cubicBezTo>
                    <a:pt x="18512" y="32935"/>
                    <a:pt x="18588" y="32950"/>
                    <a:pt x="18664" y="32964"/>
                  </a:cubicBezTo>
                  <a:cubicBezTo>
                    <a:pt x="18939" y="33269"/>
                    <a:pt x="19329" y="33380"/>
                    <a:pt x="19680" y="33557"/>
                  </a:cubicBezTo>
                  <a:cubicBezTo>
                    <a:pt x="19877" y="33747"/>
                    <a:pt x="20139" y="33787"/>
                    <a:pt x="20385" y="33862"/>
                  </a:cubicBezTo>
                  <a:cubicBezTo>
                    <a:pt x="20858" y="34063"/>
                    <a:pt x="21332" y="34264"/>
                    <a:pt x="21805" y="34464"/>
                  </a:cubicBezTo>
                  <a:cubicBezTo>
                    <a:pt x="21871" y="34552"/>
                    <a:pt x="21955" y="34567"/>
                    <a:pt x="22042" y="34567"/>
                  </a:cubicBezTo>
                  <a:cubicBezTo>
                    <a:pt x="22088" y="34567"/>
                    <a:pt x="22135" y="34563"/>
                    <a:pt x="22181" y="34563"/>
                  </a:cubicBezTo>
                  <a:cubicBezTo>
                    <a:pt x="22190" y="34563"/>
                    <a:pt x="22200" y="34563"/>
                    <a:pt x="22209" y="34564"/>
                  </a:cubicBezTo>
                  <a:lnTo>
                    <a:pt x="22210" y="34565"/>
                  </a:lnTo>
                  <a:cubicBezTo>
                    <a:pt x="22247" y="34644"/>
                    <a:pt x="22313" y="34666"/>
                    <a:pt x="22391" y="34666"/>
                  </a:cubicBezTo>
                  <a:cubicBezTo>
                    <a:pt x="22396" y="34666"/>
                    <a:pt x="22402" y="34666"/>
                    <a:pt x="22407" y="34665"/>
                  </a:cubicBezTo>
                  <a:cubicBezTo>
                    <a:pt x="22874" y="34928"/>
                    <a:pt x="23403" y="35007"/>
                    <a:pt x="23899" y="35187"/>
                  </a:cubicBezTo>
                  <a:cubicBezTo>
                    <a:pt x="23955" y="35223"/>
                    <a:pt x="24006" y="35272"/>
                    <a:pt x="24066" y="35293"/>
                  </a:cubicBezTo>
                  <a:cubicBezTo>
                    <a:pt x="24860" y="35577"/>
                    <a:pt x="25629" y="35954"/>
                    <a:pt x="26497" y="35979"/>
                  </a:cubicBezTo>
                  <a:cubicBezTo>
                    <a:pt x="26579" y="35981"/>
                    <a:pt x="26660" y="36011"/>
                    <a:pt x="26741" y="36030"/>
                  </a:cubicBezTo>
                  <a:cubicBezTo>
                    <a:pt x="27257" y="36149"/>
                    <a:pt x="27770" y="36297"/>
                    <a:pt x="28306" y="36297"/>
                  </a:cubicBezTo>
                  <a:cubicBezTo>
                    <a:pt x="28320" y="36297"/>
                    <a:pt x="28333" y="36297"/>
                    <a:pt x="28347" y="36297"/>
                  </a:cubicBezTo>
                  <a:cubicBezTo>
                    <a:pt x="29424" y="36617"/>
                    <a:pt x="30523" y="36745"/>
                    <a:pt x="31645" y="36745"/>
                  </a:cubicBezTo>
                  <a:cubicBezTo>
                    <a:pt x="31672" y="36745"/>
                    <a:pt x="31699" y="36745"/>
                    <a:pt x="31726" y="36745"/>
                  </a:cubicBezTo>
                  <a:cubicBezTo>
                    <a:pt x="32595" y="36742"/>
                    <a:pt x="33453" y="36635"/>
                    <a:pt x="34316" y="36577"/>
                  </a:cubicBezTo>
                  <a:cubicBezTo>
                    <a:pt x="34341" y="36575"/>
                    <a:pt x="34366" y="36574"/>
                    <a:pt x="34392" y="36574"/>
                  </a:cubicBezTo>
                  <a:cubicBezTo>
                    <a:pt x="34515" y="36574"/>
                    <a:pt x="34640" y="36591"/>
                    <a:pt x="34763" y="36591"/>
                  </a:cubicBezTo>
                  <a:cubicBezTo>
                    <a:pt x="34894" y="36591"/>
                    <a:pt x="35023" y="36572"/>
                    <a:pt x="35145" y="36494"/>
                  </a:cubicBezTo>
                  <a:cubicBezTo>
                    <a:pt x="35224" y="36515"/>
                    <a:pt x="35302" y="36526"/>
                    <a:pt x="35377" y="36526"/>
                  </a:cubicBezTo>
                  <a:cubicBezTo>
                    <a:pt x="35512" y="36526"/>
                    <a:pt x="35641" y="36489"/>
                    <a:pt x="35762" y="36399"/>
                  </a:cubicBezTo>
                  <a:cubicBezTo>
                    <a:pt x="35796" y="36404"/>
                    <a:pt x="35830" y="36406"/>
                    <a:pt x="35864" y="36406"/>
                  </a:cubicBezTo>
                  <a:cubicBezTo>
                    <a:pt x="36080" y="36406"/>
                    <a:pt x="36283" y="36310"/>
                    <a:pt x="36499" y="36294"/>
                  </a:cubicBezTo>
                  <a:cubicBezTo>
                    <a:pt x="37873" y="36195"/>
                    <a:pt x="39242" y="36040"/>
                    <a:pt x="40596" y="35779"/>
                  </a:cubicBezTo>
                  <a:cubicBezTo>
                    <a:pt x="40636" y="35784"/>
                    <a:pt x="40676" y="35786"/>
                    <a:pt x="40715" y="35786"/>
                  </a:cubicBezTo>
                  <a:cubicBezTo>
                    <a:pt x="41066" y="35786"/>
                    <a:pt x="41381" y="35605"/>
                    <a:pt x="41721" y="35542"/>
                  </a:cubicBezTo>
                  <a:cubicBezTo>
                    <a:pt x="42377" y="35418"/>
                    <a:pt x="43050" y="35399"/>
                    <a:pt x="43697" y="35210"/>
                  </a:cubicBezTo>
                  <a:cubicBezTo>
                    <a:pt x="44288" y="35037"/>
                    <a:pt x="44880" y="34874"/>
                    <a:pt x="45467" y="34673"/>
                  </a:cubicBezTo>
                  <a:cubicBezTo>
                    <a:pt x="46641" y="34271"/>
                    <a:pt x="47816" y="33892"/>
                    <a:pt x="48879" y="33221"/>
                  </a:cubicBezTo>
                  <a:cubicBezTo>
                    <a:pt x="49289" y="32964"/>
                    <a:pt x="49691" y="32643"/>
                    <a:pt x="50144" y="32503"/>
                  </a:cubicBezTo>
                  <a:cubicBezTo>
                    <a:pt x="50949" y="32255"/>
                    <a:pt x="51600" y="31758"/>
                    <a:pt x="52301" y="31342"/>
                  </a:cubicBezTo>
                  <a:cubicBezTo>
                    <a:pt x="53192" y="30811"/>
                    <a:pt x="53926" y="30068"/>
                    <a:pt x="54686" y="29377"/>
                  </a:cubicBezTo>
                  <a:cubicBezTo>
                    <a:pt x="55215" y="28894"/>
                    <a:pt x="55768" y="28435"/>
                    <a:pt x="56290" y="27942"/>
                  </a:cubicBezTo>
                  <a:cubicBezTo>
                    <a:pt x="56535" y="27712"/>
                    <a:pt x="56779" y="27486"/>
                    <a:pt x="56980" y="27216"/>
                  </a:cubicBezTo>
                  <a:cubicBezTo>
                    <a:pt x="57108" y="27180"/>
                    <a:pt x="57213" y="27115"/>
                    <a:pt x="57272" y="26989"/>
                  </a:cubicBezTo>
                  <a:cubicBezTo>
                    <a:pt x="57671" y="26665"/>
                    <a:pt x="58069" y="26342"/>
                    <a:pt x="58468" y="26018"/>
                  </a:cubicBezTo>
                  <a:cubicBezTo>
                    <a:pt x="58664" y="25861"/>
                    <a:pt x="58856" y="25702"/>
                    <a:pt x="59002" y="25494"/>
                  </a:cubicBezTo>
                  <a:lnTo>
                    <a:pt x="59709" y="24770"/>
                  </a:lnTo>
                  <a:cubicBezTo>
                    <a:pt x="60052" y="24509"/>
                    <a:pt x="60344" y="24199"/>
                    <a:pt x="60607" y="23859"/>
                  </a:cubicBezTo>
                  <a:cubicBezTo>
                    <a:pt x="61182" y="23254"/>
                    <a:pt x="61755" y="22650"/>
                    <a:pt x="62329" y="22047"/>
                  </a:cubicBezTo>
                  <a:cubicBezTo>
                    <a:pt x="62565" y="21901"/>
                    <a:pt x="62661" y="21635"/>
                    <a:pt x="62843" y="21446"/>
                  </a:cubicBezTo>
                  <a:cubicBezTo>
                    <a:pt x="63164" y="21109"/>
                    <a:pt x="63444" y="20731"/>
                    <a:pt x="63760" y="20399"/>
                  </a:cubicBezTo>
                  <a:cubicBezTo>
                    <a:pt x="64070" y="20072"/>
                    <a:pt x="64295" y="19726"/>
                    <a:pt x="64461" y="19322"/>
                  </a:cubicBezTo>
                  <a:cubicBezTo>
                    <a:pt x="64545" y="19270"/>
                    <a:pt x="64607" y="19200"/>
                    <a:pt x="64650" y="19111"/>
                  </a:cubicBezTo>
                  <a:cubicBezTo>
                    <a:pt x="64843" y="18968"/>
                    <a:pt x="65021" y="18809"/>
                    <a:pt x="65142" y="18598"/>
                  </a:cubicBezTo>
                  <a:cubicBezTo>
                    <a:pt x="65407" y="18253"/>
                    <a:pt x="65763" y="18002"/>
                    <a:pt x="66064" y="17694"/>
                  </a:cubicBezTo>
                  <a:cubicBezTo>
                    <a:pt x="66235" y="17600"/>
                    <a:pt x="66362" y="17459"/>
                    <a:pt x="66472" y="17298"/>
                  </a:cubicBezTo>
                  <a:cubicBezTo>
                    <a:pt x="66504" y="17262"/>
                    <a:pt x="66537" y="17225"/>
                    <a:pt x="66570" y="17189"/>
                  </a:cubicBezTo>
                  <a:lnTo>
                    <a:pt x="66570" y="17190"/>
                  </a:lnTo>
                  <a:cubicBezTo>
                    <a:pt x="67176" y="16647"/>
                    <a:pt x="67781" y="16105"/>
                    <a:pt x="68386" y="15563"/>
                  </a:cubicBezTo>
                  <a:cubicBezTo>
                    <a:pt x="68420" y="15535"/>
                    <a:pt x="68451" y="15503"/>
                    <a:pt x="68478" y="15470"/>
                  </a:cubicBezTo>
                  <a:lnTo>
                    <a:pt x="68480" y="15470"/>
                  </a:lnTo>
                  <a:cubicBezTo>
                    <a:pt x="68486" y="15440"/>
                    <a:pt x="68493" y="15408"/>
                    <a:pt x="68494" y="15376"/>
                  </a:cubicBezTo>
                  <a:cubicBezTo>
                    <a:pt x="68910" y="15160"/>
                    <a:pt x="69187" y="14790"/>
                    <a:pt x="69506" y="14466"/>
                  </a:cubicBezTo>
                  <a:cubicBezTo>
                    <a:pt x="69907" y="14126"/>
                    <a:pt x="70275" y="13754"/>
                    <a:pt x="70621" y="13358"/>
                  </a:cubicBezTo>
                  <a:cubicBezTo>
                    <a:pt x="70655" y="13323"/>
                    <a:pt x="70688" y="13290"/>
                    <a:pt x="70722" y="13257"/>
                  </a:cubicBezTo>
                  <a:lnTo>
                    <a:pt x="70701" y="13247"/>
                  </a:lnTo>
                  <a:cubicBezTo>
                    <a:pt x="70702" y="13246"/>
                    <a:pt x="70704" y="13244"/>
                    <a:pt x="70706" y="13242"/>
                  </a:cubicBezTo>
                  <a:cubicBezTo>
                    <a:pt x="70706" y="13242"/>
                    <a:pt x="70722" y="13257"/>
                    <a:pt x="70722" y="13257"/>
                  </a:cubicBezTo>
                  <a:cubicBezTo>
                    <a:pt x="70755" y="13223"/>
                    <a:pt x="70788" y="13190"/>
                    <a:pt x="70822" y="13157"/>
                  </a:cubicBezTo>
                  <a:cubicBezTo>
                    <a:pt x="71238" y="12761"/>
                    <a:pt x="71664" y="12378"/>
                    <a:pt x="72127" y="12038"/>
                  </a:cubicBezTo>
                  <a:cubicBezTo>
                    <a:pt x="72159" y="12038"/>
                    <a:pt x="72191" y="12035"/>
                    <a:pt x="72223" y="12027"/>
                  </a:cubicBezTo>
                  <a:cubicBezTo>
                    <a:pt x="72452" y="11809"/>
                    <a:pt x="72237" y="11678"/>
                    <a:pt x="72126" y="11527"/>
                  </a:cubicBezTo>
                  <a:lnTo>
                    <a:pt x="72126" y="11528"/>
                  </a:lnTo>
                  <a:cubicBezTo>
                    <a:pt x="72040" y="11438"/>
                    <a:pt x="71937" y="11427"/>
                    <a:pt x="71831" y="11427"/>
                  </a:cubicBezTo>
                  <a:cubicBezTo>
                    <a:pt x="71794" y="11427"/>
                    <a:pt x="71756" y="11428"/>
                    <a:pt x="71719" y="11428"/>
                  </a:cubicBezTo>
                  <a:cubicBezTo>
                    <a:pt x="71688" y="11428"/>
                    <a:pt x="71657" y="11427"/>
                    <a:pt x="71627" y="11423"/>
                  </a:cubicBezTo>
                  <a:cubicBezTo>
                    <a:pt x="71608" y="11393"/>
                    <a:pt x="71589" y="11378"/>
                    <a:pt x="71569" y="11378"/>
                  </a:cubicBezTo>
                  <a:cubicBezTo>
                    <a:pt x="71551" y="11378"/>
                    <a:pt x="71532" y="11393"/>
                    <a:pt x="71513" y="11423"/>
                  </a:cubicBezTo>
                  <a:cubicBezTo>
                    <a:pt x="71481" y="11420"/>
                    <a:pt x="71451" y="11417"/>
                    <a:pt x="71419" y="11417"/>
                  </a:cubicBezTo>
                  <a:cubicBezTo>
                    <a:pt x="70872" y="11163"/>
                    <a:pt x="70266" y="11122"/>
                    <a:pt x="69700" y="10929"/>
                  </a:cubicBezTo>
                  <a:cubicBezTo>
                    <a:pt x="69295" y="10726"/>
                    <a:pt x="68890" y="10521"/>
                    <a:pt x="68485" y="10318"/>
                  </a:cubicBezTo>
                  <a:cubicBezTo>
                    <a:pt x="67952" y="9940"/>
                    <a:pt x="67347" y="9700"/>
                    <a:pt x="66771" y="9406"/>
                  </a:cubicBezTo>
                  <a:cubicBezTo>
                    <a:pt x="66697" y="9296"/>
                    <a:pt x="66575" y="9261"/>
                    <a:pt x="66464" y="9210"/>
                  </a:cubicBezTo>
                  <a:lnTo>
                    <a:pt x="64554" y="8186"/>
                  </a:lnTo>
                  <a:cubicBezTo>
                    <a:pt x="64505" y="8098"/>
                    <a:pt x="64438" y="8030"/>
                    <a:pt x="64341" y="7997"/>
                  </a:cubicBezTo>
                  <a:lnTo>
                    <a:pt x="64341" y="7995"/>
                  </a:lnTo>
                  <a:cubicBezTo>
                    <a:pt x="64140" y="7862"/>
                    <a:pt x="63938" y="7727"/>
                    <a:pt x="63736" y="7593"/>
                  </a:cubicBezTo>
                  <a:cubicBezTo>
                    <a:pt x="63377" y="7352"/>
                    <a:pt x="63040" y="7066"/>
                    <a:pt x="62654" y="6881"/>
                  </a:cubicBezTo>
                  <a:cubicBezTo>
                    <a:pt x="62244" y="6686"/>
                    <a:pt x="61993" y="6256"/>
                    <a:pt x="61525" y="6165"/>
                  </a:cubicBezTo>
                  <a:lnTo>
                    <a:pt x="61520" y="6167"/>
                  </a:lnTo>
                  <a:cubicBezTo>
                    <a:pt x="61487" y="6132"/>
                    <a:pt x="61453" y="6098"/>
                    <a:pt x="61420" y="6065"/>
                  </a:cubicBezTo>
                  <a:cubicBezTo>
                    <a:pt x="61420" y="6065"/>
                    <a:pt x="61420" y="6063"/>
                    <a:pt x="61420" y="6063"/>
                  </a:cubicBezTo>
                  <a:cubicBezTo>
                    <a:pt x="61355" y="5947"/>
                    <a:pt x="61258" y="5876"/>
                    <a:pt x="61123" y="5860"/>
                  </a:cubicBezTo>
                  <a:cubicBezTo>
                    <a:pt x="61121" y="5860"/>
                    <a:pt x="61121" y="5860"/>
                    <a:pt x="61120" y="5862"/>
                  </a:cubicBezTo>
                  <a:cubicBezTo>
                    <a:pt x="61115" y="5779"/>
                    <a:pt x="61091" y="5707"/>
                    <a:pt x="61008" y="5669"/>
                  </a:cubicBezTo>
                  <a:cubicBezTo>
                    <a:pt x="60810" y="5528"/>
                    <a:pt x="60664" y="5310"/>
                    <a:pt x="60410" y="5247"/>
                  </a:cubicBezTo>
                  <a:cubicBezTo>
                    <a:pt x="60157" y="4932"/>
                    <a:pt x="59850" y="4668"/>
                    <a:pt x="59534" y="4433"/>
                  </a:cubicBezTo>
                  <a:cubicBezTo>
                    <a:pt x="59077" y="4095"/>
                    <a:pt x="58613" y="3772"/>
                    <a:pt x="58185" y="3396"/>
                  </a:cubicBezTo>
                  <a:cubicBezTo>
                    <a:pt x="57823" y="3077"/>
                    <a:pt x="57453" y="2735"/>
                    <a:pt x="57027" y="2529"/>
                  </a:cubicBezTo>
                  <a:cubicBezTo>
                    <a:pt x="56270" y="2158"/>
                    <a:pt x="55659" y="1571"/>
                    <a:pt x="54905" y="1197"/>
                  </a:cubicBezTo>
                  <a:cubicBezTo>
                    <a:pt x="54487" y="989"/>
                    <a:pt x="54084" y="759"/>
                    <a:pt x="53640" y="605"/>
                  </a:cubicBezTo>
                  <a:cubicBezTo>
                    <a:pt x="53218" y="455"/>
                    <a:pt x="52795" y="335"/>
                    <a:pt x="52349" y="254"/>
                  </a:cubicBezTo>
                  <a:cubicBezTo>
                    <a:pt x="51558" y="107"/>
                    <a:pt x="50763" y="41"/>
                    <a:pt x="49966" y="9"/>
                  </a:cubicBezTo>
                  <a:cubicBezTo>
                    <a:pt x="49802" y="3"/>
                    <a:pt x="49639" y="0"/>
                    <a:pt x="49476" y="0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25" name="Google Shape;2525;p59"/>
            <p:cNvPicPr preferRelativeResize="0"/>
            <p:nvPr/>
          </p:nvPicPr>
          <p:blipFill rotWithShape="1">
            <a:blip r:embed="rId3">
              <a:alphaModFix/>
            </a:blip>
            <a:srcRect l="18187" t="23287" r="24384" b="24928"/>
            <a:stretch/>
          </p:blipFill>
          <p:spPr>
            <a:xfrm>
              <a:off x="2815625" y="3753900"/>
              <a:ext cx="1684877" cy="874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6" name="Google Shape;2526;p59"/>
          <p:cNvGrpSpPr/>
          <p:nvPr/>
        </p:nvGrpSpPr>
        <p:grpSpPr>
          <a:xfrm>
            <a:off x="1047800" y="2439671"/>
            <a:ext cx="1619227" cy="973383"/>
            <a:chOff x="6229400" y="3347592"/>
            <a:chExt cx="1619227" cy="973383"/>
          </a:xfrm>
        </p:grpSpPr>
        <p:sp>
          <p:nvSpPr>
            <p:cNvPr id="2527" name="Google Shape;2527;p59"/>
            <p:cNvSpPr/>
            <p:nvPr/>
          </p:nvSpPr>
          <p:spPr>
            <a:xfrm>
              <a:off x="6256486" y="3347592"/>
              <a:ext cx="1565032" cy="966792"/>
            </a:xfrm>
            <a:custGeom>
              <a:avLst/>
              <a:gdLst/>
              <a:ahLst/>
              <a:cxnLst/>
              <a:rect l="l" t="t" r="r" b="b"/>
              <a:pathLst>
                <a:path w="53883" h="33286" extrusionOk="0">
                  <a:moveTo>
                    <a:pt x="32649" y="0"/>
                  </a:moveTo>
                  <a:cubicBezTo>
                    <a:pt x="31584" y="0"/>
                    <a:pt x="30539" y="303"/>
                    <a:pt x="29501" y="731"/>
                  </a:cubicBezTo>
                  <a:cubicBezTo>
                    <a:pt x="29267" y="764"/>
                    <a:pt x="29032" y="797"/>
                    <a:pt x="28796" y="828"/>
                  </a:cubicBezTo>
                  <a:cubicBezTo>
                    <a:pt x="28777" y="828"/>
                    <a:pt x="28758" y="827"/>
                    <a:pt x="28739" y="827"/>
                  </a:cubicBezTo>
                  <a:cubicBezTo>
                    <a:pt x="28054" y="827"/>
                    <a:pt x="27496" y="1197"/>
                    <a:pt x="26908" y="1480"/>
                  </a:cubicBezTo>
                  <a:cubicBezTo>
                    <a:pt x="26398" y="1119"/>
                    <a:pt x="25822" y="927"/>
                    <a:pt x="25209" y="836"/>
                  </a:cubicBezTo>
                  <a:cubicBezTo>
                    <a:pt x="24841" y="801"/>
                    <a:pt x="24473" y="768"/>
                    <a:pt x="24105" y="733"/>
                  </a:cubicBezTo>
                  <a:cubicBezTo>
                    <a:pt x="23539" y="499"/>
                    <a:pt x="22975" y="361"/>
                    <a:pt x="22411" y="361"/>
                  </a:cubicBezTo>
                  <a:cubicBezTo>
                    <a:pt x="21889" y="361"/>
                    <a:pt x="21368" y="479"/>
                    <a:pt x="20848" y="747"/>
                  </a:cubicBezTo>
                  <a:cubicBezTo>
                    <a:pt x="20752" y="736"/>
                    <a:pt x="20657" y="731"/>
                    <a:pt x="20564" y="731"/>
                  </a:cubicBezTo>
                  <a:cubicBezTo>
                    <a:pt x="19857" y="731"/>
                    <a:pt x="19217" y="1020"/>
                    <a:pt x="18566" y="1264"/>
                  </a:cubicBezTo>
                  <a:lnTo>
                    <a:pt x="18566" y="1266"/>
                  </a:lnTo>
                  <a:cubicBezTo>
                    <a:pt x="18078" y="1355"/>
                    <a:pt x="17593" y="1458"/>
                    <a:pt x="17267" y="1889"/>
                  </a:cubicBezTo>
                  <a:cubicBezTo>
                    <a:pt x="17151" y="1898"/>
                    <a:pt x="17050" y="1943"/>
                    <a:pt x="16963" y="2020"/>
                  </a:cubicBezTo>
                  <a:cubicBezTo>
                    <a:pt x="16950" y="2020"/>
                    <a:pt x="16937" y="2019"/>
                    <a:pt x="16924" y="2019"/>
                  </a:cubicBezTo>
                  <a:cubicBezTo>
                    <a:pt x="16736" y="2019"/>
                    <a:pt x="16607" y="2113"/>
                    <a:pt x="16527" y="2288"/>
                  </a:cubicBezTo>
                  <a:cubicBezTo>
                    <a:pt x="15959" y="2373"/>
                    <a:pt x="15519" y="2670"/>
                    <a:pt x="15164" y="3108"/>
                  </a:cubicBezTo>
                  <a:cubicBezTo>
                    <a:pt x="15117" y="3102"/>
                    <a:pt x="15071" y="3098"/>
                    <a:pt x="15026" y="3098"/>
                  </a:cubicBezTo>
                  <a:cubicBezTo>
                    <a:pt x="14820" y="3098"/>
                    <a:pt x="14649" y="3173"/>
                    <a:pt x="14546" y="3395"/>
                  </a:cubicBezTo>
                  <a:lnTo>
                    <a:pt x="13394" y="3971"/>
                  </a:lnTo>
                  <a:cubicBezTo>
                    <a:pt x="12477" y="4294"/>
                    <a:pt x="11708" y="4855"/>
                    <a:pt x="10981" y="5483"/>
                  </a:cubicBezTo>
                  <a:cubicBezTo>
                    <a:pt x="10734" y="5642"/>
                    <a:pt x="10486" y="5799"/>
                    <a:pt x="10240" y="5958"/>
                  </a:cubicBezTo>
                  <a:cubicBezTo>
                    <a:pt x="9622" y="6148"/>
                    <a:pt x="9060" y="6432"/>
                    <a:pt x="8608" y="6909"/>
                  </a:cubicBezTo>
                  <a:cubicBezTo>
                    <a:pt x="7650" y="7427"/>
                    <a:pt x="6708" y="7970"/>
                    <a:pt x="5886" y="8693"/>
                  </a:cubicBezTo>
                  <a:cubicBezTo>
                    <a:pt x="5739" y="8809"/>
                    <a:pt x="5590" y="8925"/>
                    <a:pt x="5440" y="9044"/>
                  </a:cubicBezTo>
                  <a:cubicBezTo>
                    <a:pt x="5068" y="9156"/>
                    <a:pt x="4832" y="9418"/>
                    <a:pt x="4673" y="9761"/>
                  </a:cubicBezTo>
                  <a:cubicBezTo>
                    <a:pt x="4423" y="9943"/>
                    <a:pt x="4172" y="10125"/>
                    <a:pt x="3924" y="10308"/>
                  </a:cubicBezTo>
                  <a:cubicBezTo>
                    <a:pt x="2788" y="10823"/>
                    <a:pt x="1742" y="11490"/>
                    <a:pt x="714" y="12192"/>
                  </a:cubicBezTo>
                  <a:cubicBezTo>
                    <a:pt x="352" y="12324"/>
                    <a:pt x="103" y="12845"/>
                    <a:pt x="84" y="13291"/>
                  </a:cubicBezTo>
                  <a:cubicBezTo>
                    <a:pt x="1" y="15162"/>
                    <a:pt x="1712" y="17397"/>
                    <a:pt x="2744" y="17942"/>
                  </a:cubicBezTo>
                  <a:cubicBezTo>
                    <a:pt x="3831" y="18940"/>
                    <a:pt x="4897" y="19921"/>
                    <a:pt x="5964" y="20902"/>
                  </a:cubicBezTo>
                  <a:cubicBezTo>
                    <a:pt x="6241" y="21611"/>
                    <a:pt x="6716" y="22146"/>
                    <a:pt x="7385" y="22513"/>
                  </a:cubicBezTo>
                  <a:cubicBezTo>
                    <a:pt x="8819" y="24370"/>
                    <a:pt x="10163" y="26310"/>
                    <a:pt x="12132" y="27677"/>
                  </a:cubicBezTo>
                  <a:cubicBezTo>
                    <a:pt x="12549" y="28241"/>
                    <a:pt x="13125" y="28574"/>
                    <a:pt x="13780" y="28786"/>
                  </a:cubicBezTo>
                  <a:cubicBezTo>
                    <a:pt x="14422" y="29239"/>
                    <a:pt x="14941" y="29871"/>
                    <a:pt x="15711" y="30143"/>
                  </a:cubicBezTo>
                  <a:cubicBezTo>
                    <a:pt x="15786" y="30342"/>
                    <a:pt x="15947" y="30393"/>
                    <a:pt x="16139" y="30393"/>
                  </a:cubicBezTo>
                  <a:cubicBezTo>
                    <a:pt x="16901" y="31197"/>
                    <a:pt x="17928" y="31519"/>
                    <a:pt x="18917" y="31911"/>
                  </a:cubicBezTo>
                  <a:cubicBezTo>
                    <a:pt x="19354" y="32186"/>
                    <a:pt x="19814" y="32391"/>
                    <a:pt x="20339" y="32391"/>
                  </a:cubicBezTo>
                  <a:cubicBezTo>
                    <a:pt x="20369" y="32391"/>
                    <a:pt x="20399" y="32391"/>
                    <a:pt x="20429" y="32389"/>
                  </a:cubicBezTo>
                  <a:cubicBezTo>
                    <a:pt x="20841" y="32669"/>
                    <a:pt x="21291" y="32782"/>
                    <a:pt x="21766" y="32782"/>
                  </a:cubicBezTo>
                  <a:cubicBezTo>
                    <a:pt x="21865" y="32782"/>
                    <a:pt x="21966" y="32777"/>
                    <a:pt x="22067" y="32767"/>
                  </a:cubicBezTo>
                  <a:cubicBezTo>
                    <a:pt x="23922" y="33218"/>
                    <a:pt x="25802" y="33285"/>
                    <a:pt x="27685" y="33285"/>
                  </a:cubicBezTo>
                  <a:cubicBezTo>
                    <a:pt x="28426" y="33285"/>
                    <a:pt x="29169" y="33275"/>
                    <a:pt x="29910" y="33273"/>
                  </a:cubicBezTo>
                  <a:cubicBezTo>
                    <a:pt x="31316" y="33271"/>
                    <a:pt x="32644" y="32946"/>
                    <a:pt x="33888" y="32287"/>
                  </a:cubicBezTo>
                  <a:cubicBezTo>
                    <a:pt x="35534" y="31639"/>
                    <a:pt x="37176" y="30984"/>
                    <a:pt x="38657" y="29997"/>
                  </a:cubicBezTo>
                  <a:cubicBezTo>
                    <a:pt x="39415" y="29751"/>
                    <a:pt x="40072" y="29344"/>
                    <a:pt x="40609" y="28751"/>
                  </a:cubicBezTo>
                  <a:cubicBezTo>
                    <a:pt x="41677" y="28152"/>
                    <a:pt x="42633" y="27419"/>
                    <a:pt x="43393" y="26448"/>
                  </a:cubicBezTo>
                  <a:cubicBezTo>
                    <a:pt x="43606" y="26392"/>
                    <a:pt x="43738" y="26260"/>
                    <a:pt x="43785" y="26043"/>
                  </a:cubicBezTo>
                  <a:cubicBezTo>
                    <a:pt x="44337" y="25800"/>
                    <a:pt x="44680" y="25351"/>
                    <a:pt x="44963" y="24845"/>
                  </a:cubicBezTo>
                  <a:cubicBezTo>
                    <a:pt x="45304" y="24666"/>
                    <a:pt x="45574" y="24416"/>
                    <a:pt x="45744" y="24065"/>
                  </a:cubicBezTo>
                  <a:cubicBezTo>
                    <a:pt x="46407" y="23742"/>
                    <a:pt x="46687" y="23077"/>
                    <a:pt x="47103" y="22534"/>
                  </a:cubicBezTo>
                  <a:lnTo>
                    <a:pt x="47105" y="22534"/>
                  </a:lnTo>
                  <a:cubicBezTo>
                    <a:pt x="48251" y="21361"/>
                    <a:pt x="49189" y="19996"/>
                    <a:pt x="50449" y="18928"/>
                  </a:cubicBezTo>
                  <a:cubicBezTo>
                    <a:pt x="50856" y="18643"/>
                    <a:pt x="51261" y="18358"/>
                    <a:pt x="51667" y="18071"/>
                  </a:cubicBezTo>
                  <a:cubicBezTo>
                    <a:pt x="51696" y="18071"/>
                    <a:pt x="51725" y="18046"/>
                    <a:pt x="51752" y="17992"/>
                  </a:cubicBezTo>
                  <a:cubicBezTo>
                    <a:pt x="51798" y="17949"/>
                    <a:pt x="51843" y="17909"/>
                    <a:pt x="51888" y="17866"/>
                  </a:cubicBezTo>
                  <a:cubicBezTo>
                    <a:pt x="51942" y="17833"/>
                    <a:pt x="51990" y="17788"/>
                    <a:pt x="52031" y="17732"/>
                  </a:cubicBezTo>
                  <a:lnTo>
                    <a:pt x="52058" y="17709"/>
                  </a:lnTo>
                  <a:cubicBezTo>
                    <a:pt x="52167" y="17618"/>
                    <a:pt x="52273" y="17529"/>
                    <a:pt x="52382" y="17439"/>
                  </a:cubicBezTo>
                  <a:cubicBezTo>
                    <a:pt x="52413" y="17420"/>
                    <a:pt x="52442" y="17395"/>
                    <a:pt x="52473" y="17364"/>
                  </a:cubicBezTo>
                  <a:cubicBezTo>
                    <a:pt x="52616" y="17242"/>
                    <a:pt x="52762" y="17122"/>
                    <a:pt x="52905" y="16999"/>
                  </a:cubicBezTo>
                  <a:cubicBezTo>
                    <a:pt x="53119" y="16825"/>
                    <a:pt x="53231" y="16639"/>
                    <a:pt x="53198" y="16490"/>
                  </a:cubicBezTo>
                  <a:cubicBezTo>
                    <a:pt x="53448" y="16201"/>
                    <a:pt x="53882" y="13863"/>
                    <a:pt x="52471" y="12021"/>
                  </a:cubicBezTo>
                  <a:cubicBezTo>
                    <a:pt x="52275" y="11765"/>
                    <a:pt x="51934" y="11663"/>
                    <a:pt x="51665" y="11486"/>
                  </a:cubicBezTo>
                  <a:cubicBezTo>
                    <a:pt x="51190" y="11137"/>
                    <a:pt x="50754" y="10717"/>
                    <a:pt x="50139" y="10614"/>
                  </a:cubicBezTo>
                  <a:cubicBezTo>
                    <a:pt x="49674" y="10222"/>
                    <a:pt x="49147" y="9949"/>
                    <a:pt x="48563" y="9784"/>
                  </a:cubicBezTo>
                  <a:cubicBezTo>
                    <a:pt x="48354" y="9470"/>
                    <a:pt x="48094" y="9222"/>
                    <a:pt x="47708" y="9143"/>
                  </a:cubicBezTo>
                  <a:cubicBezTo>
                    <a:pt x="47452" y="8984"/>
                    <a:pt x="47198" y="8827"/>
                    <a:pt x="46942" y="8668"/>
                  </a:cubicBezTo>
                  <a:cubicBezTo>
                    <a:pt x="46551" y="8404"/>
                    <a:pt x="46159" y="8138"/>
                    <a:pt x="45768" y="7875"/>
                  </a:cubicBezTo>
                  <a:cubicBezTo>
                    <a:pt x="45248" y="7472"/>
                    <a:pt x="44729" y="7068"/>
                    <a:pt x="44209" y="6665"/>
                  </a:cubicBezTo>
                  <a:cubicBezTo>
                    <a:pt x="44068" y="6545"/>
                    <a:pt x="43926" y="6423"/>
                    <a:pt x="43785" y="6303"/>
                  </a:cubicBezTo>
                  <a:cubicBezTo>
                    <a:pt x="41268" y="4114"/>
                    <a:pt x="38361" y="2493"/>
                    <a:pt x="35612" y="642"/>
                  </a:cubicBezTo>
                  <a:cubicBezTo>
                    <a:pt x="35386" y="490"/>
                    <a:pt x="35145" y="392"/>
                    <a:pt x="34877" y="392"/>
                  </a:cubicBezTo>
                  <a:cubicBezTo>
                    <a:pt x="34817" y="392"/>
                    <a:pt x="34754" y="397"/>
                    <a:pt x="34691" y="408"/>
                  </a:cubicBezTo>
                  <a:cubicBezTo>
                    <a:pt x="34001" y="121"/>
                    <a:pt x="33321" y="0"/>
                    <a:pt x="32649" y="0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28" name="Google Shape;2528;p59"/>
            <p:cNvPicPr preferRelativeResize="0"/>
            <p:nvPr/>
          </p:nvPicPr>
          <p:blipFill rotWithShape="1">
            <a:blip r:embed="rId4">
              <a:alphaModFix/>
            </a:blip>
            <a:srcRect l="27746" t="30410" r="36377" b="32032"/>
            <a:stretch/>
          </p:blipFill>
          <p:spPr>
            <a:xfrm>
              <a:off x="6229400" y="3354200"/>
              <a:ext cx="1619227" cy="966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9" name="Google Shape;2529;p59"/>
          <p:cNvGrpSpPr/>
          <p:nvPr/>
        </p:nvGrpSpPr>
        <p:grpSpPr>
          <a:xfrm>
            <a:off x="3884273" y="2461925"/>
            <a:ext cx="1809749" cy="928876"/>
            <a:chOff x="1422062" y="2483000"/>
            <a:chExt cx="1809749" cy="928876"/>
          </a:xfrm>
        </p:grpSpPr>
        <p:sp>
          <p:nvSpPr>
            <p:cNvPr id="2530" name="Google Shape;2530;p59"/>
            <p:cNvSpPr/>
            <p:nvPr/>
          </p:nvSpPr>
          <p:spPr>
            <a:xfrm>
              <a:off x="1488155" y="2535958"/>
              <a:ext cx="1677575" cy="822975"/>
            </a:xfrm>
            <a:custGeom>
              <a:avLst/>
              <a:gdLst/>
              <a:ahLst/>
              <a:cxnLst/>
              <a:rect l="l" t="t" r="r" b="b"/>
              <a:pathLst>
                <a:path w="67103" h="32919" extrusionOk="0">
                  <a:moveTo>
                    <a:pt x="23418" y="1"/>
                  </a:moveTo>
                  <a:cubicBezTo>
                    <a:pt x="22819" y="1"/>
                    <a:pt x="22215" y="46"/>
                    <a:pt x="21607" y="124"/>
                  </a:cubicBezTo>
                  <a:cubicBezTo>
                    <a:pt x="21402" y="121"/>
                    <a:pt x="21195" y="111"/>
                    <a:pt x="20989" y="111"/>
                  </a:cubicBezTo>
                  <a:cubicBezTo>
                    <a:pt x="20522" y="111"/>
                    <a:pt x="20064" y="164"/>
                    <a:pt x="19651" y="475"/>
                  </a:cubicBezTo>
                  <a:lnTo>
                    <a:pt x="19650" y="475"/>
                  </a:lnTo>
                  <a:cubicBezTo>
                    <a:pt x="17837" y="801"/>
                    <a:pt x="16224" y="1539"/>
                    <a:pt x="14848" y="2776"/>
                  </a:cubicBezTo>
                  <a:lnTo>
                    <a:pt x="14842" y="2780"/>
                  </a:lnTo>
                  <a:cubicBezTo>
                    <a:pt x="14431" y="2859"/>
                    <a:pt x="14185" y="3141"/>
                    <a:pt x="13979" y="3476"/>
                  </a:cubicBezTo>
                  <a:cubicBezTo>
                    <a:pt x="13846" y="3489"/>
                    <a:pt x="13747" y="3557"/>
                    <a:pt x="13687" y="3678"/>
                  </a:cubicBezTo>
                  <a:cubicBezTo>
                    <a:pt x="13685" y="3677"/>
                    <a:pt x="13683" y="3677"/>
                    <a:pt x="13681" y="3677"/>
                  </a:cubicBezTo>
                  <a:cubicBezTo>
                    <a:pt x="13520" y="3677"/>
                    <a:pt x="13436" y="3766"/>
                    <a:pt x="13415" y="3922"/>
                  </a:cubicBezTo>
                  <a:lnTo>
                    <a:pt x="13351" y="3972"/>
                  </a:lnTo>
                  <a:cubicBezTo>
                    <a:pt x="13152" y="3984"/>
                    <a:pt x="13037" y="4092"/>
                    <a:pt x="12987" y="4280"/>
                  </a:cubicBezTo>
                  <a:cubicBezTo>
                    <a:pt x="12229" y="4765"/>
                    <a:pt x="11560" y="5347"/>
                    <a:pt x="11033" y="6079"/>
                  </a:cubicBezTo>
                  <a:cubicBezTo>
                    <a:pt x="10800" y="6254"/>
                    <a:pt x="10569" y="6428"/>
                    <a:pt x="10337" y="6603"/>
                  </a:cubicBezTo>
                  <a:cubicBezTo>
                    <a:pt x="9368" y="7231"/>
                    <a:pt x="8453" y="7929"/>
                    <a:pt x="7658" y="8772"/>
                  </a:cubicBezTo>
                  <a:cubicBezTo>
                    <a:pt x="6987" y="9129"/>
                    <a:pt x="6181" y="9239"/>
                    <a:pt x="5665" y="9873"/>
                  </a:cubicBezTo>
                  <a:cubicBezTo>
                    <a:pt x="5281" y="9887"/>
                    <a:pt x="4924" y="9964"/>
                    <a:pt x="4663" y="10280"/>
                  </a:cubicBezTo>
                  <a:cubicBezTo>
                    <a:pt x="3577" y="10480"/>
                    <a:pt x="2492" y="10685"/>
                    <a:pt x="1402" y="10875"/>
                  </a:cubicBezTo>
                  <a:cubicBezTo>
                    <a:pt x="1" y="11120"/>
                    <a:pt x="1" y="11116"/>
                    <a:pt x="510" y="12593"/>
                  </a:cubicBezTo>
                  <a:cubicBezTo>
                    <a:pt x="745" y="13310"/>
                    <a:pt x="1106" y="13954"/>
                    <a:pt x="1615" y="14512"/>
                  </a:cubicBezTo>
                  <a:cubicBezTo>
                    <a:pt x="1854" y="14904"/>
                    <a:pt x="2092" y="15293"/>
                    <a:pt x="2331" y="15683"/>
                  </a:cubicBezTo>
                  <a:cubicBezTo>
                    <a:pt x="2331" y="15799"/>
                    <a:pt x="2379" y="15886"/>
                    <a:pt x="2480" y="15943"/>
                  </a:cubicBezTo>
                  <a:cubicBezTo>
                    <a:pt x="3172" y="16980"/>
                    <a:pt x="4116" y="17790"/>
                    <a:pt x="4957" y="18689"/>
                  </a:cubicBezTo>
                  <a:cubicBezTo>
                    <a:pt x="5019" y="18971"/>
                    <a:pt x="5151" y="19203"/>
                    <a:pt x="5417" y="19341"/>
                  </a:cubicBezTo>
                  <a:cubicBezTo>
                    <a:pt x="5872" y="20362"/>
                    <a:pt x="6617" y="21169"/>
                    <a:pt x="7369" y="21971"/>
                  </a:cubicBezTo>
                  <a:cubicBezTo>
                    <a:pt x="7392" y="22169"/>
                    <a:pt x="7505" y="22282"/>
                    <a:pt x="7704" y="22299"/>
                  </a:cubicBezTo>
                  <a:lnTo>
                    <a:pt x="7731" y="22324"/>
                  </a:lnTo>
                  <a:cubicBezTo>
                    <a:pt x="8683" y="23540"/>
                    <a:pt x="9742" y="24643"/>
                    <a:pt x="11037" y="25500"/>
                  </a:cubicBezTo>
                  <a:cubicBezTo>
                    <a:pt x="11310" y="25957"/>
                    <a:pt x="11703" y="26261"/>
                    <a:pt x="12211" y="26416"/>
                  </a:cubicBezTo>
                  <a:cubicBezTo>
                    <a:pt x="12927" y="26835"/>
                    <a:pt x="13642" y="27254"/>
                    <a:pt x="14357" y="27675"/>
                  </a:cubicBezTo>
                  <a:cubicBezTo>
                    <a:pt x="15315" y="28479"/>
                    <a:pt x="16234" y="29338"/>
                    <a:pt x="17350" y="29933"/>
                  </a:cubicBezTo>
                  <a:cubicBezTo>
                    <a:pt x="17452" y="30097"/>
                    <a:pt x="17586" y="30193"/>
                    <a:pt x="17773" y="30193"/>
                  </a:cubicBezTo>
                  <a:cubicBezTo>
                    <a:pt x="17796" y="30193"/>
                    <a:pt x="17820" y="30192"/>
                    <a:pt x="17845" y="30189"/>
                  </a:cubicBezTo>
                  <a:cubicBezTo>
                    <a:pt x="17917" y="30254"/>
                    <a:pt x="17998" y="30286"/>
                    <a:pt x="18088" y="30286"/>
                  </a:cubicBezTo>
                  <a:cubicBezTo>
                    <a:pt x="18116" y="30286"/>
                    <a:pt x="18146" y="30283"/>
                    <a:pt x="18176" y="30276"/>
                  </a:cubicBezTo>
                  <a:cubicBezTo>
                    <a:pt x="18743" y="30665"/>
                    <a:pt x="19306" y="31061"/>
                    <a:pt x="20036" y="31061"/>
                  </a:cubicBezTo>
                  <a:cubicBezTo>
                    <a:pt x="20038" y="31061"/>
                    <a:pt x="20039" y="31061"/>
                    <a:pt x="20041" y="31061"/>
                  </a:cubicBezTo>
                  <a:cubicBezTo>
                    <a:pt x="20559" y="31372"/>
                    <a:pt x="21126" y="31387"/>
                    <a:pt x="21695" y="31387"/>
                  </a:cubicBezTo>
                  <a:cubicBezTo>
                    <a:pt x="21754" y="31387"/>
                    <a:pt x="21814" y="31387"/>
                    <a:pt x="21873" y="31387"/>
                  </a:cubicBezTo>
                  <a:cubicBezTo>
                    <a:pt x="21912" y="31387"/>
                    <a:pt x="21951" y="31387"/>
                    <a:pt x="21989" y="31387"/>
                  </a:cubicBezTo>
                  <a:cubicBezTo>
                    <a:pt x="22400" y="31775"/>
                    <a:pt x="22933" y="31744"/>
                    <a:pt x="23439" y="31806"/>
                  </a:cubicBezTo>
                  <a:cubicBezTo>
                    <a:pt x="23862" y="32113"/>
                    <a:pt x="24330" y="32168"/>
                    <a:pt x="24808" y="32168"/>
                  </a:cubicBezTo>
                  <a:cubicBezTo>
                    <a:pt x="24995" y="32168"/>
                    <a:pt x="25183" y="32160"/>
                    <a:pt x="25370" y="32155"/>
                  </a:cubicBezTo>
                  <a:cubicBezTo>
                    <a:pt x="25459" y="32205"/>
                    <a:pt x="25547" y="32242"/>
                    <a:pt x="25634" y="32269"/>
                  </a:cubicBezTo>
                  <a:cubicBezTo>
                    <a:pt x="26613" y="32668"/>
                    <a:pt x="27640" y="32775"/>
                    <a:pt x="28684" y="32775"/>
                  </a:cubicBezTo>
                  <a:cubicBezTo>
                    <a:pt x="28826" y="32775"/>
                    <a:pt x="28969" y="32773"/>
                    <a:pt x="29112" y="32769"/>
                  </a:cubicBezTo>
                  <a:cubicBezTo>
                    <a:pt x="29468" y="32859"/>
                    <a:pt x="29827" y="32898"/>
                    <a:pt x="30187" y="32898"/>
                  </a:cubicBezTo>
                  <a:cubicBezTo>
                    <a:pt x="30466" y="32898"/>
                    <a:pt x="30746" y="32874"/>
                    <a:pt x="31027" y="32831"/>
                  </a:cubicBezTo>
                  <a:cubicBezTo>
                    <a:pt x="31546" y="32893"/>
                    <a:pt x="32063" y="32919"/>
                    <a:pt x="32578" y="32919"/>
                  </a:cubicBezTo>
                  <a:cubicBezTo>
                    <a:pt x="34421" y="32919"/>
                    <a:pt x="36248" y="32594"/>
                    <a:pt x="38085" y="32469"/>
                  </a:cubicBezTo>
                  <a:cubicBezTo>
                    <a:pt x="38126" y="32370"/>
                    <a:pt x="38161" y="32269"/>
                    <a:pt x="38192" y="32164"/>
                  </a:cubicBezTo>
                  <a:cubicBezTo>
                    <a:pt x="38247" y="32166"/>
                    <a:pt x="38303" y="32167"/>
                    <a:pt x="38358" y="32167"/>
                  </a:cubicBezTo>
                  <a:cubicBezTo>
                    <a:pt x="40092" y="32167"/>
                    <a:pt x="41719" y="31425"/>
                    <a:pt x="43451" y="31402"/>
                  </a:cubicBezTo>
                  <a:cubicBezTo>
                    <a:pt x="43703" y="31274"/>
                    <a:pt x="43957" y="31146"/>
                    <a:pt x="44209" y="31020"/>
                  </a:cubicBezTo>
                  <a:cubicBezTo>
                    <a:pt x="44630" y="31009"/>
                    <a:pt x="45064" y="31048"/>
                    <a:pt x="45376" y="30675"/>
                  </a:cubicBezTo>
                  <a:cubicBezTo>
                    <a:pt x="45384" y="30676"/>
                    <a:pt x="45392" y="30676"/>
                    <a:pt x="45400" y="30676"/>
                  </a:cubicBezTo>
                  <a:cubicBezTo>
                    <a:pt x="45506" y="30676"/>
                    <a:pt x="45606" y="30653"/>
                    <a:pt x="45702" y="30610"/>
                  </a:cubicBezTo>
                  <a:cubicBezTo>
                    <a:pt x="45757" y="30617"/>
                    <a:pt x="45812" y="30620"/>
                    <a:pt x="45864" y="30620"/>
                  </a:cubicBezTo>
                  <a:cubicBezTo>
                    <a:pt x="46120" y="30620"/>
                    <a:pt x="46341" y="30532"/>
                    <a:pt x="46498" y="30290"/>
                  </a:cubicBezTo>
                  <a:cubicBezTo>
                    <a:pt x="47115" y="30020"/>
                    <a:pt x="47731" y="29753"/>
                    <a:pt x="48346" y="29483"/>
                  </a:cubicBezTo>
                  <a:cubicBezTo>
                    <a:pt x="48551" y="29462"/>
                    <a:pt x="48700" y="29365"/>
                    <a:pt x="48768" y="29163"/>
                  </a:cubicBezTo>
                  <a:lnTo>
                    <a:pt x="48770" y="29163"/>
                  </a:lnTo>
                  <a:lnTo>
                    <a:pt x="48780" y="29185"/>
                  </a:lnTo>
                  <a:cubicBezTo>
                    <a:pt x="49629" y="29008"/>
                    <a:pt x="50356" y="28595"/>
                    <a:pt x="50998" y="28020"/>
                  </a:cubicBezTo>
                  <a:cubicBezTo>
                    <a:pt x="52093" y="27692"/>
                    <a:pt x="52932" y="26990"/>
                    <a:pt x="53698" y="26178"/>
                  </a:cubicBezTo>
                  <a:cubicBezTo>
                    <a:pt x="53981" y="26124"/>
                    <a:pt x="54221" y="26000"/>
                    <a:pt x="54375" y="25742"/>
                  </a:cubicBezTo>
                  <a:cubicBezTo>
                    <a:pt x="55293" y="25040"/>
                    <a:pt x="56426" y="24583"/>
                    <a:pt x="56974" y="23460"/>
                  </a:cubicBezTo>
                  <a:lnTo>
                    <a:pt x="56980" y="23451"/>
                  </a:lnTo>
                  <a:cubicBezTo>
                    <a:pt x="58098" y="22824"/>
                    <a:pt x="58849" y="21801"/>
                    <a:pt x="59717" y="20905"/>
                  </a:cubicBezTo>
                  <a:cubicBezTo>
                    <a:pt x="59717" y="20905"/>
                    <a:pt x="59719" y="20903"/>
                    <a:pt x="59719" y="20903"/>
                  </a:cubicBezTo>
                  <a:cubicBezTo>
                    <a:pt x="59837" y="20779"/>
                    <a:pt x="59956" y="20655"/>
                    <a:pt x="60074" y="20531"/>
                  </a:cubicBezTo>
                  <a:lnTo>
                    <a:pt x="60101" y="20512"/>
                  </a:lnTo>
                  <a:cubicBezTo>
                    <a:pt x="60080" y="20494"/>
                    <a:pt x="60056" y="20477"/>
                    <a:pt x="60035" y="20457"/>
                  </a:cubicBezTo>
                  <a:lnTo>
                    <a:pt x="60008" y="20407"/>
                  </a:lnTo>
                  <a:lnTo>
                    <a:pt x="60101" y="20512"/>
                  </a:lnTo>
                  <a:cubicBezTo>
                    <a:pt x="60743" y="19917"/>
                    <a:pt x="61497" y="19422"/>
                    <a:pt x="61848" y="18567"/>
                  </a:cubicBezTo>
                  <a:lnTo>
                    <a:pt x="61871" y="18538"/>
                  </a:lnTo>
                  <a:cubicBezTo>
                    <a:pt x="62369" y="18358"/>
                    <a:pt x="62602" y="17966"/>
                    <a:pt x="62722" y="17484"/>
                  </a:cubicBezTo>
                  <a:cubicBezTo>
                    <a:pt x="63526" y="16728"/>
                    <a:pt x="64073" y="15799"/>
                    <a:pt x="64529" y="14809"/>
                  </a:cubicBezTo>
                  <a:cubicBezTo>
                    <a:pt x="64567" y="14764"/>
                    <a:pt x="64598" y="14721"/>
                    <a:pt x="64624" y="14679"/>
                  </a:cubicBezTo>
                  <a:cubicBezTo>
                    <a:pt x="64965" y="14211"/>
                    <a:pt x="65306" y="13744"/>
                    <a:pt x="65647" y="13277"/>
                  </a:cubicBezTo>
                  <a:cubicBezTo>
                    <a:pt x="65913" y="13172"/>
                    <a:pt x="66039" y="12967"/>
                    <a:pt x="66068" y="12690"/>
                  </a:cubicBezTo>
                  <a:cubicBezTo>
                    <a:pt x="66574" y="12475"/>
                    <a:pt x="67103" y="12228"/>
                    <a:pt x="67072" y="11581"/>
                  </a:cubicBezTo>
                  <a:lnTo>
                    <a:pt x="67074" y="11579"/>
                  </a:lnTo>
                  <a:cubicBezTo>
                    <a:pt x="67047" y="11003"/>
                    <a:pt x="66510" y="11073"/>
                    <a:pt x="66114" y="11001"/>
                  </a:cubicBezTo>
                  <a:cubicBezTo>
                    <a:pt x="65389" y="10581"/>
                    <a:pt x="64567" y="10499"/>
                    <a:pt x="63771" y="10332"/>
                  </a:cubicBezTo>
                  <a:cubicBezTo>
                    <a:pt x="61260" y="9578"/>
                    <a:pt x="58905" y="8532"/>
                    <a:pt x="56757" y="6990"/>
                  </a:cubicBezTo>
                  <a:cubicBezTo>
                    <a:pt x="55764" y="6279"/>
                    <a:pt x="54859" y="5397"/>
                    <a:pt x="53659" y="4996"/>
                  </a:cubicBezTo>
                  <a:cubicBezTo>
                    <a:pt x="53650" y="4998"/>
                    <a:pt x="53640" y="5002"/>
                    <a:pt x="53632" y="5003"/>
                  </a:cubicBezTo>
                  <a:cubicBezTo>
                    <a:pt x="53450" y="4936"/>
                    <a:pt x="53370" y="4761"/>
                    <a:pt x="53252" y="4625"/>
                  </a:cubicBezTo>
                  <a:cubicBezTo>
                    <a:pt x="51984" y="3569"/>
                    <a:pt x="50571" y="2743"/>
                    <a:pt x="49102" y="2006"/>
                  </a:cubicBezTo>
                  <a:cubicBezTo>
                    <a:pt x="48379" y="1369"/>
                    <a:pt x="47586" y="884"/>
                    <a:pt x="46591" y="832"/>
                  </a:cubicBezTo>
                  <a:cubicBezTo>
                    <a:pt x="46393" y="680"/>
                    <a:pt x="46176" y="597"/>
                    <a:pt x="45939" y="597"/>
                  </a:cubicBezTo>
                  <a:cubicBezTo>
                    <a:pt x="45873" y="597"/>
                    <a:pt x="45806" y="603"/>
                    <a:pt x="45738" y="616"/>
                  </a:cubicBezTo>
                  <a:lnTo>
                    <a:pt x="45738" y="616"/>
                  </a:lnTo>
                  <a:cubicBezTo>
                    <a:pt x="45490" y="552"/>
                    <a:pt x="45244" y="489"/>
                    <a:pt x="44998" y="423"/>
                  </a:cubicBezTo>
                  <a:cubicBezTo>
                    <a:pt x="44607" y="180"/>
                    <a:pt x="44195" y="123"/>
                    <a:pt x="43776" y="123"/>
                  </a:cubicBezTo>
                  <a:cubicBezTo>
                    <a:pt x="43420" y="123"/>
                    <a:pt x="43059" y="164"/>
                    <a:pt x="42703" y="165"/>
                  </a:cubicBezTo>
                  <a:cubicBezTo>
                    <a:pt x="41596" y="105"/>
                    <a:pt x="40489" y="22"/>
                    <a:pt x="39384" y="22"/>
                  </a:cubicBezTo>
                  <a:cubicBezTo>
                    <a:pt x="38190" y="22"/>
                    <a:pt x="36999" y="119"/>
                    <a:pt x="35819" y="450"/>
                  </a:cubicBezTo>
                  <a:cubicBezTo>
                    <a:pt x="35786" y="441"/>
                    <a:pt x="35753" y="437"/>
                    <a:pt x="35721" y="437"/>
                  </a:cubicBezTo>
                  <a:cubicBezTo>
                    <a:pt x="35660" y="437"/>
                    <a:pt x="35601" y="453"/>
                    <a:pt x="35544" y="485"/>
                  </a:cubicBezTo>
                  <a:cubicBezTo>
                    <a:pt x="34553" y="580"/>
                    <a:pt x="33566" y="754"/>
                    <a:pt x="32739" y="1318"/>
                  </a:cubicBezTo>
                  <a:cubicBezTo>
                    <a:pt x="32040" y="1795"/>
                    <a:pt x="31308" y="1992"/>
                    <a:pt x="30526" y="1992"/>
                  </a:cubicBezTo>
                  <a:cubicBezTo>
                    <a:pt x="30325" y="1992"/>
                    <a:pt x="30120" y="1979"/>
                    <a:pt x="29912" y="1954"/>
                  </a:cubicBezTo>
                  <a:cubicBezTo>
                    <a:pt x="29104" y="1431"/>
                    <a:pt x="28330" y="830"/>
                    <a:pt x="27297" y="824"/>
                  </a:cubicBezTo>
                  <a:cubicBezTo>
                    <a:pt x="26044" y="225"/>
                    <a:pt x="24745" y="1"/>
                    <a:pt x="23418" y="1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31" name="Google Shape;2531;p59"/>
            <p:cNvPicPr preferRelativeResize="0"/>
            <p:nvPr/>
          </p:nvPicPr>
          <p:blipFill rotWithShape="1">
            <a:blip r:embed="rId5">
              <a:alphaModFix/>
            </a:blip>
            <a:srcRect l="26304" t="26068" r="28961" b="33110"/>
            <a:stretch/>
          </p:blipFill>
          <p:spPr>
            <a:xfrm>
              <a:off x="1422062" y="2483000"/>
              <a:ext cx="1809749" cy="9288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32" name="Google Shape;2532;p59"/>
          <p:cNvGrpSpPr/>
          <p:nvPr/>
        </p:nvGrpSpPr>
        <p:grpSpPr>
          <a:xfrm>
            <a:off x="6911268" y="2412450"/>
            <a:ext cx="1623489" cy="1027825"/>
            <a:chOff x="4320468" y="2293750"/>
            <a:chExt cx="1623489" cy="1027825"/>
          </a:xfrm>
        </p:grpSpPr>
        <p:sp>
          <p:nvSpPr>
            <p:cNvPr id="2533" name="Google Shape;2533;p59"/>
            <p:cNvSpPr/>
            <p:nvPr/>
          </p:nvSpPr>
          <p:spPr>
            <a:xfrm>
              <a:off x="4320468" y="2330856"/>
              <a:ext cx="1623489" cy="953623"/>
            </a:xfrm>
            <a:custGeom>
              <a:avLst/>
              <a:gdLst/>
              <a:ahLst/>
              <a:cxnLst/>
              <a:rect l="l" t="t" r="r" b="b"/>
              <a:pathLst>
                <a:path w="61671" h="36225" extrusionOk="0">
                  <a:moveTo>
                    <a:pt x="23091" y="0"/>
                  </a:moveTo>
                  <a:cubicBezTo>
                    <a:pt x="22811" y="0"/>
                    <a:pt x="22550" y="133"/>
                    <a:pt x="22383" y="397"/>
                  </a:cubicBezTo>
                  <a:cubicBezTo>
                    <a:pt x="22369" y="418"/>
                    <a:pt x="22348" y="433"/>
                    <a:pt x="22325" y="437"/>
                  </a:cubicBezTo>
                  <a:cubicBezTo>
                    <a:pt x="22127" y="476"/>
                    <a:pt x="22009" y="587"/>
                    <a:pt x="22001" y="800"/>
                  </a:cubicBezTo>
                  <a:cubicBezTo>
                    <a:pt x="22001" y="815"/>
                    <a:pt x="21997" y="833"/>
                    <a:pt x="21988" y="846"/>
                  </a:cubicBezTo>
                  <a:cubicBezTo>
                    <a:pt x="21710" y="1301"/>
                    <a:pt x="21427" y="1696"/>
                    <a:pt x="20986" y="1696"/>
                  </a:cubicBezTo>
                  <a:cubicBezTo>
                    <a:pt x="20789" y="1696"/>
                    <a:pt x="20560" y="1617"/>
                    <a:pt x="20285" y="1428"/>
                  </a:cubicBezTo>
                  <a:cubicBezTo>
                    <a:pt x="20101" y="1301"/>
                    <a:pt x="19908" y="1246"/>
                    <a:pt x="19714" y="1246"/>
                  </a:cubicBezTo>
                  <a:cubicBezTo>
                    <a:pt x="19431" y="1246"/>
                    <a:pt x="19146" y="1363"/>
                    <a:pt x="18880" y="1542"/>
                  </a:cubicBezTo>
                  <a:cubicBezTo>
                    <a:pt x="18865" y="1553"/>
                    <a:pt x="18847" y="1559"/>
                    <a:pt x="18828" y="1559"/>
                  </a:cubicBezTo>
                  <a:cubicBezTo>
                    <a:pt x="18824" y="1559"/>
                    <a:pt x="18819" y="1559"/>
                    <a:pt x="18814" y="1558"/>
                  </a:cubicBezTo>
                  <a:cubicBezTo>
                    <a:pt x="18758" y="1548"/>
                    <a:pt x="18705" y="1544"/>
                    <a:pt x="18653" y="1544"/>
                  </a:cubicBezTo>
                  <a:cubicBezTo>
                    <a:pt x="18397" y="1544"/>
                    <a:pt x="18192" y="1660"/>
                    <a:pt x="18041" y="1891"/>
                  </a:cubicBezTo>
                  <a:cubicBezTo>
                    <a:pt x="18027" y="1914"/>
                    <a:pt x="18002" y="1930"/>
                    <a:pt x="17975" y="1932"/>
                  </a:cubicBezTo>
                  <a:cubicBezTo>
                    <a:pt x="17777" y="1949"/>
                    <a:pt x="17655" y="2060"/>
                    <a:pt x="17587" y="2236"/>
                  </a:cubicBezTo>
                  <a:cubicBezTo>
                    <a:pt x="17577" y="2263"/>
                    <a:pt x="17554" y="2283"/>
                    <a:pt x="17527" y="2292"/>
                  </a:cubicBezTo>
                  <a:cubicBezTo>
                    <a:pt x="15747" y="2808"/>
                    <a:pt x="15994" y="4347"/>
                    <a:pt x="15842" y="5685"/>
                  </a:cubicBezTo>
                  <a:cubicBezTo>
                    <a:pt x="15837" y="5732"/>
                    <a:pt x="15799" y="5764"/>
                    <a:pt x="15753" y="5764"/>
                  </a:cubicBezTo>
                  <a:cubicBezTo>
                    <a:pt x="15748" y="5764"/>
                    <a:pt x="15743" y="5763"/>
                    <a:pt x="15738" y="5762"/>
                  </a:cubicBezTo>
                  <a:cubicBezTo>
                    <a:pt x="15731" y="5761"/>
                    <a:pt x="15725" y="5761"/>
                    <a:pt x="15719" y="5761"/>
                  </a:cubicBezTo>
                  <a:cubicBezTo>
                    <a:pt x="15690" y="5761"/>
                    <a:pt x="15663" y="5772"/>
                    <a:pt x="15639" y="5793"/>
                  </a:cubicBezTo>
                  <a:cubicBezTo>
                    <a:pt x="15623" y="5807"/>
                    <a:pt x="15602" y="5814"/>
                    <a:pt x="15582" y="5814"/>
                  </a:cubicBezTo>
                  <a:cubicBezTo>
                    <a:pt x="15561" y="5814"/>
                    <a:pt x="15539" y="5806"/>
                    <a:pt x="15522" y="5791"/>
                  </a:cubicBezTo>
                  <a:cubicBezTo>
                    <a:pt x="15124" y="5453"/>
                    <a:pt x="14728" y="5250"/>
                    <a:pt x="14320" y="5250"/>
                  </a:cubicBezTo>
                  <a:cubicBezTo>
                    <a:pt x="13960" y="5250"/>
                    <a:pt x="13591" y="5408"/>
                    <a:pt x="13202" y="5766"/>
                  </a:cubicBezTo>
                  <a:cubicBezTo>
                    <a:pt x="12776" y="6158"/>
                    <a:pt x="12219" y="6404"/>
                    <a:pt x="11744" y="6747"/>
                  </a:cubicBezTo>
                  <a:cubicBezTo>
                    <a:pt x="10228" y="7846"/>
                    <a:pt x="8342" y="8420"/>
                    <a:pt x="7132" y="9961"/>
                  </a:cubicBezTo>
                  <a:cubicBezTo>
                    <a:pt x="7125" y="9971"/>
                    <a:pt x="7115" y="9979"/>
                    <a:pt x="7105" y="9986"/>
                  </a:cubicBezTo>
                  <a:lnTo>
                    <a:pt x="5622" y="10789"/>
                  </a:lnTo>
                  <a:lnTo>
                    <a:pt x="5611" y="10793"/>
                  </a:lnTo>
                  <a:cubicBezTo>
                    <a:pt x="4252" y="11305"/>
                    <a:pt x="2885" y="11803"/>
                    <a:pt x="1976" y="13044"/>
                  </a:cubicBezTo>
                  <a:cubicBezTo>
                    <a:pt x="1960" y="13028"/>
                    <a:pt x="1937" y="13018"/>
                    <a:pt x="1914" y="13018"/>
                  </a:cubicBezTo>
                  <a:cubicBezTo>
                    <a:pt x="1895" y="13018"/>
                    <a:pt x="1875" y="13018"/>
                    <a:pt x="1856" y="13018"/>
                  </a:cubicBezTo>
                  <a:cubicBezTo>
                    <a:pt x="1457" y="13018"/>
                    <a:pt x="1088" y="13098"/>
                    <a:pt x="805" y="13427"/>
                  </a:cubicBezTo>
                  <a:lnTo>
                    <a:pt x="792" y="13431"/>
                  </a:lnTo>
                  <a:cubicBezTo>
                    <a:pt x="179" y="13590"/>
                    <a:pt x="8" y="14044"/>
                    <a:pt x="1" y="14608"/>
                  </a:cubicBezTo>
                  <a:cubicBezTo>
                    <a:pt x="1" y="14614"/>
                    <a:pt x="1" y="14620"/>
                    <a:pt x="1" y="14625"/>
                  </a:cubicBezTo>
                  <a:cubicBezTo>
                    <a:pt x="22" y="14747"/>
                    <a:pt x="43" y="14870"/>
                    <a:pt x="65" y="14992"/>
                  </a:cubicBezTo>
                  <a:cubicBezTo>
                    <a:pt x="146" y="15389"/>
                    <a:pt x="117" y="15566"/>
                    <a:pt x="448" y="16461"/>
                  </a:cubicBezTo>
                  <a:lnTo>
                    <a:pt x="857" y="17525"/>
                  </a:lnTo>
                  <a:cubicBezTo>
                    <a:pt x="970" y="17688"/>
                    <a:pt x="1022" y="17998"/>
                    <a:pt x="1108" y="18227"/>
                  </a:cubicBezTo>
                  <a:cubicBezTo>
                    <a:pt x="1170" y="18535"/>
                    <a:pt x="1536" y="18609"/>
                    <a:pt x="1805" y="18770"/>
                  </a:cubicBezTo>
                  <a:cubicBezTo>
                    <a:pt x="3319" y="20251"/>
                    <a:pt x="4351" y="21034"/>
                    <a:pt x="5047" y="21337"/>
                  </a:cubicBezTo>
                  <a:cubicBezTo>
                    <a:pt x="5132" y="21391"/>
                    <a:pt x="5217" y="21445"/>
                    <a:pt x="5301" y="21501"/>
                  </a:cubicBezTo>
                  <a:lnTo>
                    <a:pt x="5310" y="21509"/>
                  </a:lnTo>
                  <a:cubicBezTo>
                    <a:pt x="6510" y="22540"/>
                    <a:pt x="7193" y="24043"/>
                    <a:pt x="8476" y="24998"/>
                  </a:cubicBezTo>
                  <a:lnTo>
                    <a:pt x="8509" y="25043"/>
                  </a:lnTo>
                  <a:cubicBezTo>
                    <a:pt x="8571" y="25227"/>
                    <a:pt x="8672" y="25375"/>
                    <a:pt x="8889" y="25404"/>
                  </a:cubicBezTo>
                  <a:cubicBezTo>
                    <a:pt x="10628" y="27253"/>
                    <a:pt x="12337" y="29137"/>
                    <a:pt x="14607" y="30378"/>
                  </a:cubicBezTo>
                  <a:cubicBezTo>
                    <a:pt x="14623" y="30386"/>
                    <a:pt x="14635" y="30399"/>
                    <a:pt x="14642" y="30413"/>
                  </a:cubicBezTo>
                  <a:cubicBezTo>
                    <a:pt x="14904" y="30870"/>
                    <a:pt x="15321" y="31107"/>
                    <a:pt x="15819" y="31227"/>
                  </a:cubicBezTo>
                  <a:cubicBezTo>
                    <a:pt x="15856" y="31430"/>
                    <a:pt x="15986" y="31527"/>
                    <a:pt x="16168" y="31562"/>
                  </a:cubicBezTo>
                  <a:cubicBezTo>
                    <a:pt x="16195" y="31568"/>
                    <a:pt x="16218" y="31588"/>
                    <a:pt x="16232" y="31613"/>
                  </a:cubicBezTo>
                  <a:cubicBezTo>
                    <a:pt x="16750" y="32673"/>
                    <a:pt x="17519" y="33481"/>
                    <a:pt x="18609" y="33970"/>
                  </a:cubicBezTo>
                  <a:cubicBezTo>
                    <a:pt x="19454" y="34819"/>
                    <a:pt x="20549" y="35050"/>
                    <a:pt x="21675" y="35201"/>
                  </a:cubicBezTo>
                  <a:cubicBezTo>
                    <a:pt x="23066" y="35994"/>
                    <a:pt x="24538" y="36138"/>
                    <a:pt x="26027" y="36138"/>
                  </a:cubicBezTo>
                  <a:cubicBezTo>
                    <a:pt x="26877" y="36138"/>
                    <a:pt x="27732" y="36092"/>
                    <a:pt x="28582" y="36092"/>
                  </a:cubicBezTo>
                  <a:cubicBezTo>
                    <a:pt x="28656" y="36092"/>
                    <a:pt x="28730" y="36092"/>
                    <a:pt x="28803" y="36093"/>
                  </a:cubicBezTo>
                  <a:cubicBezTo>
                    <a:pt x="29217" y="36119"/>
                    <a:pt x="29641" y="36224"/>
                    <a:pt x="30051" y="36224"/>
                  </a:cubicBezTo>
                  <a:cubicBezTo>
                    <a:pt x="30426" y="36224"/>
                    <a:pt x="30789" y="36137"/>
                    <a:pt x="31124" y="35821"/>
                  </a:cubicBezTo>
                  <a:cubicBezTo>
                    <a:pt x="31141" y="35806"/>
                    <a:pt x="31165" y="35796"/>
                    <a:pt x="31190" y="35796"/>
                  </a:cubicBezTo>
                  <a:cubicBezTo>
                    <a:pt x="32364" y="35825"/>
                    <a:pt x="33539" y="35856"/>
                    <a:pt x="34714" y="35885"/>
                  </a:cubicBezTo>
                  <a:cubicBezTo>
                    <a:pt x="36098" y="35649"/>
                    <a:pt x="37482" y="35410"/>
                    <a:pt x="38866" y="35174"/>
                  </a:cubicBezTo>
                  <a:cubicBezTo>
                    <a:pt x="38938" y="35162"/>
                    <a:pt x="38967" y="35075"/>
                    <a:pt x="38917" y="35021"/>
                  </a:cubicBezTo>
                  <a:cubicBezTo>
                    <a:pt x="38895" y="34999"/>
                    <a:pt x="38876" y="34976"/>
                    <a:pt x="38859" y="34955"/>
                  </a:cubicBezTo>
                  <a:lnTo>
                    <a:pt x="38859" y="34955"/>
                  </a:lnTo>
                  <a:cubicBezTo>
                    <a:pt x="38915" y="35009"/>
                    <a:pt x="38969" y="35067"/>
                    <a:pt x="39023" y="35123"/>
                  </a:cubicBezTo>
                  <a:cubicBezTo>
                    <a:pt x="39037" y="35137"/>
                    <a:pt x="39052" y="35147"/>
                    <a:pt x="39070" y="35149"/>
                  </a:cubicBezTo>
                  <a:cubicBezTo>
                    <a:pt x="39641" y="35266"/>
                    <a:pt x="40202" y="35356"/>
                    <a:pt x="40733" y="35356"/>
                  </a:cubicBezTo>
                  <a:cubicBezTo>
                    <a:pt x="41829" y="35356"/>
                    <a:pt x="42794" y="34973"/>
                    <a:pt x="43441" y="33654"/>
                  </a:cubicBezTo>
                  <a:cubicBezTo>
                    <a:pt x="44238" y="32741"/>
                    <a:pt x="45287" y="32148"/>
                    <a:pt x="46248" y="31446"/>
                  </a:cubicBezTo>
                  <a:cubicBezTo>
                    <a:pt x="46262" y="31436"/>
                    <a:pt x="46275" y="31430"/>
                    <a:pt x="46291" y="31429"/>
                  </a:cubicBezTo>
                  <a:cubicBezTo>
                    <a:pt x="47979" y="31239"/>
                    <a:pt x="49127" y="30209"/>
                    <a:pt x="50056" y="28908"/>
                  </a:cubicBezTo>
                  <a:cubicBezTo>
                    <a:pt x="50618" y="28121"/>
                    <a:pt x="51058" y="27247"/>
                    <a:pt x="51550" y="26410"/>
                  </a:cubicBezTo>
                  <a:cubicBezTo>
                    <a:pt x="51556" y="26402"/>
                    <a:pt x="51562" y="26394"/>
                    <a:pt x="51570" y="26388"/>
                  </a:cubicBezTo>
                  <a:cubicBezTo>
                    <a:pt x="52483" y="25566"/>
                    <a:pt x="53396" y="24746"/>
                    <a:pt x="54309" y="23925"/>
                  </a:cubicBezTo>
                  <a:cubicBezTo>
                    <a:pt x="55104" y="23645"/>
                    <a:pt x="55780" y="23198"/>
                    <a:pt x="56309" y="22538"/>
                  </a:cubicBezTo>
                  <a:cubicBezTo>
                    <a:pt x="56311" y="22535"/>
                    <a:pt x="56315" y="22531"/>
                    <a:pt x="56317" y="22529"/>
                  </a:cubicBezTo>
                  <a:lnTo>
                    <a:pt x="56321" y="22527"/>
                  </a:lnTo>
                  <a:cubicBezTo>
                    <a:pt x="56331" y="22517"/>
                    <a:pt x="56344" y="22509"/>
                    <a:pt x="56358" y="22506"/>
                  </a:cubicBezTo>
                  <a:cubicBezTo>
                    <a:pt x="56716" y="22401"/>
                    <a:pt x="56968" y="22170"/>
                    <a:pt x="57147" y="21852"/>
                  </a:cubicBezTo>
                  <a:cubicBezTo>
                    <a:pt x="57162" y="21825"/>
                    <a:pt x="57191" y="21808"/>
                    <a:pt x="57222" y="21806"/>
                  </a:cubicBezTo>
                  <a:cubicBezTo>
                    <a:pt x="57527" y="21796"/>
                    <a:pt x="57773" y="21682"/>
                    <a:pt x="57918" y="21387"/>
                  </a:cubicBezTo>
                  <a:lnTo>
                    <a:pt x="57940" y="21389"/>
                  </a:lnTo>
                  <a:cubicBezTo>
                    <a:pt x="57966" y="21390"/>
                    <a:pt x="57992" y="21391"/>
                    <a:pt x="58017" y="21391"/>
                  </a:cubicBezTo>
                  <a:cubicBezTo>
                    <a:pt x="58302" y="21391"/>
                    <a:pt x="58545" y="21299"/>
                    <a:pt x="58719" y="21057"/>
                  </a:cubicBezTo>
                  <a:cubicBezTo>
                    <a:pt x="58734" y="21036"/>
                    <a:pt x="58760" y="21023"/>
                    <a:pt x="58789" y="21021"/>
                  </a:cubicBezTo>
                  <a:cubicBezTo>
                    <a:pt x="59087" y="21009"/>
                    <a:pt x="59345" y="20914"/>
                    <a:pt x="59502" y="20635"/>
                  </a:cubicBezTo>
                  <a:cubicBezTo>
                    <a:pt x="59512" y="20617"/>
                    <a:pt x="59525" y="20604"/>
                    <a:pt x="59543" y="20596"/>
                  </a:cubicBezTo>
                  <a:cubicBezTo>
                    <a:pt x="59545" y="20596"/>
                    <a:pt x="59547" y="20596"/>
                    <a:pt x="59549" y="20596"/>
                  </a:cubicBezTo>
                  <a:cubicBezTo>
                    <a:pt x="60756" y="20596"/>
                    <a:pt x="61670" y="15527"/>
                    <a:pt x="61047" y="14488"/>
                  </a:cubicBezTo>
                  <a:cubicBezTo>
                    <a:pt x="60388" y="13389"/>
                    <a:pt x="59669" y="12307"/>
                    <a:pt x="58525" y="11619"/>
                  </a:cubicBezTo>
                  <a:cubicBezTo>
                    <a:pt x="58515" y="11613"/>
                    <a:pt x="58506" y="11605"/>
                    <a:pt x="58498" y="11595"/>
                  </a:cubicBezTo>
                  <a:cubicBezTo>
                    <a:pt x="58322" y="11347"/>
                    <a:pt x="58102" y="11159"/>
                    <a:pt x="57802" y="11080"/>
                  </a:cubicBezTo>
                  <a:lnTo>
                    <a:pt x="57754" y="11051"/>
                  </a:lnTo>
                  <a:cubicBezTo>
                    <a:pt x="55873" y="8854"/>
                    <a:pt x="53312" y="7716"/>
                    <a:pt x="50765" y="6553"/>
                  </a:cubicBezTo>
                  <a:lnTo>
                    <a:pt x="50759" y="6582"/>
                  </a:lnTo>
                  <a:cubicBezTo>
                    <a:pt x="50350" y="6076"/>
                    <a:pt x="49763" y="5917"/>
                    <a:pt x="49172" y="5766"/>
                  </a:cubicBezTo>
                  <a:lnTo>
                    <a:pt x="49185" y="5755"/>
                  </a:lnTo>
                  <a:cubicBezTo>
                    <a:pt x="49113" y="5565"/>
                    <a:pt x="48986" y="5444"/>
                    <a:pt x="48788" y="5408"/>
                  </a:cubicBezTo>
                  <a:cubicBezTo>
                    <a:pt x="48766" y="5404"/>
                    <a:pt x="48747" y="5392"/>
                    <a:pt x="48733" y="5373"/>
                  </a:cubicBezTo>
                  <a:cubicBezTo>
                    <a:pt x="47797" y="4134"/>
                    <a:pt x="46935" y="2688"/>
                    <a:pt x="45233" y="2535"/>
                  </a:cubicBezTo>
                  <a:cubicBezTo>
                    <a:pt x="43670" y="2395"/>
                    <a:pt x="42181" y="2399"/>
                    <a:pt x="41024" y="1071"/>
                  </a:cubicBezTo>
                  <a:cubicBezTo>
                    <a:pt x="40613" y="598"/>
                    <a:pt x="39838" y="552"/>
                    <a:pt x="39182" y="499"/>
                  </a:cubicBezTo>
                  <a:cubicBezTo>
                    <a:pt x="38339" y="431"/>
                    <a:pt x="37494" y="404"/>
                    <a:pt x="36649" y="360"/>
                  </a:cubicBezTo>
                  <a:cubicBezTo>
                    <a:pt x="36158" y="292"/>
                    <a:pt x="35663" y="213"/>
                    <a:pt x="35196" y="213"/>
                  </a:cubicBezTo>
                  <a:cubicBezTo>
                    <a:pt x="34320" y="213"/>
                    <a:pt x="33546" y="493"/>
                    <a:pt x="33095" y="1659"/>
                  </a:cubicBezTo>
                  <a:cubicBezTo>
                    <a:pt x="33084" y="1658"/>
                    <a:pt x="33072" y="1658"/>
                    <a:pt x="33061" y="1658"/>
                  </a:cubicBezTo>
                  <a:cubicBezTo>
                    <a:pt x="32770" y="1658"/>
                    <a:pt x="32474" y="1799"/>
                    <a:pt x="32182" y="1799"/>
                  </a:cubicBezTo>
                  <a:cubicBezTo>
                    <a:pt x="31997" y="1799"/>
                    <a:pt x="31815" y="1743"/>
                    <a:pt x="31636" y="1558"/>
                  </a:cubicBezTo>
                  <a:cubicBezTo>
                    <a:pt x="30822" y="719"/>
                    <a:pt x="29819" y="546"/>
                    <a:pt x="28770" y="546"/>
                  </a:cubicBezTo>
                  <a:cubicBezTo>
                    <a:pt x="28529" y="546"/>
                    <a:pt x="28285" y="555"/>
                    <a:pt x="28042" y="567"/>
                  </a:cubicBezTo>
                  <a:cubicBezTo>
                    <a:pt x="28039" y="567"/>
                    <a:pt x="28036" y="568"/>
                    <a:pt x="28033" y="568"/>
                  </a:cubicBezTo>
                  <a:cubicBezTo>
                    <a:pt x="28019" y="568"/>
                    <a:pt x="28006" y="564"/>
                    <a:pt x="27993" y="557"/>
                  </a:cubicBezTo>
                  <a:cubicBezTo>
                    <a:pt x="27829" y="470"/>
                    <a:pt x="27674" y="415"/>
                    <a:pt x="27535" y="415"/>
                  </a:cubicBezTo>
                  <a:cubicBezTo>
                    <a:pt x="27516" y="415"/>
                    <a:pt x="27498" y="416"/>
                    <a:pt x="27479" y="418"/>
                  </a:cubicBezTo>
                  <a:cubicBezTo>
                    <a:pt x="27475" y="419"/>
                    <a:pt x="27470" y="419"/>
                    <a:pt x="27465" y="419"/>
                  </a:cubicBezTo>
                  <a:cubicBezTo>
                    <a:pt x="27460" y="419"/>
                    <a:pt x="27454" y="419"/>
                    <a:pt x="27448" y="418"/>
                  </a:cubicBezTo>
                  <a:cubicBezTo>
                    <a:pt x="26049" y="98"/>
                    <a:pt x="24606" y="154"/>
                    <a:pt x="23186" y="5"/>
                  </a:cubicBezTo>
                  <a:cubicBezTo>
                    <a:pt x="23154" y="2"/>
                    <a:pt x="23122" y="0"/>
                    <a:pt x="23091" y="0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34" name="Google Shape;2534;p59"/>
            <p:cNvPicPr preferRelativeResize="0"/>
            <p:nvPr/>
          </p:nvPicPr>
          <p:blipFill rotWithShape="1">
            <a:blip r:embed="rId6">
              <a:alphaModFix amt="81000"/>
            </a:blip>
            <a:srcRect l="28336" t="29128" r="36702" b="30872"/>
            <a:stretch/>
          </p:blipFill>
          <p:spPr>
            <a:xfrm>
              <a:off x="4333667" y="2293750"/>
              <a:ext cx="1597085" cy="10278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35" name="Google Shape;2535;p59"/>
          <p:cNvPicPr preferRelativeResize="0"/>
          <p:nvPr/>
        </p:nvPicPr>
        <p:blipFill rotWithShape="1">
          <a:blip r:embed="rId7">
            <a:alphaModFix/>
          </a:blip>
          <a:srcRect l="30438" t="22505" r="36097" b="19757"/>
          <a:stretch/>
        </p:blipFill>
        <p:spPr>
          <a:xfrm>
            <a:off x="4384335" y="3912750"/>
            <a:ext cx="514349" cy="499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6" name="Google Shape;2536;p59"/>
          <p:cNvPicPr preferRelativeResize="0"/>
          <p:nvPr/>
        </p:nvPicPr>
        <p:blipFill rotWithShape="1">
          <a:blip r:embed="rId8">
            <a:alphaModFix/>
          </a:blip>
          <a:srcRect l="36876" t="27150" r="41163" b="21920"/>
          <a:stretch/>
        </p:blipFill>
        <p:spPr>
          <a:xfrm flipH="1">
            <a:off x="7438500" y="3888975"/>
            <a:ext cx="419098" cy="54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7" name="Google Shape;2537;p59"/>
          <p:cNvPicPr preferRelativeResize="0"/>
          <p:nvPr/>
        </p:nvPicPr>
        <p:blipFill rotWithShape="1">
          <a:blip r:embed="rId9">
            <a:alphaModFix/>
          </a:blip>
          <a:srcRect l="33484" t="20406" r="44556" b="28666"/>
          <a:stretch/>
        </p:blipFill>
        <p:spPr>
          <a:xfrm>
            <a:off x="1543950" y="4019550"/>
            <a:ext cx="419102" cy="54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8" name="Google Shape;2538;p59"/>
          <p:cNvPicPr preferRelativeResize="0"/>
          <p:nvPr/>
        </p:nvPicPr>
        <p:blipFill rotWithShape="1">
          <a:blip r:embed="rId10">
            <a:alphaModFix/>
          </a:blip>
          <a:srcRect l="27183" t="19189" r="36882" b="12908"/>
          <a:stretch/>
        </p:blipFill>
        <p:spPr>
          <a:xfrm flipH="1">
            <a:off x="6045475" y="2563171"/>
            <a:ext cx="419102" cy="445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9" name="Google Shape;2539;p59"/>
          <p:cNvPicPr preferRelativeResize="0"/>
          <p:nvPr/>
        </p:nvPicPr>
        <p:blipFill rotWithShape="1">
          <a:blip r:embed="rId11">
            <a:alphaModFix/>
          </a:blip>
          <a:srcRect l="27183" t="19189" r="36882" b="12908"/>
          <a:stretch/>
        </p:blipFill>
        <p:spPr>
          <a:xfrm>
            <a:off x="3189925" y="2563170"/>
            <a:ext cx="419102" cy="445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0" name="Google Shape;2540;p59"/>
          <p:cNvPicPr preferRelativeResize="0"/>
          <p:nvPr/>
        </p:nvPicPr>
        <p:blipFill rotWithShape="1">
          <a:blip r:embed="rId12">
            <a:alphaModFix/>
          </a:blip>
          <a:srcRect l="44081" t="39624" r="42963" b="30651"/>
          <a:stretch/>
        </p:blipFill>
        <p:spPr>
          <a:xfrm rot="722212">
            <a:off x="961939" y="391111"/>
            <a:ext cx="222966" cy="2877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1" name="Google Shape;2541;p59"/>
          <p:cNvGrpSpPr/>
          <p:nvPr/>
        </p:nvGrpSpPr>
        <p:grpSpPr>
          <a:xfrm flipH="1">
            <a:off x="2268839" y="3616546"/>
            <a:ext cx="1548570" cy="939730"/>
            <a:chOff x="2815625" y="3753900"/>
            <a:chExt cx="1684877" cy="874900"/>
          </a:xfrm>
        </p:grpSpPr>
        <p:sp>
          <p:nvSpPr>
            <p:cNvPr id="2542" name="Google Shape;2542;p59"/>
            <p:cNvSpPr/>
            <p:nvPr/>
          </p:nvSpPr>
          <p:spPr>
            <a:xfrm>
              <a:off x="2815626" y="3753911"/>
              <a:ext cx="1684871" cy="854528"/>
            </a:xfrm>
            <a:custGeom>
              <a:avLst/>
              <a:gdLst/>
              <a:ahLst/>
              <a:cxnLst/>
              <a:rect l="l" t="t" r="r" b="b"/>
              <a:pathLst>
                <a:path w="72452" h="36746" extrusionOk="0">
                  <a:moveTo>
                    <a:pt x="64438" y="19305"/>
                  </a:moveTo>
                  <a:lnTo>
                    <a:pt x="64459" y="19321"/>
                  </a:lnTo>
                  <a:lnTo>
                    <a:pt x="64459" y="19321"/>
                  </a:lnTo>
                  <a:cubicBezTo>
                    <a:pt x="64451" y="19315"/>
                    <a:pt x="64444" y="19311"/>
                    <a:pt x="64437" y="19305"/>
                  </a:cubicBezTo>
                  <a:close/>
                  <a:moveTo>
                    <a:pt x="49476" y="0"/>
                  </a:moveTo>
                  <a:cubicBezTo>
                    <a:pt x="48701" y="0"/>
                    <a:pt x="47927" y="60"/>
                    <a:pt x="47152" y="101"/>
                  </a:cubicBezTo>
                  <a:cubicBezTo>
                    <a:pt x="46545" y="133"/>
                    <a:pt x="45973" y="346"/>
                    <a:pt x="45368" y="358"/>
                  </a:cubicBezTo>
                  <a:cubicBezTo>
                    <a:pt x="45273" y="360"/>
                    <a:pt x="45176" y="412"/>
                    <a:pt x="45082" y="447"/>
                  </a:cubicBezTo>
                  <a:cubicBezTo>
                    <a:pt x="44583" y="641"/>
                    <a:pt x="44083" y="833"/>
                    <a:pt x="43586" y="1034"/>
                  </a:cubicBezTo>
                  <a:cubicBezTo>
                    <a:pt x="42925" y="1301"/>
                    <a:pt x="42226" y="1502"/>
                    <a:pt x="41708" y="2038"/>
                  </a:cubicBezTo>
                  <a:cubicBezTo>
                    <a:pt x="41701" y="2037"/>
                    <a:pt x="41695" y="2037"/>
                    <a:pt x="41688" y="2037"/>
                  </a:cubicBezTo>
                  <a:cubicBezTo>
                    <a:pt x="41610" y="2037"/>
                    <a:pt x="41538" y="2056"/>
                    <a:pt x="41484" y="2119"/>
                  </a:cubicBezTo>
                  <a:cubicBezTo>
                    <a:pt x="41192" y="2144"/>
                    <a:pt x="40964" y="2320"/>
                    <a:pt x="40713" y="2440"/>
                  </a:cubicBezTo>
                  <a:lnTo>
                    <a:pt x="40704" y="2448"/>
                  </a:lnTo>
                  <a:cubicBezTo>
                    <a:pt x="40564" y="2490"/>
                    <a:pt x="40516" y="2605"/>
                    <a:pt x="40483" y="2732"/>
                  </a:cubicBezTo>
                  <a:cubicBezTo>
                    <a:pt x="40006" y="2878"/>
                    <a:pt x="39638" y="3204"/>
                    <a:pt x="39247" y="3488"/>
                  </a:cubicBezTo>
                  <a:cubicBezTo>
                    <a:pt x="38994" y="3672"/>
                    <a:pt x="38801" y="3963"/>
                    <a:pt x="38527" y="4095"/>
                  </a:cubicBezTo>
                  <a:cubicBezTo>
                    <a:pt x="38003" y="4348"/>
                    <a:pt x="37692" y="4840"/>
                    <a:pt x="37215" y="5158"/>
                  </a:cubicBezTo>
                  <a:cubicBezTo>
                    <a:pt x="36764" y="5458"/>
                    <a:pt x="36449" y="5990"/>
                    <a:pt x="36133" y="6460"/>
                  </a:cubicBezTo>
                  <a:cubicBezTo>
                    <a:pt x="35752" y="7031"/>
                    <a:pt x="35322" y="7565"/>
                    <a:pt x="34928" y="8122"/>
                  </a:cubicBezTo>
                  <a:cubicBezTo>
                    <a:pt x="34675" y="8478"/>
                    <a:pt x="34410" y="8816"/>
                    <a:pt x="34238" y="9218"/>
                  </a:cubicBezTo>
                  <a:cubicBezTo>
                    <a:pt x="34171" y="9266"/>
                    <a:pt x="34092" y="9303"/>
                    <a:pt x="34043" y="9363"/>
                  </a:cubicBezTo>
                  <a:cubicBezTo>
                    <a:pt x="33884" y="9551"/>
                    <a:pt x="33798" y="9644"/>
                    <a:pt x="33707" y="9644"/>
                  </a:cubicBezTo>
                  <a:cubicBezTo>
                    <a:pt x="33622" y="9644"/>
                    <a:pt x="33532" y="9564"/>
                    <a:pt x="33374" y="9406"/>
                  </a:cubicBezTo>
                  <a:cubicBezTo>
                    <a:pt x="33247" y="9279"/>
                    <a:pt x="33131" y="9141"/>
                    <a:pt x="33008" y="9007"/>
                  </a:cubicBezTo>
                  <a:cubicBezTo>
                    <a:pt x="33000" y="8951"/>
                    <a:pt x="32969" y="8918"/>
                    <a:pt x="32915" y="8905"/>
                  </a:cubicBezTo>
                  <a:lnTo>
                    <a:pt x="32915" y="8904"/>
                  </a:lnTo>
                  <a:cubicBezTo>
                    <a:pt x="32829" y="8743"/>
                    <a:pt x="32707" y="8624"/>
                    <a:pt x="32524" y="8580"/>
                  </a:cubicBezTo>
                  <a:cubicBezTo>
                    <a:pt x="32498" y="8521"/>
                    <a:pt x="32487" y="8445"/>
                    <a:pt x="32443" y="8403"/>
                  </a:cubicBezTo>
                  <a:cubicBezTo>
                    <a:pt x="32103" y="8092"/>
                    <a:pt x="31758" y="7789"/>
                    <a:pt x="31415" y="7482"/>
                  </a:cubicBezTo>
                  <a:cubicBezTo>
                    <a:pt x="31396" y="7358"/>
                    <a:pt x="31328" y="7290"/>
                    <a:pt x="31199" y="7287"/>
                  </a:cubicBezTo>
                  <a:lnTo>
                    <a:pt x="31199" y="7285"/>
                  </a:lnTo>
                  <a:cubicBezTo>
                    <a:pt x="31059" y="7042"/>
                    <a:pt x="30711" y="7045"/>
                    <a:pt x="30597" y="6773"/>
                  </a:cubicBezTo>
                  <a:cubicBezTo>
                    <a:pt x="30424" y="6681"/>
                    <a:pt x="30382" y="6451"/>
                    <a:pt x="30187" y="6381"/>
                  </a:cubicBezTo>
                  <a:cubicBezTo>
                    <a:pt x="30157" y="6372"/>
                    <a:pt x="30123" y="6367"/>
                    <a:pt x="30092" y="6367"/>
                  </a:cubicBezTo>
                  <a:cubicBezTo>
                    <a:pt x="30027" y="6248"/>
                    <a:pt x="29930" y="6176"/>
                    <a:pt x="29791" y="6167"/>
                  </a:cubicBezTo>
                  <a:cubicBezTo>
                    <a:pt x="29366" y="5636"/>
                    <a:pt x="28771" y="5306"/>
                    <a:pt x="28266" y="4869"/>
                  </a:cubicBezTo>
                  <a:cubicBezTo>
                    <a:pt x="28242" y="4859"/>
                    <a:pt x="28217" y="4853"/>
                    <a:pt x="28190" y="4853"/>
                  </a:cubicBezTo>
                  <a:cubicBezTo>
                    <a:pt x="28171" y="4773"/>
                    <a:pt x="28157" y="4692"/>
                    <a:pt x="28072" y="4653"/>
                  </a:cubicBezTo>
                  <a:cubicBezTo>
                    <a:pt x="28003" y="4519"/>
                    <a:pt x="27898" y="4417"/>
                    <a:pt x="27774" y="4335"/>
                  </a:cubicBezTo>
                  <a:cubicBezTo>
                    <a:pt x="27297" y="3766"/>
                    <a:pt x="26787" y="3236"/>
                    <a:pt x="26144" y="2851"/>
                  </a:cubicBezTo>
                  <a:cubicBezTo>
                    <a:pt x="26076" y="2802"/>
                    <a:pt x="26001" y="2759"/>
                    <a:pt x="25941" y="2702"/>
                  </a:cubicBezTo>
                  <a:cubicBezTo>
                    <a:pt x="25443" y="2225"/>
                    <a:pt x="24863" y="1884"/>
                    <a:pt x="24255" y="1559"/>
                  </a:cubicBezTo>
                  <a:cubicBezTo>
                    <a:pt x="23464" y="1137"/>
                    <a:pt x="22677" y="794"/>
                    <a:pt x="21770" y="686"/>
                  </a:cubicBezTo>
                  <a:cubicBezTo>
                    <a:pt x="21335" y="634"/>
                    <a:pt x="20901" y="610"/>
                    <a:pt x="20469" y="610"/>
                  </a:cubicBezTo>
                  <a:cubicBezTo>
                    <a:pt x="19920" y="610"/>
                    <a:pt x="19372" y="649"/>
                    <a:pt x="18823" y="719"/>
                  </a:cubicBezTo>
                  <a:cubicBezTo>
                    <a:pt x="18663" y="741"/>
                    <a:pt x="18496" y="802"/>
                    <a:pt x="18353" y="884"/>
                  </a:cubicBezTo>
                  <a:cubicBezTo>
                    <a:pt x="17934" y="1124"/>
                    <a:pt x="17455" y="1208"/>
                    <a:pt x="17017" y="1407"/>
                  </a:cubicBezTo>
                  <a:cubicBezTo>
                    <a:pt x="16642" y="1579"/>
                    <a:pt x="16239" y="1720"/>
                    <a:pt x="15900" y="1946"/>
                  </a:cubicBezTo>
                  <a:cubicBezTo>
                    <a:pt x="15403" y="2281"/>
                    <a:pt x="14918" y="2637"/>
                    <a:pt x="14408" y="2954"/>
                  </a:cubicBezTo>
                  <a:cubicBezTo>
                    <a:pt x="14041" y="3183"/>
                    <a:pt x="13652" y="3405"/>
                    <a:pt x="13358" y="3711"/>
                  </a:cubicBezTo>
                  <a:cubicBezTo>
                    <a:pt x="12856" y="4232"/>
                    <a:pt x="12213" y="4568"/>
                    <a:pt x="11706" y="5075"/>
                  </a:cubicBezTo>
                  <a:cubicBezTo>
                    <a:pt x="11554" y="5120"/>
                    <a:pt x="11473" y="5240"/>
                    <a:pt x="11395" y="5366"/>
                  </a:cubicBezTo>
                  <a:cubicBezTo>
                    <a:pt x="11217" y="5429"/>
                    <a:pt x="11072" y="5541"/>
                    <a:pt x="10944" y="5676"/>
                  </a:cubicBezTo>
                  <a:cubicBezTo>
                    <a:pt x="10647" y="5989"/>
                    <a:pt x="10316" y="6270"/>
                    <a:pt x="9998" y="6559"/>
                  </a:cubicBezTo>
                  <a:cubicBezTo>
                    <a:pt x="9431" y="7071"/>
                    <a:pt x="8805" y="7514"/>
                    <a:pt x="8305" y="8100"/>
                  </a:cubicBezTo>
                  <a:cubicBezTo>
                    <a:pt x="8003" y="8451"/>
                    <a:pt x="7619" y="8735"/>
                    <a:pt x="7445" y="9188"/>
                  </a:cubicBezTo>
                  <a:cubicBezTo>
                    <a:pt x="6883" y="9546"/>
                    <a:pt x="6475" y="10044"/>
                    <a:pt x="6132" y="10604"/>
                  </a:cubicBezTo>
                  <a:cubicBezTo>
                    <a:pt x="5963" y="10748"/>
                    <a:pt x="5771" y="10875"/>
                    <a:pt x="5725" y="11117"/>
                  </a:cubicBezTo>
                  <a:cubicBezTo>
                    <a:pt x="5560" y="11222"/>
                    <a:pt x="5426" y="11358"/>
                    <a:pt x="5320" y="11524"/>
                  </a:cubicBezTo>
                  <a:cubicBezTo>
                    <a:pt x="5015" y="11732"/>
                    <a:pt x="4813" y="12027"/>
                    <a:pt x="4622" y="12334"/>
                  </a:cubicBezTo>
                  <a:cubicBezTo>
                    <a:pt x="4252" y="12810"/>
                    <a:pt x="3884" y="13285"/>
                    <a:pt x="3515" y="13760"/>
                  </a:cubicBezTo>
                  <a:cubicBezTo>
                    <a:pt x="3415" y="13794"/>
                    <a:pt x="3340" y="13864"/>
                    <a:pt x="3286" y="13946"/>
                  </a:cubicBezTo>
                  <a:cubicBezTo>
                    <a:pt x="3032" y="14324"/>
                    <a:pt x="2686" y="14604"/>
                    <a:pt x="2338" y="14890"/>
                  </a:cubicBezTo>
                  <a:cubicBezTo>
                    <a:pt x="1976" y="15187"/>
                    <a:pt x="1531" y="15352"/>
                    <a:pt x="1183" y="15664"/>
                  </a:cubicBezTo>
                  <a:cubicBezTo>
                    <a:pt x="825" y="15711"/>
                    <a:pt x="617" y="16011"/>
                    <a:pt x="322" y="16167"/>
                  </a:cubicBezTo>
                  <a:cubicBezTo>
                    <a:pt x="1" y="16337"/>
                    <a:pt x="6" y="16464"/>
                    <a:pt x="279" y="16780"/>
                  </a:cubicBezTo>
                  <a:lnTo>
                    <a:pt x="281" y="16782"/>
                  </a:lnTo>
                  <a:cubicBezTo>
                    <a:pt x="282" y="16863"/>
                    <a:pt x="296" y="16938"/>
                    <a:pt x="379" y="16977"/>
                  </a:cubicBezTo>
                  <a:cubicBezTo>
                    <a:pt x="835" y="17292"/>
                    <a:pt x="1283" y="17619"/>
                    <a:pt x="1748" y="17916"/>
                  </a:cubicBezTo>
                  <a:cubicBezTo>
                    <a:pt x="2408" y="18334"/>
                    <a:pt x="2962" y="18871"/>
                    <a:pt x="3463" y="19454"/>
                  </a:cubicBezTo>
                  <a:cubicBezTo>
                    <a:pt x="3993" y="20070"/>
                    <a:pt x="4409" y="20784"/>
                    <a:pt x="5027" y="21330"/>
                  </a:cubicBezTo>
                  <a:cubicBezTo>
                    <a:pt x="5617" y="22118"/>
                    <a:pt x="6308" y="22811"/>
                    <a:pt x="7045" y="23459"/>
                  </a:cubicBezTo>
                  <a:cubicBezTo>
                    <a:pt x="7083" y="23489"/>
                    <a:pt x="7120" y="23519"/>
                    <a:pt x="7158" y="23550"/>
                  </a:cubicBezTo>
                  <a:cubicBezTo>
                    <a:pt x="7209" y="23696"/>
                    <a:pt x="7307" y="23801"/>
                    <a:pt x="7449" y="23864"/>
                  </a:cubicBezTo>
                  <a:cubicBezTo>
                    <a:pt x="7596" y="24052"/>
                    <a:pt x="7712" y="24269"/>
                    <a:pt x="7952" y="24366"/>
                  </a:cubicBezTo>
                  <a:cubicBezTo>
                    <a:pt x="7955" y="24447"/>
                    <a:pt x="7976" y="24519"/>
                    <a:pt x="8065" y="24547"/>
                  </a:cubicBezTo>
                  <a:cubicBezTo>
                    <a:pt x="8534" y="24952"/>
                    <a:pt x="8939" y="25431"/>
                    <a:pt x="9452" y="25785"/>
                  </a:cubicBezTo>
                  <a:cubicBezTo>
                    <a:pt x="9490" y="25818"/>
                    <a:pt x="9530" y="25850"/>
                    <a:pt x="9568" y="25883"/>
                  </a:cubicBezTo>
                  <a:lnTo>
                    <a:pt x="9666" y="25985"/>
                  </a:lnTo>
                  <a:cubicBezTo>
                    <a:pt x="9681" y="26039"/>
                    <a:pt x="9717" y="26072"/>
                    <a:pt x="9770" y="26088"/>
                  </a:cubicBezTo>
                  <a:cubicBezTo>
                    <a:pt x="9787" y="26139"/>
                    <a:pt x="9822" y="26171"/>
                    <a:pt x="9874" y="26184"/>
                  </a:cubicBezTo>
                  <a:cubicBezTo>
                    <a:pt x="9908" y="26220"/>
                    <a:pt x="9941" y="26258"/>
                    <a:pt x="9973" y="26295"/>
                  </a:cubicBezTo>
                  <a:cubicBezTo>
                    <a:pt x="10259" y="26752"/>
                    <a:pt x="10726" y="27032"/>
                    <a:pt x="11079" y="27423"/>
                  </a:cubicBezTo>
                  <a:cubicBezTo>
                    <a:pt x="11226" y="27586"/>
                    <a:pt x="11392" y="27714"/>
                    <a:pt x="11595" y="27798"/>
                  </a:cubicBezTo>
                  <a:cubicBezTo>
                    <a:pt x="11638" y="27869"/>
                    <a:pt x="11708" y="27903"/>
                    <a:pt x="11784" y="27926"/>
                  </a:cubicBezTo>
                  <a:cubicBezTo>
                    <a:pt x="11922" y="28190"/>
                    <a:pt x="12149" y="28360"/>
                    <a:pt x="12399" y="28508"/>
                  </a:cubicBezTo>
                  <a:cubicBezTo>
                    <a:pt x="12586" y="28767"/>
                    <a:pt x="12826" y="28965"/>
                    <a:pt x="13104" y="29121"/>
                  </a:cubicBezTo>
                  <a:cubicBezTo>
                    <a:pt x="13104" y="29121"/>
                    <a:pt x="13104" y="29119"/>
                    <a:pt x="13104" y="29119"/>
                  </a:cubicBezTo>
                  <a:cubicBezTo>
                    <a:pt x="13139" y="29151"/>
                    <a:pt x="13176" y="29181"/>
                    <a:pt x="13211" y="29213"/>
                  </a:cubicBezTo>
                  <a:cubicBezTo>
                    <a:pt x="13754" y="29714"/>
                    <a:pt x="14294" y="30219"/>
                    <a:pt x="14904" y="30640"/>
                  </a:cubicBezTo>
                  <a:cubicBezTo>
                    <a:pt x="15046" y="30738"/>
                    <a:pt x="15187" y="30837"/>
                    <a:pt x="15328" y="30935"/>
                  </a:cubicBezTo>
                  <a:lnTo>
                    <a:pt x="15328" y="30934"/>
                  </a:lnTo>
                  <a:cubicBezTo>
                    <a:pt x="15373" y="31015"/>
                    <a:pt x="15449" y="31032"/>
                    <a:pt x="15530" y="31042"/>
                  </a:cubicBezTo>
                  <a:cubicBezTo>
                    <a:pt x="15641" y="31167"/>
                    <a:pt x="15722" y="31336"/>
                    <a:pt x="15926" y="31342"/>
                  </a:cubicBezTo>
                  <a:cubicBezTo>
                    <a:pt x="16162" y="31514"/>
                    <a:pt x="16326" y="31792"/>
                    <a:pt x="16647" y="31839"/>
                  </a:cubicBezTo>
                  <a:cubicBezTo>
                    <a:pt x="16992" y="32028"/>
                    <a:pt x="17282" y="32309"/>
                    <a:pt x="17656" y="32449"/>
                  </a:cubicBezTo>
                  <a:cubicBezTo>
                    <a:pt x="17919" y="32533"/>
                    <a:pt x="18145" y="32684"/>
                    <a:pt x="18369" y="32842"/>
                  </a:cubicBezTo>
                  <a:cubicBezTo>
                    <a:pt x="18399" y="32858"/>
                    <a:pt x="18429" y="32864"/>
                    <a:pt x="18464" y="32864"/>
                  </a:cubicBezTo>
                  <a:cubicBezTo>
                    <a:pt x="18512" y="32935"/>
                    <a:pt x="18588" y="32950"/>
                    <a:pt x="18664" y="32964"/>
                  </a:cubicBezTo>
                  <a:cubicBezTo>
                    <a:pt x="18939" y="33269"/>
                    <a:pt x="19329" y="33380"/>
                    <a:pt x="19680" y="33557"/>
                  </a:cubicBezTo>
                  <a:cubicBezTo>
                    <a:pt x="19877" y="33747"/>
                    <a:pt x="20139" y="33787"/>
                    <a:pt x="20385" y="33862"/>
                  </a:cubicBezTo>
                  <a:cubicBezTo>
                    <a:pt x="20858" y="34063"/>
                    <a:pt x="21332" y="34264"/>
                    <a:pt x="21805" y="34464"/>
                  </a:cubicBezTo>
                  <a:cubicBezTo>
                    <a:pt x="21871" y="34552"/>
                    <a:pt x="21955" y="34567"/>
                    <a:pt x="22042" y="34567"/>
                  </a:cubicBezTo>
                  <a:cubicBezTo>
                    <a:pt x="22088" y="34567"/>
                    <a:pt x="22135" y="34563"/>
                    <a:pt x="22181" y="34563"/>
                  </a:cubicBezTo>
                  <a:cubicBezTo>
                    <a:pt x="22190" y="34563"/>
                    <a:pt x="22200" y="34563"/>
                    <a:pt x="22209" y="34564"/>
                  </a:cubicBezTo>
                  <a:lnTo>
                    <a:pt x="22210" y="34565"/>
                  </a:lnTo>
                  <a:cubicBezTo>
                    <a:pt x="22247" y="34644"/>
                    <a:pt x="22313" y="34666"/>
                    <a:pt x="22391" y="34666"/>
                  </a:cubicBezTo>
                  <a:cubicBezTo>
                    <a:pt x="22396" y="34666"/>
                    <a:pt x="22402" y="34666"/>
                    <a:pt x="22407" y="34665"/>
                  </a:cubicBezTo>
                  <a:cubicBezTo>
                    <a:pt x="22874" y="34928"/>
                    <a:pt x="23403" y="35007"/>
                    <a:pt x="23899" y="35187"/>
                  </a:cubicBezTo>
                  <a:cubicBezTo>
                    <a:pt x="23955" y="35223"/>
                    <a:pt x="24006" y="35272"/>
                    <a:pt x="24066" y="35293"/>
                  </a:cubicBezTo>
                  <a:cubicBezTo>
                    <a:pt x="24860" y="35577"/>
                    <a:pt x="25629" y="35954"/>
                    <a:pt x="26497" y="35979"/>
                  </a:cubicBezTo>
                  <a:cubicBezTo>
                    <a:pt x="26579" y="35981"/>
                    <a:pt x="26660" y="36011"/>
                    <a:pt x="26741" y="36030"/>
                  </a:cubicBezTo>
                  <a:cubicBezTo>
                    <a:pt x="27257" y="36149"/>
                    <a:pt x="27770" y="36297"/>
                    <a:pt x="28306" y="36297"/>
                  </a:cubicBezTo>
                  <a:cubicBezTo>
                    <a:pt x="28320" y="36297"/>
                    <a:pt x="28333" y="36297"/>
                    <a:pt x="28347" y="36297"/>
                  </a:cubicBezTo>
                  <a:cubicBezTo>
                    <a:pt x="29424" y="36617"/>
                    <a:pt x="30523" y="36745"/>
                    <a:pt x="31645" y="36745"/>
                  </a:cubicBezTo>
                  <a:cubicBezTo>
                    <a:pt x="31672" y="36745"/>
                    <a:pt x="31699" y="36745"/>
                    <a:pt x="31726" y="36745"/>
                  </a:cubicBezTo>
                  <a:cubicBezTo>
                    <a:pt x="32595" y="36742"/>
                    <a:pt x="33453" y="36635"/>
                    <a:pt x="34316" y="36577"/>
                  </a:cubicBezTo>
                  <a:cubicBezTo>
                    <a:pt x="34341" y="36575"/>
                    <a:pt x="34366" y="36574"/>
                    <a:pt x="34392" y="36574"/>
                  </a:cubicBezTo>
                  <a:cubicBezTo>
                    <a:pt x="34515" y="36574"/>
                    <a:pt x="34640" y="36591"/>
                    <a:pt x="34763" y="36591"/>
                  </a:cubicBezTo>
                  <a:cubicBezTo>
                    <a:pt x="34894" y="36591"/>
                    <a:pt x="35023" y="36572"/>
                    <a:pt x="35145" y="36494"/>
                  </a:cubicBezTo>
                  <a:cubicBezTo>
                    <a:pt x="35224" y="36515"/>
                    <a:pt x="35302" y="36526"/>
                    <a:pt x="35377" y="36526"/>
                  </a:cubicBezTo>
                  <a:cubicBezTo>
                    <a:pt x="35512" y="36526"/>
                    <a:pt x="35641" y="36489"/>
                    <a:pt x="35762" y="36399"/>
                  </a:cubicBezTo>
                  <a:cubicBezTo>
                    <a:pt x="35796" y="36404"/>
                    <a:pt x="35830" y="36406"/>
                    <a:pt x="35864" y="36406"/>
                  </a:cubicBezTo>
                  <a:cubicBezTo>
                    <a:pt x="36080" y="36406"/>
                    <a:pt x="36283" y="36310"/>
                    <a:pt x="36499" y="36294"/>
                  </a:cubicBezTo>
                  <a:cubicBezTo>
                    <a:pt x="37873" y="36195"/>
                    <a:pt x="39242" y="36040"/>
                    <a:pt x="40596" y="35779"/>
                  </a:cubicBezTo>
                  <a:cubicBezTo>
                    <a:pt x="40636" y="35784"/>
                    <a:pt x="40676" y="35786"/>
                    <a:pt x="40715" y="35786"/>
                  </a:cubicBezTo>
                  <a:cubicBezTo>
                    <a:pt x="41066" y="35786"/>
                    <a:pt x="41381" y="35605"/>
                    <a:pt x="41721" y="35542"/>
                  </a:cubicBezTo>
                  <a:cubicBezTo>
                    <a:pt x="42377" y="35418"/>
                    <a:pt x="43050" y="35399"/>
                    <a:pt x="43697" y="35210"/>
                  </a:cubicBezTo>
                  <a:cubicBezTo>
                    <a:pt x="44288" y="35037"/>
                    <a:pt x="44880" y="34874"/>
                    <a:pt x="45467" y="34673"/>
                  </a:cubicBezTo>
                  <a:cubicBezTo>
                    <a:pt x="46641" y="34271"/>
                    <a:pt x="47816" y="33892"/>
                    <a:pt x="48879" y="33221"/>
                  </a:cubicBezTo>
                  <a:cubicBezTo>
                    <a:pt x="49289" y="32964"/>
                    <a:pt x="49691" y="32643"/>
                    <a:pt x="50144" y="32503"/>
                  </a:cubicBezTo>
                  <a:cubicBezTo>
                    <a:pt x="50949" y="32255"/>
                    <a:pt x="51600" y="31758"/>
                    <a:pt x="52301" y="31342"/>
                  </a:cubicBezTo>
                  <a:cubicBezTo>
                    <a:pt x="53192" y="30811"/>
                    <a:pt x="53926" y="30068"/>
                    <a:pt x="54686" y="29377"/>
                  </a:cubicBezTo>
                  <a:cubicBezTo>
                    <a:pt x="55215" y="28894"/>
                    <a:pt x="55768" y="28435"/>
                    <a:pt x="56290" y="27942"/>
                  </a:cubicBezTo>
                  <a:cubicBezTo>
                    <a:pt x="56535" y="27712"/>
                    <a:pt x="56779" y="27486"/>
                    <a:pt x="56980" y="27216"/>
                  </a:cubicBezTo>
                  <a:cubicBezTo>
                    <a:pt x="57108" y="27180"/>
                    <a:pt x="57213" y="27115"/>
                    <a:pt x="57272" y="26989"/>
                  </a:cubicBezTo>
                  <a:cubicBezTo>
                    <a:pt x="57671" y="26665"/>
                    <a:pt x="58069" y="26342"/>
                    <a:pt x="58468" y="26018"/>
                  </a:cubicBezTo>
                  <a:cubicBezTo>
                    <a:pt x="58664" y="25861"/>
                    <a:pt x="58856" y="25702"/>
                    <a:pt x="59002" y="25494"/>
                  </a:cubicBezTo>
                  <a:lnTo>
                    <a:pt x="59709" y="24770"/>
                  </a:lnTo>
                  <a:cubicBezTo>
                    <a:pt x="60052" y="24509"/>
                    <a:pt x="60344" y="24199"/>
                    <a:pt x="60607" y="23859"/>
                  </a:cubicBezTo>
                  <a:cubicBezTo>
                    <a:pt x="61182" y="23254"/>
                    <a:pt x="61755" y="22650"/>
                    <a:pt x="62329" y="22047"/>
                  </a:cubicBezTo>
                  <a:cubicBezTo>
                    <a:pt x="62565" y="21901"/>
                    <a:pt x="62661" y="21635"/>
                    <a:pt x="62843" y="21446"/>
                  </a:cubicBezTo>
                  <a:cubicBezTo>
                    <a:pt x="63164" y="21109"/>
                    <a:pt x="63444" y="20731"/>
                    <a:pt x="63760" y="20399"/>
                  </a:cubicBezTo>
                  <a:cubicBezTo>
                    <a:pt x="64070" y="20072"/>
                    <a:pt x="64295" y="19726"/>
                    <a:pt x="64461" y="19322"/>
                  </a:cubicBezTo>
                  <a:cubicBezTo>
                    <a:pt x="64545" y="19270"/>
                    <a:pt x="64607" y="19200"/>
                    <a:pt x="64650" y="19111"/>
                  </a:cubicBezTo>
                  <a:cubicBezTo>
                    <a:pt x="64843" y="18968"/>
                    <a:pt x="65021" y="18809"/>
                    <a:pt x="65142" y="18598"/>
                  </a:cubicBezTo>
                  <a:cubicBezTo>
                    <a:pt x="65407" y="18253"/>
                    <a:pt x="65763" y="18002"/>
                    <a:pt x="66064" y="17694"/>
                  </a:cubicBezTo>
                  <a:cubicBezTo>
                    <a:pt x="66235" y="17600"/>
                    <a:pt x="66362" y="17459"/>
                    <a:pt x="66472" y="17298"/>
                  </a:cubicBezTo>
                  <a:cubicBezTo>
                    <a:pt x="66504" y="17262"/>
                    <a:pt x="66537" y="17225"/>
                    <a:pt x="66570" y="17189"/>
                  </a:cubicBezTo>
                  <a:lnTo>
                    <a:pt x="66570" y="17190"/>
                  </a:lnTo>
                  <a:cubicBezTo>
                    <a:pt x="67176" y="16647"/>
                    <a:pt x="67781" y="16105"/>
                    <a:pt x="68386" y="15563"/>
                  </a:cubicBezTo>
                  <a:cubicBezTo>
                    <a:pt x="68420" y="15535"/>
                    <a:pt x="68451" y="15503"/>
                    <a:pt x="68478" y="15470"/>
                  </a:cubicBezTo>
                  <a:lnTo>
                    <a:pt x="68480" y="15470"/>
                  </a:lnTo>
                  <a:cubicBezTo>
                    <a:pt x="68486" y="15440"/>
                    <a:pt x="68493" y="15408"/>
                    <a:pt x="68494" y="15376"/>
                  </a:cubicBezTo>
                  <a:cubicBezTo>
                    <a:pt x="68910" y="15160"/>
                    <a:pt x="69187" y="14790"/>
                    <a:pt x="69506" y="14466"/>
                  </a:cubicBezTo>
                  <a:cubicBezTo>
                    <a:pt x="69907" y="14126"/>
                    <a:pt x="70275" y="13754"/>
                    <a:pt x="70621" y="13358"/>
                  </a:cubicBezTo>
                  <a:cubicBezTo>
                    <a:pt x="70655" y="13323"/>
                    <a:pt x="70688" y="13290"/>
                    <a:pt x="70722" y="13257"/>
                  </a:cubicBezTo>
                  <a:lnTo>
                    <a:pt x="70701" y="13247"/>
                  </a:lnTo>
                  <a:cubicBezTo>
                    <a:pt x="70702" y="13246"/>
                    <a:pt x="70704" y="13244"/>
                    <a:pt x="70706" y="13242"/>
                  </a:cubicBezTo>
                  <a:cubicBezTo>
                    <a:pt x="70706" y="13242"/>
                    <a:pt x="70722" y="13257"/>
                    <a:pt x="70722" y="13257"/>
                  </a:cubicBezTo>
                  <a:cubicBezTo>
                    <a:pt x="70755" y="13223"/>
                    <a:pt x="70788" y="13190"/>
                    <a:pt x="70822" y="13157"/>
                  </a:cubicBezTo>
                  <a:cubicBezTo>
                    <a:pt x="71238" y="12761"/>
                    <a:pt x="71664" y="12378"/>
                    <a:pt x="72127" y="12038"/>
                  </a:cubicBezTo>
                  <a:cubicBezTo>
                    <a:pt x="72159" y="12038"/>
                    <a:pt x="72191" y="12035"/>
                    <a:pt x="72223" y="12027"/>
                  </a:cubicBezTo>
                  <a:cubicBezTo>
                    <a:pt x="72452" y="11809"/>
                    <a:pt x="72237" y="11678"/>
                    <a:pt x="72126" y="11527"/>
                  </a:cubicBezTo>
                  <a:lnTo>
                    <a:pt x="72126" y="11528"/>
                  </a:lnTo>
                  <a:cubicBezTo>
                    <a:pt x="72040" y="11438"/>
                    <a:pt x="71937" y="11427"/>
                    <a:pt x="71831" y="11427"/>
                  </a:cubicBezTo>
                  <a:cubicBezTo>
                    <a:pt x="71794" y="11427"/>
                    <a:pt x="71756" y="11428"/>
                    <a:pt x="71719" y="11428"/>
                  </a:cubicBezTo>
                  <a:cubicBezTo>
                    <a:pt x="71688" y="11428"/>
                    <a:pt x="71657" y="11427"/>
                    <a:pt x="71627" y="11423"/>
                  </a:cubicBezTo>
                  <a:cubicBezTo>
                    <a:pt x="71608" y="11393"/>
                    <a:pt x="71589" y="11378"/>
                    <a:pt x="71569" y="11378"/>
                  </a:cubicBezTo>
                  <a:cubicBezTo>
                    <a:pt x="71551" y="11378"/>
                    <a:pt x="71532" y="11393"/>
                    <a:pt x="71513" y="11423"/>
                  </a:cubicBezTo>
                  <a:cubicBezTo>
                    <a:pt x="71481" y="11420"/>
                    <a:pt x="71451" y="11417"/>
                    <a:pt x="71419" y="11417"/>
                  </a:cubicBezTo>
                  <a:cubicBezTo>
                    <a:pt x="70872" y="11163"/>
                    <a:pt x="70266" y="11122"/>
                    <a:pt x="69700" y="10929"/>
                  </a:cubicBezTo>
                  <a:cubicBezTo>
                    <a:pt x="69295" y="10726"/>
                    <a:pt x="68890" y="10521"/>
                    <a:pt x="68485" y="10318"/>
                  </a:cubicBezTo>
                  <a:cubicBezTo>
                    <a:pt x="67952" y="9940"/>
                    <a:pt x="67347" y="9700"/>
                    <a:pt x="66771" y="9406"/>
                  </a:cubicBezTo>
                  <a:cubicBezTo>
                    <a:pt x="66697" y="9296"/>
                    <a:pt x="66575" y="9261"/>
                    <a:pt x="66464" y="9210"/>
                  </a:cubicBezTo>
                  <a:lnTo>
                    <a:pt x="64554" y="8186"/>
                  </a:lnTo>
                  <a:cubicBezTo>
                    <a:pt x="64505" y="8098"/>
                    <a:pt x="64438" y="8030"/>
                    <a:pt x="64341" y="7997"/>
                  </a:cubicBezTo>
                  <a:lnTo>
                    <a:pt x="64341" y="7995"/>
                  </a:lnTo>
                  <a:cubicBezTo>
                    <a:pt x="64140" y="7862"/>
                    <a:pt x="63938" y="7727"/>
                    <a:pt x="63736" y="7593"/>
                  </a:cubicBezTo>
                  <a:cubicBezTo>
                    <a:pt x="63377" y="7352"/>
                    <a:pt x="63040" y="7066"/>
                    <a:pt x="62654" y="6881"/>
                  </a:cubicBezTo>
                  <a:cubicBezTo>
                    <a:pt x="62244" y="6686"/>
                    <a:pt x="61993" y="6256"/>
                    <a:pt x="61525" y="6165"/>
                  </a:cubicBezTo>
                  <a:lnTo>
                    <a:pt x="61520" y="6167"/>
                  </a:lnTo>
                  <a:cubicBezTo>
                    <a:pt x="61487" y="6132"/>
                    <a:pt x="61453" y="6098"/>
                    <a:pt x="61420" y="6065"/>
                  </a:cubicBezTo>
                  <a:cubicBezTo>
                    <a:pt x="61420" y="6065"/>
                    <a:pt x="61420" y="6063"/>
                    <a:pt x="61420" y="6063"/>
                  </a:cubicBezTo>
                  <a:cubicBezTo>
                    <a:pt x="61355" y="5947"/>
                    <a:pt x="61258" y="5876"/>
                    <a:pt x="61123" y="5860"/>
                  </a:cubicBezTo>
                  <a:cubicBezTo>
                    <a:pt x="61121" y="5860"/>
                    <a:pt x="61121" y="5860"/>
                    <a:pt x="61120" y="5862"/>
                  </a:cubicBezTo>
                  <a:cubicBezTo>
                    <a:pt x="61115" y="5779"/>
                    <a:pt x="61091" y="5707"/>
                    <a:pt x="61008" y="5669"/>
                  </a:cubicBezTo>
                  <a:cubicBezTo>
                    <a:pt x="60810" y="5528"/>
                    <a:pt x="60664" y="5310"/>
                    <a:pt x="60410" y="5247"/>
                  </a:cubicBezTo>
                  <a:cubicBezTo>
                    <a:pt x="60157" y="4932"/>
                    <a:pt x="59850" y="4668"/>
                    <a:pt x="59534" y="4433"/>
                  </a:cubicBezTo>
                  <a:cubicBezTo>
                    <a:pt x="59077" y="4095"/>
                    <a:pt x="58613" y="3772"/>
                    <a:pt x="58185" y="3396"/>
                  </a:cubicBezTo>
                  <a:cubicBezTo>
                    <a:pt x="57823" y="3077"/>
                    <a:pt x="57453" y="2735"/>
                    <a:pt x="57027" y="2529"/>
                  </a:cubicBezTo>
                  <a:cubicBezTo>
                    <a:pt x="56270" y="2158"/>
                    <a:pt x="55659" y="1571"/>
                    <a:pt x="54905" y="1197"/>
                  </a:cubicBezTo>
                  <a:cubicBezTo>
                    <a:pt x="54487" y="989"/>
                    <a:pt x="54084" y="759"/>
                    <a:pt x="53640" y="605"/>
                  </a:cubicBezTo>
                  <a:cubicBezTo>
                    <a:pt x="53218" y="455"/>
                    <a:pt x="52795" y="335"/>
                    <a:pt x="52349" y="254"/>
                  </a:cubicBezTo>
                  <a:cubicBezTo>
                    <a:pt x="51558" y="107"/>
                    <a:pt x="50763" y="41"/>
                    <a:pt x="49966" y="9"/>
                  </a:cubicBezTo>
                  <a:cubicBezTo>
                    <a:pt x="49802" y="3"/>
                    <a:pt x="49639" y="0"/>
                    <a:pt x="49476" y="0"/>
                  </a:cubicBezTo>
                  <a:close/>
                </a:path>
              </a:pathLst>
            </a:custGeom>
            <a:solidFill>
              <a:schemeClr val="dk2"/>
            </a:solidFill>
            <a:ln w="152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43" name="Google Shape;2543;p59"/>
            <p:cNvPicPr preferRelativeResize="0"/>
            <p:nvPr/>
          </p:nvPicPr>
          <p:blipFill rotWithShape="1">
            <a:blip r:embed="rId13">
              <a:alphaModFix/>
            </a:blip>
            <a:srcRect l="18187" t="23287" r="24384" b="24928"/>
            <a:stretch/>
          </p:blipFill>
          <p:spPr>
            <a:xfrm>
              <a:off x="2815625" y="3753900"/>
              <a:ext cx="1684877" cy="874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Kiss List by Slidesgo">
  <a:themeElements>
    <a:clrScheme name="Simple Light">
      <a:dk1>
        <a:srgbClr val="FF294A"/>
      </a:dk1>
      <a:lt1>
        <a:srgbClr val="FAE7EC"/>
      </a:lt1>
      <a:dk2>
        <a:srgbClr val="FFFFFF"/>
      </a:dk2>
      <a:lt2>
        <a:srgbClr val="FFC9DB"/>
      </a:lt2>
      <a:accent1>
        <a:srgbClr val="FF9CBD"/>
      </a:accent1>
      <a:accent2>
        <a:srgbClr val="FF6A8F"/>
      </a:accent2>
      <a:accent3>
        <a:srgbClr val="D12852"/>
      </a:accent3>
      <a:accent4>
        <a:srgbClr val="381A32"/>
      </a:accent4>
      <a:accent5>
        <a:srgbClr val="FFFFFF"/>
      </a:accent5>
      <a:accent6>
        <a:srgbClr val="FFFFFF"/>
      </a:accent6>
      <a:hlink>
        <a:srgbClr val="381A3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230</Words>
  <Application>Microsoft Office PowerPoint</Application>
  <PresentationFormat>On-screen Show (16:9)</PresentationFormat>
  <Paragraphs>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Shrikhand</vt:lpstr>
      <vt:lpstr>Arial</vt:lpstr>
      <vt:lpstr>Manrope Medium</vt:lpstr>
      <vt:lpstr>Kiss List by Slidesgo</vt:lpstr>
      <vt:lpstr>KISS WRAPPED</vt:lpstr>
      <vt:lpstr>3  Afortunados</vt:lpstr>
      <vt:lpstr>2</vt:lpstr>
      <vt:lpstr> timeline</vt:lpstr>
      <vt:lpstr>100% ESPAÑA</vt:lpstr>
      <vt:lpstr> ¿Dónde les conocí?</vt:lpstr>
      <vt:lpstr>EDADES</vt:lpstr>
      <vt:lpstr> ¿Por qué lo hice?</vt:lpstr>
      <vt:lpstr>Ocupación</vt:lpstr>
      <vt:lpstr>3</vt:lpstr>
      <vt:lpstr>Traumitas de este año</vt:lpstr>
      <vt:lpstr>Propósitos</vt:lpstr>
      <vt:lpstr>Mejor sola que  mal acompañada</vt:lpstr>
      <vt:lpstr>GRACIAS!!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KISS WRAPPED</dc:title>
  <cp:lastModifiedBy>Leyre Ruiz de A</cp:lastModifiedBy>
  <cp:revision>4</cp:revision>
  <dcterms:modified xsi:type="dcterms:W3CDTF">2026-01-13T15:54:03Z</dcterms:modified>
</cp:coreProperties>
</file>