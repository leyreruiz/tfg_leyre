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5143500" cx="9144000"/>
  <p:notesSz cx="6858000" cy="9144000"/>
  <p:embeddedFontLst>
    <p:embeddedFont>
      <p:font typeface="Titillium Web"/>
      <p:regular r:id="rId23"/>
      <p:bold r:id="rId24"/>
      <p:italic r:id="rId25"/>
      <p:boldItalic r:id="rId26"/>
    </p:embeddedFont>
    <p:embeddedFont>
      <p:font typeface="Squada One"/>
      <p:regular r:id="rId27"/>
    </p:embeddedFont>
    <p:embeddedFont>
      <p:font typeface="Merriweather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JCGMtFOeNRcoRer+RbcorPnM+5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TitilliumWeb-bold.fntdata"/><Relationship Id="rId23" Type="http://schemas.openxmlformats.org/officeDocument/2006/relationships/font" Target="fonts/TitilliumWeb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TitilliumWeb-boldItalic.fntdata"/><Relationship Id="rId25" Type="http://schemas.openxmlformats.org/officeDocument/2006/relationships/font" Target="fonts/TitilliumWeb-italic.fntdata"/><Relationship Id="rId28" Type="http://schemas.openxmlformats.org/officeDocument/2006/relationships/font" Target="fonts/Merriweather-regular.fntdata"/><Relationship Id="rId27" Type="http://schemas.openxmlformats.org/officeDocument/2006/relationships/font" Target="fonts/SquadaOne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Merriweather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Merriweather-boldItalic.fntdata"/><Relationship Id="rId30" Type="http://schemas.openxmlformats.org/officeDocument/2006/relationships/font" Target="fonts/Merriweather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1. Table of contents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2. Introduction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3. Our company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4. Our team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5. Problem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6. Them vs. us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7. Solution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8. SWOT analysis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9. Product overview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10. Our plans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11. Product demo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12. Traction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13. Case study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14. Reviews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15. Awards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16. Market size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17. Target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18. Competitors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19. Business model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20. Timing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21. Predicted growth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50">
                <a:solidFill>
                  <a:srgbClr val="5F7D96"/>
                </a:solidFill>
              </a:rPr>
              <a:t>22. Investment</a:t>
            </a:r>
            <a:endParaRPr sz="850">
              <a:solidFill>
                <a:srgbClr val="5F7D96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5" name="Google Shape;6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4" name="Google Shape;62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1" name="Google Shape;65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g2a3d49c0b8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g2a3d49c0b8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1" name="Google Shape;6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2a55abf12ae_0_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1" name="Google Shape;681;g2a55abf12a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6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2a55abf12a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8" name="Google Shape;688;g2a55abf12a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2a3d49c0b89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7" name="Google Shape;707;g2a3d49c0b8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4" name="Google Shape;71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2a55abf12ae_0_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9" name="Google Shape;749;g2a55abf12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6" name="Google Shape;75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7" name="Google Shape;7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2a55abf12ae_2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8" name="Google Shape;778;g2a55abf12a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2700006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3"/>
          <p:cNvSpPr txBox="1"/>
          <p:nvPr>
            <p:ph type="ctrTitle"/>
          </p:nvPr>
        </p:nvSpPr>
        <p:spPr>
          <a:xfrm>
            <a:off x="4106275" y="1614800"/>
            <a:ext cx="4314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53"/>
          <p:cNvSpPr txBox="1"/>
          <p:nvPr>
            <p:ph idx="1" type="subTitle"/>
          </p:nvPr>
        </p:nvSpPr>
        <p:spPr>
          <a:xfrm>
            <a:off x="4259613" y="3173025"/>
            <a:ext cx="406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2800"/>
              <a:buNone/>
              <a:defRPr sz="16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53"/>
          <p:cNvGrpSpPr/>
          <p:nvPr/>
        </p:nvGrpSpPr>
        <p:grpSpPr>
          <a:xfrm>
            <a:off x="101981" y="1837129"/>
            <a:ext cx="3748916" cy="3156396"/>
            <a:chOff x="101981" y="1837129"/>
            <a:chExt cx="3748916" cy="3156396"/>
          </a:xfrm>
        </p:grpSpPr>
        <p:sp>
          <p:nvSpPr>
            <p:cNvPr id="12" name="Google Shape;12;p53"/>
            <p:cNvSpPr/>
            <p:nvPr/>
          </p:nvSpPr>
          <p:spPr>
            <a:xfrm flipH="1">
              <a:off x="1384516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53"/>
            <p:cNvSpPr/>
            <p:nvPr/>
          </p:nvSpPr>
          <p:spPr>
            <a:xfrm flipH="1">
              <a:off x="1211339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53"/>
            <p:cNvSpPr/>
            <p:nvPr/>
          </p:nvSpPr>
          <p:spPr>
            <a:xfrm flipH="1">
              <a:off x="895419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53"/>
            <p:cNvSpPr/>
            <p:nvPr/>
          </p:nvSpPr>
          <p:spPr>
            <a:xfrm flipH="1">
              <a:off x="706592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53"/>
            <p:cNvSpPr/>
            <p:nvPr/>
          </p:nvSpPr>
          <p:spPr>
            <a:xfrm flipH="1">
              <a:off x="333349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53"/>
            <p:cNvSpPr/>
            <p:nvPr/>
          </p:nvSpPr>
          <p:spPr>
            <a:xfrm flipH="1">
              <a:off x="895418" y="354260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53"/>
            <p:cNvSpPr/>
            <p:nvPr/>
          </p:nvSpPr>
          <p:spPr>
            <a:xfrm flipH="1">
              <a:off x="502852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53"/>
            <p:cNvSpPr/>
            <p:nvPr/>
          </p:nvSpPr>
          <p:spPr>
            <a:xfrm flipH="1">
              <a:off x="101981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53"/>
            <p:cNvSpPr/>
            <p:nvPr/>
          </p:nvSpPr>
          <p:spPr>
            <a:xfrm flipH="1">
              <a:off x="433541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53"/>
            <p:cNvSpPr/>
            <p:nvPr/>
          </p:nvSpPr>
          <p:spPr>
            <a:xfrm flipH="1">
              <a:off x="117416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53"/>
            <p:cNvSpPr/>
            <p:nvPr/>
          </p:nvSpPr>
          <p:spPr>
            <a:xfrm flipH="1">
              <a:off x="1525616" y="409600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53"/>
            <p:cNvSpPr/>
            <p:nvPr/>
          </p:nvSpPr>
          <p:spPr>
            <a:xfrm flipH="1">
              <a:off x="2131168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53"/>
            <p:cNvSpPr/>
            <p:nvPr/>
          </p:nvSpPr>
          <p:spPr>
            <a:xfrm flipH="1">
              <a:off x="895419" y="409599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53"/>
            <p:cNvSpPr/>
            <p:nvPr/>
          </p:nvSpPr>
          <p:spPr>
            <a:xfrm flipH="1">
              <a:off x="1026803" y="33583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53"/>
            <p:cNvSpPr/>
            <p:nvPr/>
          </p:nvSpPr>
          <p:spPr>
            <a:xfrm flipH="1">
              <a:off x="154022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53"/>
            <p:cNvSpPr/>
            <p:nvPr/>
          </p:nvSpPr>
          <p:spPr>
            <a:xfrm flipH="1">
              <a:off x="117419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53"/>
            <p:cNvSpPr/>
            <p:nvPr/>
          </p:nvSpPr>
          <p:spPr>
            <a:xfrm flipH="1">
              <a:off x="2341919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53"/>
            <p:cNvSpPr/>
            <p:nvPr/>
          </p:nvSpPr>
          <p:spPr>
            <a:xfrm flipH="1">
              <a:off x="1719244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53"/>
            <p:cNvSpPr/>
            <p:nvPr/>
          </p:nvSpPr>
          <p:spPr>
            <a:xfrm flipH="1">
              <a:off x="3366916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53"/>
            <p:cNvSpPr/>
            <p:nvPr/>
          </p:nvSpPr>
          <p:spPr>
            <a:xfrm flipH="1">
              <a:off x="2131166" y="4215788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53"/>
            <p:cNvSpPr/>
            <p:nvPr/>
          </p:nvSpPr>
          <p:spPr>
            <a:xfrm flipH="1">
              <a:off x="518291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53"/>
            <p:cNvSpPr/>
            <p:nvPr/>
          </p:nvSpPr>
          <p:spPr>
            <a:xfrm flipH="1">
              <a:off x="32391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53"/>
            <p:cNvSpPr/>
            <p:nvPr/>
          </p:nvSpPr>
          <p:spPr>
            <a:xfrm flipH="1">
              <a:off x="2149472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53"/>
            <p:cNvSpPr/>
            <p:nvPr/>
          </p:nvSpPr>
          <p:spPr>
            <a:xfrm flipH="1">
              <a:off x="2098472" y="39276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53"/>
            <p:cNvSpPr/>
            <p:nvPr/>
          </p:nvSpPr>
          <p:spPr>
            <a:xfrm flipH="1">
              <a:off x="5703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53"/>
            <p:cNvSpPr/>
            <p:nvPr/>
          </p:nvSpPr>
          <p:spPr>
            <a:xfrm flipH="1">
              <a:off x="690247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53"/>
            <p:cNvSpPr/>
            <p:nvPr/>
          </p:nvSpPr>
          <p:spPr>
            <a:xfrm flipH="1">
              <a:off x="300647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53"/>
            <p:cNvSpPr/>
            <p:nvPr/>
          </p:nvSpPr>
          <p:spPr>
            <a:xfrm flipH="1">
              <a:off x="3818197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53"/>
          <p:cNvGrpSpPr/>
          <p:nvPr/>
        </p:nvGrpSpPr>
        <p:grpSpPr>
          <a:xfrm flipH="1" rot="10800000">
            <a:off x="101981" y="93205"/>
            <a:ext cx="3748916" cy="3156396"/>
            <a:chOff x="101981" y="1837129"/>
            <a:chExt cx="3748916" cy="3156396"/>
          </a:xfrm>
        </p:grpSpPr>
        <p:sp>
          <p:nvSpPr>
            <p:cNvPr id="41" name="Google Shape;41;p53"/>
            <p:cNvSpPr/>
            <p:nvPr/>
          </p:nvSpPr>
          <p:spPr>
            <a:xfrm flipH="1">
              <a:off x="1384516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53"/>
            <p:cNvSpPr/>
            <p:nvPr/>
          </p:nvSpPr>
          <p:spPr>
            <a:xfrm flipH="1">
              <a:off x="1211339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53"/>
            <p:cNvSpPr/>
            <p:nvPr/>
          </p:nvSpPr>
          <p:spPr>
            <a:xfrm flipH="1">
              <a:off x="895419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53"/>
            <p:cNvSpPr/>
            <p:nvPr/>
          </p:nvSpPr>
          <p:spPr>
            <a:xfrm flipH="1">
              <a:off x="706592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53"/>
            <p:cNvSpPr/>
            <p:nvPr/>
          </p:nvSpPr>
          <p:spPr>
            <a:xfrm flipH="1">
              <a:off x="333349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53"/>
            <p:cNvSpPr/>
            <p:nvPr/>
          </p:nvSpPr>
          <p:spPr>
            <a:xfrm flipH="1">
              <a:off x="895418" y="354260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53"/>
            <p:cNvSpPr/>
            <p:nvPr/>
          </p:nvSpPr>
          <p:spPr>
            <a:xfrm flipH="1">
              <a:off x="502852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53"/>
            <p:cNvSpPr/>
            <p:nvPr/>
          </p:nvSpPr>
          <p:spPr>
            <a:xfrm flipH="1">
              <a:off x="101981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53"/>
            <p:cNvSpPr/>
            <p:nvPr/>
          </p:nvSpPr>
          <p:spPr>
            <a:xfrm flipH="1">
              <a:off x="433541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53"/>
            <p:cNvSpPr/>
            <p:nvPr/>
          </p:nvSpPr>
          <p:spPr>
            <a:xfrm flipH="1">
              <a:off x="117416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3"/>
            <p:cNvSpPr/>
            <p:nvPr/>
          </p:nvSpPr>
          <p:spPr>
            <a:xfrm flipH="1">
              <a:off x="1525616" y="409600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53"/>
            <p:cNvSpPr/>
            <p:nvPr/>
          </p:nvSpPr>
          <p:spPr>
            <a:xfrm flipH="1">
              <a:off x="2131168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53"/>
            <p:cNvSpPr/>
            <p:nvPr/>
          </p:nvSpPr>
          <p:spPr>
            <a:xfrm flipH="1">
              <a:off x="895419" y="409599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53"/>
            <p:cNvSpPr/>
            <p:nvPr/>
          </p:nvSpPr>
          <p:spPr>
            <a:xfrm flipH="1">
              <a:off x="1026803" y="33583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53"/>
            <p:cNvSpPr/>
            <p:nvPr/>
          </p:nvSpPr>
          <p:spPr>
            <a:xfrm flipH="1">
              <a:off x="154022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53"/>
            <p:cNvSpPr/>
            <p:nvPr/>
          </p:nvSpPr>
          <p:spPr>
            <a:xfrm flipH="1">
              <a:off x="117419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53"/>
            <p:cNvSpPr/>
            <p:nvPr/>
          </p:nvSpPr>
          <p:spPr>
            <a:xfrm flipH="1">
              <a:off x="2341919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53"/>
            <p:cNvSpPr/>
            <p:nvPr/>
          </p:nvSpPr>
          <p:spPr>
            <a:xfrm flipH="1">
              <a:off x="1719244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53"/>
            <p:cNvSpPr/>
            <p:nvPr/>
          </p:nvSpPr>
          <p:spPr>
            <a:xfrm flipH="1">
              <a:off x="3366916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53"/>
            <p:cNvSpPr/>
            <p:nvPr/>
          </p:nvSpPr>
          <p:spPr>
            <a:xfrm flipH="1">
              <a:off x="2131166" y="4215788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53"/>
            <p:cNvSpPr/>
            <p:nvPr/>
          </p:nvSpPr>
          <p:spPr>
            <a:xfrm flipH="1">
              <a:off x="518291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53"/>
            <p:cNvSpPr/>
            <p:nvPr/>
          </p:nvSpPr>
          <p:spPr>
            <a:xfrm flipH="1">
              <a:off x="32391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53"/>
            <p:cNvSpPr/>
            <p:nvPr/>
          </p:nvSpPr>
          <p:spPr>
            <a:xfrm flipH="1">
              <a:off x="2149472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53"/>
            <p:cNvSpPr/>
            <p:nvPr/>
          </p:nvSpPr>
          <p:spPr>
            <a:xfrm flipH="1">
              <a:off x="2098472" y="39276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53"/>
            <p:cNvSpPr/>
            <p:nvPr/>
          </p:nvSpPr>
          <p:spPr>
            <a:xfrm flipH="1">
              <a:off x="5703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53"/>
            <p:cNvSpPr/>
            <p:nvPr/>
          </p:nvSpPr>
          <p:spPr>
            <a:xfrm flipH="1">
              <a:off x="690247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53"/>
            <p:cNvSpPr/>
            <p:nvPr/>
          </p:nvSpPr>
          <p:spPr>
            <a:xfrm flipH="1">
              <a:off x="300647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53"/>
            <p:cNvSpPr/>
            <p:nvPr/>
          </p:nvSpPr>
          <p:spPr>
            <a:xfrm flipH="1">
              <a:off x="3818197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orient="horz" pos="2900">
          <p15:clr>
            <a:srgbClr val="FA7B17"/>
          </p15:clr>
        </p15:guide>
        <p15:guide id="3" pos="454">
          <p15:clr>
            <a:srgbClr val="FA7B17"/>
          </p15:clr>
        </p15:guide>
        <p15:guide id="4" pos="5306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4"/>
          <p:cNvSpPr txBox="1"/>
          <p:nvPr>
            <p:ph type="title"/>
          </p:nvPr>
        </p:nvSpPr>
        <p:spPr>
          <a:xfrm>
            <a:off x="720000" y="1412950"/>
            <a:ext cx="3590700" cy="10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1" name="Google Shape;71;p54"/>
          <p:cNvSpPr txBox="1"/>
          <p:nvPr>
            <p:ph idx="1" type="subTitle"/>
          </p:nvPr>
        </p:nvSpPr>
        <p:spPr>
          <a:xfrm>
            <a:off x="720000" y="2881225"/>
            <a:ext cx="37755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2" name="Google Shape;72;p54"/>
          <p:cNvSpPr/>
          <p:nvPr/>
        </p:nvSpPr>
        <p:spPr>
          <a:xfrm>
            <a:off x="4781100" y="883200"/>
            <a:ext cx="3377100" cy="33771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4"/>
          <p:cNvSpPr/>
          <p:nvPr/>
        </p:nvSpPr>
        <p:spPr>
          <a:xfrm>
            <a:off x="8075" y="2592175"/>
            <a:ext cx="4773025" cy="191600"/>
          </a:xfrm>
          <a:custGeom>
            <a:rect b="b" l="l" r="r" t="t"/>
            <a:pathLst>
              <a:path extrusionOk="0" h="7664" w="190921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190921" y="97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76" name="Google Shape;76;p55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1350003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6"/>
          <p:cNvSpPr txBox="1"/>
          <p:nvPr>
            <p:ph type="title"/>
          </p:nvPr>
        </p:nvSpPr>
        <p:spPr>
          <a:xfrm>
            <a:off x="4782363" y="1766350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79" name="Google Shape;79;p56"/>
          <p:cNvSpPr txBox="1"/>
          <p:nvPr>
            <p:ph idx="1" type="subTitle"/>
          </p:nvPr>
        </p:nvSpPr>
        <p:spPr>
          <a:xfrm>
            <a:off x="6187075" y="176635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0" name="Google Shape;80;p56"/>
          <p:cNvSpPr txBox="1"/>
          <p:nvPr>
            <p:ph idx="2" type="subTitle"/>
          </p:nvPr>
        </p:nvSpPr>
        <p:spPr>
          <a:xfrm>
            <a:off x="6187075" y="210187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81" name="Google Shape;81;p56"/>
          <p:cNvSpPr txBox="1"/>
          <p:nvPr>
            <p:ph idx="3" type="title"/>
          </p:nvPr>
        </p:nvSpPr>
        <p:spPr>
          <a:xfrm>
            <a:off x="4782363" y="3417300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82" name="Google Shape;82;p56"/>
          <p:cNvSpPr txBox="1"/>
          <p:nvPr>
            <p:ph idx="4" type="subTitle"/>
          </p:nvPr>
        </p:nvSpPr>
        <p:spPr>
          <a:xfrm>
            <a:off x="6187075" y="34173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3" name="Google Shape;83;p56"/>
          <p:cNvSpPr txBox="1"/>
          <p:nvPr>
            <p:ph idx="5" type="subTitle"/>
          </p:nvPr>
        </p:nvSpPr>
        <p:spPr>
          <a:xfrm>
            <a:off x="6187075" y="375282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84" name="Google Shape;84;p56"/>
          <p:cNvSpPr txBox="1"/>
          <p:nvPr>
            <p:ph idx="6" type="title"/>
          </p:nvPr>
        </p:nvSpPr>
        <p:spPr>
          <a:xfrm>
            <a:off x="3068313" y="1766350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85" name="Google Shape;85;p56"/>
          <p:cNvSpPr txBox="1"/>
          <p:nvPr>
            <p:ph idx="7" type="title"/>
          </p:nvPr>
        </p:nvSpPr>
        <p:spPr>
          <a:xfrm>
            <a:off x="3068313" y="3417300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86" name="Google Shape;86;p56"/>
          <p:cNvSpPr txBox="1"/>
          <p:nvPr>
            <p:ph idx="8" type="subTitle"/>
          </p:nvPr>
        </p:nvSpPr>
        <p:spPr>
          <a:xfrm>
            <a:off x="720000" y="176635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7" name="Google Shape;87;p56"/>
          <p:cNvSpPr txBox="1"/>
          <p:nvPr>
            <p:ph idx="9" type="subTitle"/>
          </p:nvPr>
        </p:nvSpPr>
        <p:spPr>
          <a:xfrm>
            <a:off x="720000" y="210187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88" name="Google Shape;88;p56"/>
          <p:cNvSpPr txBox="1"/>
          <p:nvPr>
            <p:ph idx="13" type="subTitle"/>
          </p:nvPr>
        </p:nvSpPr>
        <p:spPr>
          <a:xfrm>
            <a:off x="720000" y="34173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89" name="Google Shape;89;p56"/>
          <p:cNvSpPr txBox="1"/>
          <p:nvPr>
            <p:ph idx="14" type="subTitle"/>
          </p:nvPr>
        </p:nvSpPr>
        <p:spPr>
          <a:xfrm>
            <a:off x="720000" y="375282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90" name="Google Shape;90;p56"/>
          <p:cNvSpPr txBox="1"/>
          <p:nvPr>
            <p:ph idx="15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grpSp>
        <p:nvGrpSpPr>
          <p:cNvPr id="91" name="Google Shape;91;p56"/>
          <p:cNvGrpSpPr/>
          <p:nvPr/>
        </p:nvGrpSpPr>
        <p:grpSpPr>
          <a:xfrm>
            <a:off x="5907766" y="88094"/>
            <a:ext cx="3156396" cy="3748916"/>
            <a:chOff x="5907766" y="88094"/>
            <a:chExt cx="3156396" cy="3748916"/>
          </a:xfrm>
        </p:grpSpPr>
        <p:sp>
          <p:nvSpPr>
            <p:cNvPr id="92" name="Google Shape;92;p56"/>
            <p:cNvSpPr/>
            <p:nvPr/>
          </p:nvSpPr>
          <p:spPr>
            <a:xfrm rot="-5400000">
              <a:off x="8778094" y="1370628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56"/>
            <p:cNvSpPr/>
            <p:nvPr/>
          </p:nvSpPr>
          <p:spPr>
            <a:xfrm rot="-5400000">
              <a:off x="8639490" y="119745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56"/>
            <p:cNvSpPr/>
            <p:nvPr/>
          </p:nvSpPr>
          <p:spPr>
            <a:xfrm rot="-5400000">
              <a:off x="8994857" y="8815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56"/>
            <p:cNvSpPr/>
            <p:nvPr/>
          </p:nvSpPr>
          <p:spPr>
            <a:xfrm rot="-5400000">
              <a:off x="8386629" y="69270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56"/>
            <p:cNvSpPr/>
            <p:nvPr/>
          </p:nvSpPr>
          <p:spPr>
            <a:xfrm rot="-5400000">
              <a:off x="8794456" y="319462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56"/>
            <p:cNvSpPr/>
            <p:nvPr/>
          </p:nvSpPr>
          <p:spPr>
            <a:xfrm rot="-5400000">
              <a:off x="7613237" y="881531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56"/>
            <p:cNvSpPr/>
            <p:nvPr/>
          </p:nvSpPr>
          <p:spPr>
            <a:xfrm rot="-5400000">
              <a:off x="7266137" y="488965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56"/>
            <p:cNvSpPr/>
            <p:nvPr/>
          </p:nvSpPr>
          <p:spPr>
            <a:xfrm rot="-5400000">
              <a:off x="8286427" y="88094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56"/>
            <p:cNvSpPr/>
            <p:nvPr/>
          </p:nvSpPr>
          <p:spPr>
            <a:xfrm rot="-5400000">
              <a:off x="7791894" y="419654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56"/>
            <p:cNvSpPr/>
            <p:nvPr/>
          </p:nvSpPr>
          <p:spPr>
            <a:xfrm rot="-5400000">
              <a:off x="8994850" y="103529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56"/>
            <p:cNvSpPr/>
            <p:nvPr/>
          </p:nvSpPr>
          <p:spPr>
            <a:xfrm rot="-5400000">
              <a:off x="8994862" y="2117281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56"/>
            <p:cNvSpPr/>
            <p:nvPr/>
          </p:nvSpPr>
          <p:spPr>
            <a:xfrm rot="-5400000">
              <a:off x="8166632" y="8815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56"/>
            <p:cNvSpPr/>
            <p:nvPr/>
          </p:nvSpPr>
          <p:spPr>
            <a:xfrm rot="-5400000">
              <a:off x="7428994" y="1012916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56"/>
            <p:cNvSpPr/>
            <p:nvPr/>
          </p:nvSpPr>
          <p:spPr>
            <a:xfrm rot="-5400000">
              <a:off x="6896466" y="140135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56"/>
            <p:cNvSpPr/>
            <p:nvPr/>
          </p:nvSpPr>
          <p:spPr>
            <a:xfrm rot="-5400000">
              <a:off x="7529182" y="1035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56"/>
            <p:cNvSpPr/>
            <p:nvPr/>
          </p:nvSpPr>
          <p:spPr>
            <a:xfrm rot="-5400000">
              <a:off x="8809907" y="23280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56"/>
            <p:cNvSpPr/>
            <p:nvPr/>
          </p:nvSpPr>
          <p:spPr>
            <a:xfrm rot="-5400000">
              <a:off x="8639482" y="17053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56"/>
            <p:cNvSpPr/>
            <p:nvPr/>
          </p:nvSpPr>
          <p:spPr>
            <a:xfrm rot="-5400000">
              <a:off x="8894650" y="3353029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56"/>
            <p:cNvSpPr/>
            <p:nvPr/>
          </p:nvSpPr>
          <p:spPr>
            <a:xfrm rot="-5400000">
              <a:off x="6208569" y="504404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56"/>
            <p:cNvSpPr/>
            <p:nvPr/>
          </p:nvSpPr>
          <p:spPr>
            <a:xfrm rot="-5400000">
              <a:off x="8778091" y="322526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56"/>
            <p:cNvSpPr/>
            <p:nvPr/>
          </p:nvSpPr>
          <p:spPr>
            <a:xfrm rot="-5400000">
              <a:off x="8811841" y="2135585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56"/>
            <p:cNvSpPr/>
            <p:nvPr/>
          </p:nvSpPr>
          <p:spPr>
            <a:xfrm rot="-5400000">
              <a:off x="8778091" y="55646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56"/>
            <p:cNvSpPr/>
            <p:nvPr/>
          </p:nvSpPr>
          <p:spPr>
            <a:xfrm rot="-5400000">
              <a:off x="7131391" y="67636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56"/>
            <p:cNvSpPr/>
            <p:nvPr/>
          </p:nvSpPr>
          <p:spPr>
            <a:xfrm rot="-5400000">
              <a:off x="5907766" y="28676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56"/>
            <p:cNvSpPr/>
            <p:nvPr/>
          </p:nvSpPr>
          <p:spPr>
            <a:xfrm rot="-5400000">
              <a:off x="9013166" y="380431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" name="Google Shape;117;p56"/>
          <p:cNvSpPr/>
          <p:nvPr/>
        </p:nvSpPr>
        <p:spPr>
          <a:xfrm rot="-5400000">
            <a:off x="8001616" y="1470835"/>
            <a:ext cx="32700" cy="327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8" name="Google Shape;118;p56"/>
          <p:cNvGrpSpPr/>
          <p:nvPr/>
        </p:nvGrpSpPr>
        <p:grpSpPr>
          <a:xfrm rot="-5400000">
            <a:off x="5097341" y="103535"/>
            <a:ext cx="185859" cy="197069"/>
            <a:chOff x="8778091" y="3225260"/>
            <a:chExt cx="185859" cy="197069"/>
          </a:xfrm>
        </p:grpSpPr>
        <p:sp>
          <p:nvSpPr>
            <p:cNvPr id="119" name="Google Shape;119;p56"/>
            <p:cNvSpPr/>
            <p:nvPr/>
          </p:nvSpPr>
          <p:spPr>
            <a:xfrm rot="-5400000">
              <a:off x="8894650" y="3353029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56"/>
            <p:cNvSpPr/>
            <p:nvPr/>
          </p:nvSpPr>
          <p:spPr>
            <a:xfrm rot="-5400000">
              <a:off x="8778091" y="3225260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1" name="Google Shape;121;p56"/>
          <p:cNvSpPr/>
          <p:nvPr/>
        </p:nvSpPr>
        <p:spPr>
          <a:xfrm rot="10800000">
            <a:off x="4555648" y="109149"/>
            <a:ext cx="32700" cy="327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6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57"/>
          <p:cNvSpPr txBox="1"/>
          <p:nvPr>
            <p:ph type="title"/>
          </p:nvPr>
        </p:nvSpPr>
        <p:spPr>
          <a:xfrm>
            <a:off x="4450450" y="1841288"/>
            <a:ext cx="25497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5" name="Google Shape;125;p57"/>
          <p:cNvSpPr/>
          <p:nvPr/>
        </p:nvSpPr>
        <p:spPr>
          <a:xfrm flipH="1" rot="-5400000">
            <a:off x="190897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126" name="Google Shape;126;p57"/>
          <p:cNvSpPr/>
          <p:nvPr/>
        </p:nvSpPr>
        <p:spPr>
          <a:xfrm rot="-5400000">
            <a:off x="190897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127" name="Google Shape;127;p57"/>
          <p:cNvCxnSpPr/>
          <p:nvPr/>
        </p:nvCxnSpPr>
        <p:spPr>
          <a:xfrm rot="5400000">
            <a:off x="-2220322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128" name="Google Shape;128;p57"/>
          <p:cNvCxnSpPr/>
          <p:nvPr/>
        </p:nvCxnSpPr>
        <p:spPr>
          <a:xfrm flipH="1" rot="-5400000">
            <a:off x="1264703" y="1662455"/>
            <a:ext cx="6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129" name="Google Shape;129;p57"/>
          <p:cNvGrpSpPr/>
          <p:nvPr/>
        </p:nvGrpSpPr>
        <p:grpSpPr>
          <a:xfrm flipH="1">
            <a:off x="95105" y="1912429"/>
            <a:ext cx="3748916" cy="3156396"/>
            <a:chOff x="5279706" y="1837129"/>
            <a:chExt cx="3748916" cy="3156396"/>
          </a:xfrm>
        </p:grpSpPr>
        <p:sp>
          <p:nvSpPr>
            <p:cNvPr id="130" name="Google Shape;130;p57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57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57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57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57"/>
            <p:cNvSpPr/>
            <p:nvPr/>
          </p:nvSpPr>
          <p:spPr>
            <a:xfrm>
              <a:off x="8704455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57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57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57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57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57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57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57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57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57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57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57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57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57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57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57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57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57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2" name="Google Shape;152;p57"/>
          <p:cNvGrpSpPr/>
          <p:nvPr/>
        </p:nvGrpSpPr>
        <p:grpSpPr>
          <a:xfrm flipH="1" rot="10800000">
            <a:off x="5317381" y="81630"/>
            <a:ext cx="3748916" cy="3156396"/>
            <a:chOff x="5279706" y="1837129"/>
            <a:chExt cx="3748916" cy="3156396"/>
          </a:xfrm>
        </p:grpSpPr>
        <p:sp>
          <p:nvSpPr>
            <p:cNvPr id="153" name="Google Shape;153;p57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57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57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57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57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57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57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57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57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57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57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57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57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57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57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57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57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57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57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57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57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57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" name="Google Shape;175;p57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5000">
                <a:solidFill>
                  <a:srgbClr val="775EF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12000"/>
              <a:buNone/>
              <a:defRPr sz="12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176" name="Google Shape;176;p57"/>
          <p:cNvSpPr txBox="1"/>
          <p:nvPr>
            <p:ph idx="3" type="title"/>
          </p:nvPr>
        </p:nvSpPr>
        <p:spPr>
          <a:xfrm>
            <a:off x="4450450" y="2643713"/>
            <a:ext cx="2549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58"/>
          <p:cNvSpPr txBox="1"/>
          <p:nvPr>
            <p:ph idx="1" type="subTitle"/>
          </p:nvPr>
        </p:nvSpPr>
        <p:spPr>
          <a:xfrm>
            <a:off x="720000" y="3182775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79" name="Google Shape;179;p58"/>
          <p:cNvSpPr txBox="1"/>
          <p:nvPr>
            <p:ph idx="2" type="subTitle"/>
          </p:nvPr>
        </p:nvSpPr>
        <p:spPr>
          <a:xfrm>
            <a:off x="720000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80" name="Google Shape;180;p5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81" name="Google Shape;181;p58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182" name="Google Shape;182;p58"/>
          <p:cNvSpPr txBox="1"/>
          <p:nvPr>
            <p:ph idx="3" type="subTitle"/>
          </p:nvPr>
        </p:nvSpPr>
        <p:spPr>
          <a:xfrm>
            <a:off x="2679830" y="3182775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83" name="Google Shape;183;p58"/>
          <p:cNvSpPr txBox="1"/>
          <p:nvPr>
            <p:ph idx="4" type="subTitle"/>
          </p:nvPr>
        </p:nvSpPr>
        <p:spPr>
          <a:xfrm>
            <a:off x="2679832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84" name="Google Shape;184;p58"/>
          <p:cNvSpPr txBox="1"/>
          <p:nvPr>
            <p:ph idx="5" type="subTitle"/>
          </p:nvPr>
        </p:nvSpPr>
        <p:spPr>
          <a:xfrm>
            <a:off x="4639659" y="3182775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85" name="Google Shape;185;p58"/>
          <p:cNvSpPr txBox="1"/>
          <p:nvPr>
            <p:ph idx="6" type="subTitle"/>
          </p:nvPr>
        </p:nvSpPr>
        <p:spPr>
          <a:xfrm>
            <a:off x="4639665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86" name="Google Shape;186;p58"/>
          <p:cNvSpPr txBox="1"/>
          <p:nvPr>
            <p:ph idx="7" type="subTitle"/>
          </p:nvPr>
        </p:nvSpPr>
        <p:spPr>
          <a:xfrm>
            <a:off x="6599489" y="3182775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87" name="Google Shape;187;p58"/>
          <p:cNvSpPr txBox="1"/>
          <p:nvPr>
            <p:ph idx="8" type="subTitle"/>
          </p:nvPr>
        </p:nvSpPr>
        <p:spPr>
          <a:xfrm>
            <a:off x="6599497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88" name="Google Shape;188;p58"/>
          <p:cNvSpPr txBox="1"/>
          <p:nvPr>
            <p:ph idx="9" type="subTitle"/>
          </p:nvPr>
        </p:nvSpPr>
        <p:spPr>
          <a:xfrm>
            <a:off x="720000" y="2009888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Squada One"/>
              <a:buNone/>
              <a:defRPr sz="35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89" name="Google Shape;189;p58"/>
          <p:cNvSpPr txBox="1"/>
          <p:nvPr>
            <p:ph idx="13" type="subTitle"/>
          </p:nvPr>
        </p:nvSpPr>
        <p:spPr>
          <a:xfrm>
            <a:off x="2679830" y="2009888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Squada One"/>
              <a:buNone/>
              <a:defRPr sz="35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90" name="Google Shape;190;p58"/>
          <p:cNvSpPr txBox="1"/>
          <p:nvPr>
            <p:ph idx="14" type="subTitle"/>
          </p:nvPr>
        </p:nvSpPr>
        <p:spPr>
          <a:xfrm>
            <a:off x="4639659" y="2009888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Squada One"/>
              <a:buNone/>
              <a:defRPr sz="35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91" name="Google Shape;191;p58"/>
          <p:cNvSpPr txBox="1"/>
          <p:nvPr>
            <p:ph idx="15" type="subTitle"/>
          </p:nvPr>
        </p:nvSpPr>
        <p:spPr>
          <a:xfrm>
            <a:off x="6599489" y="2009888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500"/>
              <a:buFont typeface="Squada One"/>
              <a:buNone/>
              <a:defRPr sz="35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4" name="Google Shape;194;p59"/>
          <p:cNvSpPr txBox="1"/>
          <p:nvPr>
            <p:ph idx="1" type="subTitle"/>
          </p:nvPr>
        </p:nvSpPr>
        <p:spPr>
          <a:xfrm>
            <a:off x="4537650" y="2010250"/>
            <a:ext cx="388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95" name="Google Shape;195;p59"/>
          <p:cNvSpPr txBox="1"/>
          <p:nvPr>
            <p:ph idx="2" type="subTitle"/>
          </p:nvPr>
        </p:nvSpPr>
        <p:spPr>
          <a:xfrm>
            <a:off x="720000" y="3661263"/>
            <a:ext cx="38862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196" name="Google Shape;196;p59"/>
          <p:cNvSpPr txBox="1"/>
          <p:nvPr>
            <p:ph idx="3" type="title"/>
          </p:nvPr>
        </p:nvSpPr>
        <p:spPr>
          <a:xfrm>
            <a:off x="2311350" y="1766350"/>
            <a:ext cx="17691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97" name="Google Shape;197;p59"/>
          <p:cNvSpPr txBox="1"/>
          <p:nvPr>
            <p:ph idx="4" type="title"/>
          </p:nvPr>
        </p:nvSpPr>
        <p:spPr>
          <a:xfrm>
            <a:off x="5063400" y="3417375"/>
            <a:ext cx="176910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5000"/>
              <a:buNone/>
              <a:defRPr sz="5000"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198" name="Google Shape;198;p59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8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0"/>
          <p:cNvSpPr txBox="1"/>
          <p:nvPr>
            <p:ph type="title"/>
          </p:nvPr>
        </p:nvSpPr>
        <p:spPr>
          <a:xfrm>
            <a:off x="2271850" y="1208325"/>
            <a:ext cx="4591500" cy="222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20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1" name="Google Shape;201;p60"/>
          <p:cNvSpPr txBox="1"/>
          <p:nvPr>
            <p:ph idx="1" type="subTitle"/>
          </p:nvPr>
        </p:nvSpPr>
        <p:spPr>
          <a:xfrm>
            <a:off x="2173700" y="3582975"/>
            <a:ext cx="4805400" cy="35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00"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02" name="Google Shape;202;p60"/>
          <p:cNvSpPr/>
          <p:nvPr/>
        </p:nvSpPr>
        <p:spPr>
          <a:xfrm flipH="1" rot="5400000">
            <a:off x="6679769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203" name="Google Shape;203;p60"/>
          <p:cNvSpPr/>
          <p:nvPr/>
        </p:nvSpPr>
        <p:spPr>
          <a:xfrm rot="5400000">
            <a:off x="6679769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204" name="Google Shape;204;p60"/>
          <p:cNvCxnSpPr/>
          <p:nvPr/>
        </p:nvCxnSpPr>
        <p:spPr>
          <a:xfrm flipH="1" rot="5400000">
            <a:off x="7896100" y="1662731"/>
            <a:ext cx="6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205" name="Google Shape;205;p60"/>
          <p:cNvGrpSpPr/>
          <p:nvPr/>
        </p:nvGrpSpPr>
        <p:grpSpPr>
          <a:xfrm flipH="1">
            <a:off x="82530" y="1916411"/>
            <a:ext cx="3748916" cy="3156396"/>
            <a:chOff x="5279706" y="1837129"/>
            <a:chExt cx="3748916" cy="3156396"/>
          </a:xfrm>
        </p:grpSpPr>
        <p:sp>
          <p:nvSpPr>
            <p:cNvPr id="206" name="Google Shape;206;p60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60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60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60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60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60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60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60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4" name="Google Shape;214;p60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60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60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60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60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60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60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60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60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60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0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0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0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0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8" name="Google Shape;228;p60"/>
          <p:cNvSpPr/>
          <p:nvPr/>
        </p:nvSpPr>
        <p:spPr>
          <a:xfrm rot="-5400000">
            <a:off x="156369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229" name="Google Shape;229;p60"/>
          <p:cNvSpPr/>
          <p:nvPr/>
        </p:nvSpPr>
        <p:spPr>
          <a:xfrm flipH="1" rot="-5400000">
            <a:off x="156369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230" name="Google Shape;230;p60"/>
          <p:cNvCxnSpPr/>
          <p:nvPr/>
        </p:nvCxnSpPr>
        <p:spPr>
          <a:xfrm rot="-5400000">
            <a:off x="1230175" y="1662731"/>
            <a:ext cx="6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231" name="Google Shape;231;p60"/>
          <p:cNvGrpSpPr/>
          <p:nvPr/>
        </p:nvGrpSpPr>
        <p:grpSpPr>
          <a:xfrm flipH="1" rot="10800000">
            <a:off x="5317381" y="71062"/>
            <a:ext cx="3748916" cy="3156396"/>
            <a:chOff x="5279706" y="1837129"/>
            <a:chExt cx="3748916" cy="3156396"/>
          </a:xfrm>
        </p:grpSpPr>
        <p:sp>
          <p:nvSpPr>
            <p:cNvPr id="232" name="Google Shape;232;p60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0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0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0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0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0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0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0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0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0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0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0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0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0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0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0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0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0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0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0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0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60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54" name="Google Shape;254;p60"/>
          <p:cNvCxnSpPr/>
          <p:nvPr/>
        </p:nvCxnSpPr>
        <p:spPr>
          <a:xfrm rot="5400000">
            <a:off x="6210625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255" name="Google Shape;255;p60"/>
          <p:cNvCxnSpPr/>
          <p:nvPr/>
        </p:nvCxnSpPr>
        <p:spPr>
          <a:xfrm rot="5400000">
            <a:off x="-2254850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18900044" scaled="0"/>
        </a:gra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8" name="Google Shape;258;p61"/>
          <p:cNvSpPr txBox="1"/>
          <p:nvPr>
            <p:ph idx="1" type="subTitle"/>
          </p:nvPr>
        </p:nvSpPr>
        <p:spPr>
          <a:xfrm>
            <a:off x="1407125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59" name="Google Shape;259;p61"/>
          <p:cNvSpPr txBox="1"/>
          <p:nvPr>
            <p:ph idx="2" type="subTitle"/>
          </p:nvPr>
        </p:nvSpPr>
        <p:spPr>
          <a:xfrm>
            <a:off x="1407125" y="37530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60" name="Google Shape;260;p61"/>
          <p:cNvSpPr txBox="1"/>
          <p:nvPr>
            <p:ph idx="3" type="subTitle"/>
          </p:nvPr>
        </p:nvSpPr>
        <p:spPr>
          <a:xfrm>
            <a:off x="536925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61" name="Google Shape;261;p61"/>
          <p:cNvSpPr txBox="1"/>
          <p:nvPr>
            <p:ph idx="4" type="subTitle"/>
          </p:nvPr>
        </p:nvSpPr>
        <p:spPr>
          <a:xfrm>
            <a:off x="5369250" y="37530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62" name="Google Shape;262;p61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5" name="Google Shape;265;p62"/>
          <p:cNvSpPr txBox="1"/>
          <p:nvPr>
            <p:ph idx="1" type="body"/>
          </p:nvPr>
        </p:nvSpPr>
        <p:spPr>
          <a:xfrm>
            <a:off x="720000" y="1518000"/>
            <a:ext cx="4085400" cy="30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800"/>
              <a:buFont typeface="Oswald"/>
              <a:buChar char="●"/>
              <a:defRPr>
                <a:solidFill>
                  <a:srgbClr val="8E8BD8"/>
                </a:solidFill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○"/>
              <a:defRPr>
                <a:solidFill>
                  <a:srgbClr val="8E8BD8"/>
                </a:solidFill>
              </a:defRPr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■"/>
              <a:defRPr>
                <a:solidFill>
                  <a:srgbClr val="8E8BD8"/>
                </a:solidFill>
              </a:defRPr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●"/>
              <a:defRPr>
                <a:solidFill>
                  <a:srgbClr val="8E8BD8"/>
                </a:solidFill>
              </a:defRPr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○"/>
              <a:defRPr>
                <a:solidFill>
                  <a:srgbClr val="8E8BD8"/>
                </a:solidFill>
              </a:defRPr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■"/>
              <a:defRPr>
                <a:solidFill>
                  <a:srgbClr val="8E8BD8"/>
                </a:solidFill>
              </a:defRPr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●"/>
              <a:defRPr>
                <a:solidFill>
                  <a:srgbClr val="8E8BD8"/>
                </a:solidFill>
              </a:defRPr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400"/>
              <a:buFont typeface="Oswald"/>
              <a:buChar char="○"/>
              <a:defRPr>
                <a:solidFill>
                  <a:srgbClr val="8E8BD8"/>
                </a:solidFill>
              </a:defRPr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400"/>
              <a:buFont typeface="Oswald"/>
              <a:buChar char="■"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266" name="Google Shape;266;p62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4_2"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6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69" name="Google Shape;269;p63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270" name="Google Shape;270;p63"/>
          <p:cNvSpPr txBox="1"/>
          <p:nvPr>
            <p:ph idx="2" type="title"/>
          </p:nvPr>
        </p:nvSpPr>
        <p:spPr>
          <a:xfrm>
            <a:off x="720004" y="1900150"/>
            <a:ext cx="22368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271" name="Google Shape;271;p63"/>
          <p:cNvSpPr txBox="1"/>
          <p:nvPr>
            <p:ph idx="1" type="subTitle"/>
          </p:nvPr>
        </p:nvSpPr>
        <p:spPr>
          <a:xfrm>
            <a:off x="720000" y="34174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0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72" name="Google Shape;272;p63"/>
          <p:cNvSpPr txBox="1"/>
          <p:nvPr>
            <p:ph idx="3" type="subTitle"/>
          </p:nvPr>
        </p:nvSpPr>
        <p:spPr>
          <a:xfrm>
            <a:off x="720000" y="3905400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273" name="Google Shape;273;p63"/>
          <p:cNvSpPr txBox="1"/>
          <p:nvPr>
            <p:ph idx="4" type="title"/>
          </p:nvPr>
        </p:nvSpPr>
        <p:spPr>
          <a:xfrm>
            <a:off x="6187204" y="1900150"/>
            <a:ext cx="22368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274" name="Google Shape;274;p63"/>
          <p:cNvSpPr txBox="1"/>
          <p:nvPr>
            <p:ph idx="5" type="subTitle"/>
          </p:nvPr>
        </p:nvSpPr>
        <p:spPr>
          <a:xfrm>
            <a:off x="6187200" y="34174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0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75" name="Google Shape;275;p63"/>
          <p:cNvSpPr txBox="1"/>
          <p:nvPr>
            <p:ph idx="6" type="subTitle"/>
          </p:nvPr>
        </p:nvSpPr>
        <p:spPr>
          <a:xfrm>
            <a:off x="6187200" y="3905400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TITLE_AND_TWO_COLUMNS_1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18900044" scaled="0"/>
        </a:gra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6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78" name="Google Shape;278;p64"/>
          <p:cNvSpPr txBox="1"/>
          <p:nvPr>
            <p:ph idx="1" type="subTitle"/>
          </p:nvPr>
        </p:nvSpPr>
        <p:spPr>
          <a:xfrm>
            <a:off x="72000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79" name="Google Shape;279;p64"/>
          <p:cNvSpPr txBox="1"/>
          <p:nvPr>
            <p:ph idx="2" type="subTitle"/>
          </p:nvPr>
        </p:nvSpPr>
        <p:spPr>
          <a:xfrm>
            <a:off x="720000" y="36006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80" name="Google Shape;280;p64"/>
          <p:cNvSpPr txBox="1"/>
          <p:nvPr>
            <p:ph idx="3" type="subTitle"/>
          </p:nvPr>
        </p:nvSpPr>
        <p:spPr>
          <a:xfrm>
            <a:off x="336975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81" name="Google Shape;281;p64"/>
          <p:cNvSpPr txBox="1"/>
          <p:nvPr>
            <p:ph idx="4" type="subTitle"/>
          </p:nvPr>
        </p:nvSpPr>
        <p:spPr>
          <a:xfrm>
            <a:off x="3369750" y="36006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82" name="Google Shape;282;p64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283" name="Google Shape;283;p64"/>
          <p:cNvSpPr txBox="1"/>
          <p:nvPr>
            <p:ph idx="5" type="subTitle"/>
          </p:nvPr>
        </p:nvSpPr>
        <p:spPr>
          <a:xfrm>
            <a:off x="601950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284" name="Google Shape;284;p64"/>
          <p:cNvSpPr txBox="1"/>
          <p:nvPr>
            <p:ph idx="6" type="subTitle"/>
          </p:nvPr>
        </p:nvSpPr>
        <p:spPr>
          <a:xfrm>
            <a:off x="6019500" y="36006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6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7" name="Google Shape;287;p65"/>
          <p:cNvSpPr txBox="1"/>
          <p:nvPr>
            <p:ph idx="1" type="body"/>
          </p:nvPr>
        </p:nvSpPr>
        <p:spPr>
          <a:xfrm>
            <a:off x="720000" y="1212950"/>
            <a:ext cx="7704000" cy="33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Livvic"/>
              <a:buAutoNum type="arabicPeriod"/>
              <a:defRPr sz="1200">
                <a:solidFill>
                  <a:srgbClr val="8E8BD8"/>
                </a:solidFill>
              </a:defRPr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alphaLcPeriod"/>
              <a:defRPr>
                <a:solidFill>
                  <a:srgbClr val="8E8BD8"/>
                </a:solidFill>
              </a:defRPr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romanLcPeriod"/>
              <a:defRPr>
                <a:solidFill>
                  <a:srgbClr val="8E8BD8"/>
                </a:solidFill>
              </a:defRPr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arabicPeriod"/>
              <a:defRPr>
                <a:solidFill>
                  <a:srgbClr val="8E8BD8"/>
                </a:solidFill>
              </a:defRPr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alphaLcPeriod"/>
              <a:defRPr>
                <a:solidFill>
                  <a:srgbClr val="8E8BD8"/>
                </a:solidFill>
              </a:defRPr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romanLcPeriod"/>
              <a:defRPr>
                <a:solidFill>
                  <a:srgbClr val="8E8BD8"/>
                </a:solidFill>
              </a:defRPr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arabicPeriod"/>
              <a:defRPr>
                <a:solidFill>
                  <a:srgbClr val="8E8BD8"/>
                </a:solidFill>
              </a:defRPr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alphaLcPeriod"/>
              <a:defRPr>
                <a:solidFill>
                  <a:srgbClr val="8E8BD8"/>
                </a:solidFill>
              </a:defRPr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200"/>
              <a:buFont typeface="Roboto Condensed Light"/>
              <a:buAutoNum type="romanLcPeriod"/>
              <a:defRPr>
                <a:solidFill>
                  <a:srgbClr val="8E8BD8"/>
                </a:solidFill>
              </a:defRPr>
            </a:lvl9pPr>
          </a:lstStyle>
          <a:p/>
        </p:txBody>
      </p:sp>
      <p:grpSp>
        <p:nvGrpSpPr>
          <p:cNvPr id="288" name="Google Shape;288;p65"/>
          <p:cNvGrpSpPr/>
          <p:nvPr/>
        </p:nvGrpSpPr>
        <p:grpSpPr>
          <a:xfrm>
            <a:off x="5279706" y="1837129"/>
            <a:ext cx="3748916" cy="3156396"/>
            <a:chOff x="5279706" y="1837129"/>
            <a:chExt cx="3748916" cy="3156396"/>
          </a:xfrm>
        </p:grpSpPr>
        <p:sp>
          <p:nvSpPr>
            <p:cNvPr id="289" name="Google Shape;289;p65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65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65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65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65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65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65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65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7" name="Google Shape;297;p65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8" name="Google Shape;298;p65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9" name="Google Shape;299;p65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65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1" name="Google Shape;301;p65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2" name="Google Shape;302;p65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3" name="Google Shape;303;p65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65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65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65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65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65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65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65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2"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6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13" name="Google Shape;313;p66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14" name="Google Shape;314;p66"/>
          <p:cNvSpPr txBox="1"/>
          <p:nvPr>
            <p:ph idx="1" type="subTitle"/>
          </p:nvPr>
        </p:nvSpPr>
        <p:spPr>
          <a:xfrm>
            <a:off x="6187075" y="176635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15" name="Google Shape;315;p66"/>
          <p:cNvSpPr txBox="1"/>
          <p:nvPr>
            <p:ph idx="2" type="subTitle"/>
          </p:nvPr>
        </p:nvSpPr>
        <p:spPr>
          <a:xfrm>
            <a:off x="6187075" y="225427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16" name="Google Shape;316;p66"/>
          <p:cNvSpPr txBox="1"/>
          <p:nvPr>
            <p:ph idx="3" type="subTitle"/>
          </p:nvPr>
        </p:nvSpPr>
        <p:spPr>
          <a:xfrm>
            <a:off x="6187075" y="34173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17" name="Google Shape;317;p66"/>
          <p:cNvSpPr txBox="1"/>
          <p:nvPr>
            <p:ph idx="4" type="subTitle"/>
          </p:nvPr>
        </p:nvSpPr>
        <p:spPr>
          <a:xfrm>
            <a:off x="6187075" y="390522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18" name="Google Shape;318;p66"/>
          <p:cNvSpPr txBox="1"/>
          <p:nvPr>
            <p:ph idx="5" type="subTitle"/>
          </p:nvPr>
        </p:nvSpPr>
        <p:spPr>
          <a:xfrm>
            <a:off x="2203850" y="176635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19" name="Google Shape;319;p66"/>
          <p:cNvSpPr txBox="1"/>
          <p:nvPr>
            <p:ph idx="6" type="subTitle"/>
          </p:nvPr>
        </p:nvSpPr>
        <p:spPr>
          <a:xfrm>
            <a:off x="2203850" y="225427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20" name="Google Shape;320;p66"/>
          <p:cNvSpPr txBox="1"/>
          <p:nvPr>
            <p:ph idx="7" type="subTitle"/>
          </p:nvPr>
        </p:nvSpPr>
        <p:spPr>
          <a:xfrm>
            <a:off x="2203850" y="34173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21" name="Google Shape;321;p66"/>
          <p:cNvSpPr txBox="1"/>
          <p:nvPr>
            <p:ph idx="8" type="subTitle"/>
          </p:nvPr>
        </p:nvSpPr>
        <p:spPr>
          <a:xfrm>
            <a:off x="2203850" y="3905225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TITLE_AND_TWO_COLUMNS_1_1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18900044" scaled="0"/>
        </a:gra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24" name="Google Shape;324;p67"/>
          <p:cNvSpPr txBox="1"/>
          <p:nvPr>
            <p:ph idx="1" type="subTitle"/>
          </p:nvPr>
        </p:nvSpPr>
        <p:spPr>
          <a:xfrm>
            <a:off x="720000" y="3686650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25" name="Google Shape;325;p67"/>
          <p:cNvSpPr txBox="1"/>
          <p:nvPr>
            <p:ph idx="2" type="subTitle"/>
          </p:nvPr>
        </p:nvSpPr>
        <p:spPr>
          <a:xfrm>
            <a:off x="720000" y="4138200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26" name="Google Shape;326;p67"/>
          <p:cNvSpPr txBox="1"/>
          <p:nvPr>
            <p:ph idx="3" type="subTitle"/>
          </p:nvPr>
        </p:nvSpPr>
        <p:spPr>
          <a:xfrm>
            <a:off x="3369750" y="3686650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27" name="Google Shape;327;p67"/>
          <p:cNvSpPr txBox="1"/>
          <p:nvPr>
            <p:ph idx="4" type="subTitle"/>
          </p:nvPr>
        </p:nvSpPr>
        <p:spPr>
          <a:xfrm>
            <a:off x="3369750" y="4138200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28" name="Google Shape;328;p67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29" name="Google Shape;329;p67"/>
          <p:cNvSpPr txBox="1"/>
          <p:nvPr>
            <p:ph idx="5" type="subTitle"/>
          </p:nvPr>
        </p:nvSpPr>
        <p:spPr>
          <a:xfrm>
            <a:off x="6019500" y="3686650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0" name="Google Shape;330;p67"/>
          <p:cNvSpPr txBox="1"/>
          <p:nvPr>
            <p:ph idx="6" type="subTitle"/>
          </p:nvPr>
        </p:nvSpPr>
        <p:spPr>
          <a:xfrm>
            <a:off x="6019500" y="4138200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1" name="Google Shape;331;p67"/>
          <p:cNvSpPr txBox="1"/>
          <p:nvPr>
            <p:ph idx="7" type="subTitle"/>
          </p:nvPr>
        </p:nvSpPr>
        <p:spPr>
          <a:xfrm>
            <a:off x="720000" y="203712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2" name="Google Shape;332;p67"/>
          <p:cNvSpPr txBox="1"/>
          <p:nvPr>
            <p:ph idx="8" type="subTitle"/>
          </p:nvPr>
        </p:nvSpPr>
        <p:spPr>
          <a:xfrm>
            <a:off x="720000" y="2488675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3" name="Google Shape;333;p67"/>
          <p:cNvSpPr txBox="1"/>
          <p:nvPr>
            <p:ph idx="9" type="subTitle"/>
          </p:nvPr>
        </p:nvSpPr>
        <p:spPr>
          <a:xfrm>
            <a:off x="3369750" y="203712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4" name="Google Shape;334;p67"/>
          <p:cNvSpPr txBox="1"/>
          <p:nvPr>
            <p:ph idx="13" type="subTitle"/>
          </p:nvPr>
        </p:nvSpPr>
        <p:spPr>
          <a:xfrm>
            <a:off x="3369750" y="2488675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5" name="Google Shape;335;p67"/>
          <p:cNvSpPr txBox="1"/>
          <p:nvPr>
            <p:ph idx="14" type="subTitle"/>
          </p:nvPr>
        </p:nvSpPr>
        <p:spPr>
          <a:xfrm>
            <a:off x="6019500" y="203712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36" name="Google Shape;336;p67"/>
          <p:cNvSpPr txBox="1"/>
          <p:nvPr>
            <p:ph idx="15" type="subTitle"/>
          </p:nvPr>
        </p:nvSpPr>
        <p:spPr>
          <a:xfrm>
            <a:off x="6019500" y="2488675"/>
            <a:ext cx="2404500" cy="46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ONE_COLUMN_TEXT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39" name="Google Shape;339;p68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40" name="Google Shape;340;p68"/>
          <p:cNvSpPr txBox="1"/>
          <p:nvPr>
            <p:ph idx="1" type="subTitle"/>
          </p:nvPr>
        </p:nvSpPr>
        <p:spPr>
          <a:xfrm>
            <a:off x="4954625" y="1522225"/>
            <a:ext cx="3468900" cy="308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4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9"/>
          <p:cNvSpPr txBox="1"/>
          <p:nvPr>
            <p:ph type="title"/>
          </p:nvPr>
        </p:nvSpPr>
        <p:spPr>
          <a:xfrm>
            <a:off x="720004" y="1900150"/>
            <a:ext cx="22368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343" name="Google Shape;343;p69"/>
          <p:cNvSpPr txBox="1"/>
          <p:nvPr>
            <p:ph idx="1" type="subTitle"/>
          </p:nvPr>
        </p:nvSpPr>
        <p:spPr>
          <a:xfrm>
            <a:off x="720004" y="34174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44" name="Google Shape;344;p69"/>
          <p:cNvSpPr txBox="1"/>
          <p:nvPr>
            <p:ph idx="2" type="subTitle"/>
          </p:nvPr>
        </p:nvSpPr>
        <p:spPr>
          <a:xfrm>
            <a:off x="720000" y="3905400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45" name="Google Shape;345;p69"/>
          <p:cNvSpPr txBox="1"/>
          <p:nvPr>
            <p:ph idx="3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46" name="Google Shape;346;p69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47" name="Google Shape;347;p69"/>
          <p:cNvSpPr txBox="1"/>
          <p:nvPr>
            <p:ph idx="4" type="title"/>
          </p:nvPr>
        </p:nvSpPr>
        <p:spPr>
          <a:xfrm>
            <a:off x="3453604" y="1900150"/>
            <a:ext cx="22368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348" name="Google Shape;348;p69"/>
          <p:cNvSpPr txBox="1"/>
          <p:nvPr>
            <p:ph idx="5" type="subTitle"/>
          </p:nvPr>
        </p:nvSpPr>
        <p:spPr>
          <a:xfrm>
            <a:off x="3453604" y="34174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49" name="Google Shape;349;p69"/>
          <p:cNvSpPr txBox="1"/>
          <p:nvPr>
            <p:ph idx="6" type="subTitle"/>
          </p:nvPr>
        </p:nvSpPr>
        <p:spPr>
          <a:xfrm>
            <a:off x="3453600" y="3905400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50" name="Google Shape;350;p69"/>
          <p:cNvSpPr txBox="1"/>
          <p:nvPr>
            <p:ph idx="7" type="title"/>
          </p:nvPr>
        </p:nvSpPr>
        <p:spPr>
          <a:xfrm>
            <a:off x="6187204" y="1900150"/>
            <a:ext cx="2236800" cy="118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8000"/>
              <a:buNone/>
              <a:defRPr sz="8000">
                <a:solidFill>
                  <a:srgbClr val="775EF5"/>
                </a:solidFill>
              </a:defRPr>
            </a:lvl9pPr>
          </a:lstStyle>
          <a:p/>
        </p:txBody>
      </p:sp>
      <p:sp>
        <p:nvSpPr>
          <p:cNvPr id="351" name="Google Shape;351;p69"/>
          <p:cNvSpPr txBox="1"/>
          <p:nvPr>
            <p:ph idx="8" type="subTitle"/>
          </p:nvPr>
        </p:nvSpPr>
        <p:spPr>
          <a:xfrm>
            <a:off x="6187204" y="34174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52" name="Google Shape;352;p69"/>
          <p:cNvSpPr txBox="1"/>
          <p:nvPr>
            <p:ph idx="9" type="subTitle"/>
          </p:nvPr>
        </p:nvSpPr>
        <p:spPr>
          <a:xfrm>
            <a:off x="6187200" y="3905400"/>
            <a:ext cx="22368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0"/>
          <p:cNvSpPr txBox="1"/>
          <p:nvPr>
            <p:ph idx="1" type="subTitle"/>
          </p:nvPr>
        </p:nvSpPr>
        <p:spPr>
          <a:xfrm>
            <a:off x="720000" y="41838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55" name="Google Shape;355;p70"/>
          <p:cNvSpPr txBox="1"/>
          <p:nvPr>
            <p:ph idx="2" type="subTitle"/>
          </p:nvPr>
        </p:nvSpPr>
        <p:spPr>
          <a:xfrm>
            <a:off x="720000" y="3157750"/>
            <a:ext cx="22368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56" name="Google Shape;356;p7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357" name="Google Shape;357;p70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58" name="Google Shape;358;p70"/>
          <p:cNvSpPr txBox="1"/>
          <p:nvPr>
            <p:ph idx="3" type="subTitle"/>
          </p:nvPr>
        </p:nvSpPr>
        <p:spPr>
          <a:xfrm>
            <a:off x="3453600" y="41838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59" name="Google Shape;359;p70"/>
          <p:cNvSpPr txBox="1"/>
          <p:nvPr>
            <p:ph idx="4" type="subTitle"/>
          </p:nvPr>
        </p:nvSpPr>
        <p:spPr>
          <a:xfrm>
            <a:off x="3453600" y="3157750"/>
            <a:ext cx="22368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  <p:sp>
        <p:nvSpPr>
          <p:cNvPr id="360" name="Google Shape;360;p70"/>
          <p:cNvSpPr txBox="1"/>
          <p:nvPr>
            <p:ph idx="5" type="subTitle"/>
          </p:nvPr>
        </p:nvSpPr>
        <p:spPr>
          <a:xfrm>
            <a:off x="6187200" y="41838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quada One"/>
              <a:buNone/>
              <a:defRPr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361" name="Google Shape;361;p70"/>
          <p:cNvSpPr txBox="1"/>
          <p:nvPr>
            <p:ph idx="6" type="subTitle"/>
          </p:nvPr>
        </p:nvSpPr>
        <p:spPr>
          <a:xfrm>
            <a:off x="6187200" y="3157750"/>
            <a:ext cx="2236800" cy="93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None/>
              <a:defRPr>
                <a:solidFill>
                  <a:srgbClr val="8E8BD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1"/>
          <p:cNvSpPr txBox="1"/>
          <p:nvPr>
            <p:ph hasCustomPrompt="1" type="title"/>
          </p:nvPr>
        </p:nvSpPr>
        <p:spPr>
          <a:xfrm>
            <a:off x="720000" y="2048900"/>
            <a:ext cx="77040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64" name="Google Shape;364;p71"/>
          <p:cNvSpPr/>
          <p:nvPr/>
        </p:nvSpPr>
        <p:spPr>
          <a:xfrm>
            <a:off x="-850" y="826075"/>
            <a:ext cx="4050100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65" name="Google Shape;365;p71"/>
          <p:cNvSpPr/>
          <p:nvPr/>
        </p:nvSpPr>
        <p:spPr>
          <a:xfrm flipH="1">
            <a:off x="5093900" y="826075"/>
            <a:ext cx="4050100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366" name="Google Shape;366;p71"/>
          <p:cNvCxnSpPr/>
          <p:nvPr/>
        </p:nvCxnSpPr>
        <p:spPr>
          <a:xfrm>
            <a:off x="6350" y="241775"/>
            <a:ext cx="91440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367" name="Google Shape;367;p71"/>
          <p:cNvCxnSpPr>
            <a:endCxn id="363" idx="0"/>
          </p:cNvCxnSpPr>
          <p:nvPr/>
        </p:nvCxnSpPr>
        <p:spPr>
          <a:xfrm>
            <a:off x="4570800" y="234200"/>
            <a:ext cx="12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sp>
        <p:nvSpPr>
          <p:cNvPr id="368" name="Google Shape;368;p71"/>
          <p:cNvSpPr txBox="1"/>
          <p:nvPr>
            <p:ph idx="1" type="subTitle"/>
          </p:nvPr>
        </p:nvSpPr>
        <p:spPr>
          <a:xfrm>
            <a:off x="729425" y="4090700"/>
            <a:ext cx="7704000" cy="5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grpSp>
        <p:nvGrpSpPr>
          <p:cNvPr id="369" name="Google Shape;369;p71"/>
          <p:cNvGrpSpPr/>
          <p:nvPr/>
        </p:nvGrpSpPr>
        <p:grpSpPr>
          <a:xfrm flipH="1" rot="10800000">
            <a:off x="5279706" y="97205"/>
            <a:ext cx="3748916" cy="3156396"/>
            <a:chOff x="5279706" y="1837129"/>
            <a:chExt cx="3748916" cy="3156396"/>
          </a:xfrm>
        </p:grpSpPr>
        <p:sp>
          <p:nvSpPr>
            <p:cNvPr id="370" name="Google Shape;370;p71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1" name="Google Shape;371;p71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2" name="Google Shape;372;p71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3" name="Google Shape;373;p71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71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71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71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71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71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71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71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71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71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71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71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71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71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71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71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71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71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71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72"/>
          <p:cNvSpPr txBox="1"/>
          <p:nvPr>
            <p:ph type="title"/>
          </p:nvPr>
        </p:nvSpPr>
        <p:spPr>
          <a:xfrm>
            <a:off x="2712375" y="1250550"/>
            <a:ext cx="3674400" cy="264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4" name="Google Shape;394;p72"/>
          <p:cNvSpPr/>
          <p:nvPr/>
        </p:nvSpPr>
        <p:spPr>
          <a:xfrm rot="5400000">
            <a:off x="6679769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395" name="Google Shape;395;p72"/>
          <p:cNvSpPr/>
          <p:nvPr/>
        </p:nvSpPr>
        <p:spPr>
          <a:xfrm flipH="1" rot="5400000">
            <a:off x="6679769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396" name="Google Shape;396;p72"/>
          <p:cNvCxnSpPr/>
          <p:nvPr/>
        </p:nvCxnSpPr>
        <p:spPr>
          <a:xfrm rot="5400000">
            <a:off x="6210625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397" name="Google Shape;397;p72"/>
          <p:cNvCxnSpPr/>
          <p:nvPr/>
        </p:nvCxnSpPr>
        <p:spPr>
          <a:xfrm rot="5400000">
            <a:off x="7896100" y="1662455"/>
            <a:ext cx="6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398" name="Google Shape;398;p72"/>
          <p:cNvGrpSpPr/>
          <p:nvPr/>
        </p:nvGrpSpPr>
        <p:grpSpPr>
          <a:xfrm rot="10800000">
            <a:off x="82530" y="67080"/>
            <a:ext cx="3748916" cy="3156396"/>
            <a:chOff x="5279706" y="1837129"/>
            <a:chExt cx="3748916" cy="3156396"/>
          </a:xfrm>
        </p:grpSpPr>
        <p:sp>
          <p:nvSpPr>
            <p:cNvPr id="399" name="Google Shape;399;p72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72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72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72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72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72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72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72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72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72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72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72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72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72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72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72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72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72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72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72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72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72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1" name="Google Shape;421;p72"/>
          <p:cNvSpPr/>
          <p:nvPr/>
        </p:nvSpPr>
        <p:spPr>
          <a:xfrm flipH="1" rot="-5400000">
            <a:off x="156369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422" name="Google Shape;422;p72"/>
          <p:cNvSpPr/>
          <p:nvPr/>
        </p:nvSpPr>
        <p:spPr>
          <a:xfrm rot="-5400000">
            <a:off x="156369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423" name="Google Shape;423;p72"/>
          <p:cNvCxnSpPr/>
          <p:nvPr/>
        </p:nvCxnSpPr>
        <p:spPr>
          <a:xfrm rot="5400000">
            <a:off x="-2254850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424" name="Google Shape;424;p72"/>
          <p:cNvCxnSpPr/>
          <p:nvPr/>
        </p:nvCxnSpPr>
        <p:spPr>
          <a:xfrm flipH="1" rot="-5400000">
            <a:off x="1230175" y="1662455"/>
            <a:ext cx="600" cy="18147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425" name="Google Shape;425;p72"/>
          <p:cNvGrpSpPr/>
          <p:nvPr/>
        </p:nvGrpSpPr>
        <p:grpSpPr>
          <a:xfrm>
            <a:off x="5317381" y="1912429"/>
            <a:ext cx="3748916" cy="3156396"/>
            <a:chOff x="5279706" y="1837129"/>
            <a:chExt cx="3748916" cy="3156396"/>
          </a:xfrm>
        </p:grpSpPr>
        <p:sp>
          <p:nvSpPr>
            <p:cNvPr id="426" name="Google Shape;426;p72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72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72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72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72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72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72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72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72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72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72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72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72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72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72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72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72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72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72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72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72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72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73"/>
          <p:cNvSpPr txBox="1"/>
          <p:nvPr>
            <p:ph idx="1" type="body"/>
          </p:nvPr>
        </p:nvSpPr>
        <p:spPr>
          <a:xfrm>
            <a:off x="720000" y="2978100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50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5"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4"/>
          <p:cNvSpPr/>
          <p:nvPr/>
        </p:nvSpPr>
        <p:spPr>
          <a:xfrm flipH="1" rot="-5400000">
            <a:off x="190897" y="742793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452" name="Google Shape;452;p74"/>
          <p:cNvSpPr/>
          <p:nvPr/>
        </p:nvSpPr>
        <p:spPr>
          <a:xfrm rot="-5400000">
            <a:off x="190897" y="3623618"/>
            <a:ext cx="2290737" cy="773475"/>
          </a:xfrm>
          <a:custGeom>
            <a:rect b="b" l="l" r="r" t="t"/>
            <a:pathLst>
              <a:path extrusionOk="0" h="30939" w="162004">
                <a:moveTo>
                  <a:pt x="0" y="7520"/>
                </a:moveTo>
                <a:lnTo>
                  <a:pt x="30080" y="7520"/>
                </a:lnTo>
                <a:lnTo>
                  <a:pt x="30080" y="0"/>
                </a:lnTo>
                <a:lnTo>
                  <a:pt x="162004" y="0"/>
                </a:lnTo>
                <a:lnTo>
                  <a:pt x="162004" y="30939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cxnSp>
        <p:nvCxnSpPr>
          <p:cNvPr id="453" name="Google Shape;453;p74"/>
          <p:cNvCxnSpPr/>
          <p:nvPr/>
        </p:nvCxnSpPr>
        <p:spPr>
          <a:xfrm rot="5400000">
            <a:off x="-2220322" y="2573784"/>
            <a:ext cx="51711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454" name="Google Shape;454;p74"/>
          <p:cNvCxnSpPr/>
          <p:nvPr/>
        </p:nvCxnSpPr>
        <p:spPr>
          <a:xfrm>
            <a:off x="357653" y="2569505"/>
            <a:ext cx="2698800" cy="24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grpSp>
        <p:nvGrpSpPr>
          <p:cNvPr id="455" name="Google Shape;455;p74"/>
          <p:cNvGrpSpPr/>
          <p:nvPr/>
        </p:nvGrpSpPr>
        <p:grpSpPr>
          <a:xfrm flipH="1">
            <a:off x="95105" y="1912429"/>
            <a:ext cx="3748916" cy="3156396"/>
            <a:chOff x="5279706" y="1837129"/>
            <a:chExt cx="3748916" cy="3156396"/>
          </a:xfrm>
        </p:grpSpPr>
        <p:sp>
          <p:nvSpPr>
            <p:cNvPr id="456" name="Google Shape;456;p74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74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74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74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74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74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74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74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74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74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74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74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74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74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74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74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" name="Google Shape;472;p74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74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74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74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" name="Google Shape;476;p74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7" name="Google Shape;477;p74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8" name="Google Shape;478;p74"/>
          <p:cNvGrpSpPr/>
          <p:nvPr/>
        </p:nvGrpSpPr>
        <p:grpSpPr>
          <a:xfrm flipH="1" rot="10800000">
            <a:off x="5317381" y="81630"/>
            <a:ext cx="3748916" cy="3156396"/>
            <a:chOff x="5279706" y="1837129"/>
            <a:chExt cx="3748916" cy="3156396"/>
          </a:xfrm>
        </p:grpSpPr>
        <p:sp>
          <p:nvSpPr>
            <p:cNvPr id="479" name="Google Shape;479;p74"/>
            <p:cNvSpPr/>
            <p:nvPr/>
          </p:nvSpPr>
          <p:spPr>
            <a:xfrm>
              <a:off x="7645888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0" name="Google Shape;480;p74"/>
            <p:cNvSpPr/>
            <p:nvPr/>
          </p:nvSpPr>
          <p:spPr>
            <a:xfrm>
              <a:off x="7849964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74"/>
            <p:cNvSpPr/>
            <p:nvPr/>
          </p:nvSpPr>
          <p:spPr>
            <a:xfrm>
              <a:off x="8165884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74"/>
            <p:cNvSpPr/>
            <p:nvPr/>
          </p:nvSpPr>
          <p:spPr>
            <a:xfrm>
              <a:off x="8354711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74"/>
            <p:cNvSpPr/>
            <p:nvPr/>
          </p:nvSpPr>
          <p:spPr>
            <a:xfrm>
              <a:off x="8697054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74"/>
            <p:cNvSpPr/>
            <p:nvPr/>
          </p:nvSpPr>
          <p:spPr>
            <a:xfrm>
              <a:off x="8527551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74"/>
            <p:cNvSpPr/>
            <p:nvPr/>
          </p:nvSpPr>
          <p:spPr>
            <a:xfrm>
              <a:off x="8928422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74"/>
            <p:cNvSpPr/>
            <p:nvPr/>
          </p:nvSpPr>
          <p:spPr>
            <a:xfrm>
              <a:off x="8627762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74"/>
            <p:cNvSpPr/>
            <p:nvPr/>
          </p:nvSpPr>
          <p:spPr>
            <a:xfrm>
              <a:off x="8943887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74"/>
            <p:cNvSpPr/>
            <p:nvPr/>
          </p:nvSpPr>
          <p:spPr>
            <a:xfrm>
              <a:off x="6930135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74"/>
            <p:cNvSpPr/>
            <p:nvPr/>
          </p:nvSpPr>
          <p:spPr>
            <a:xfrm>
              <a:off x="8943881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74"/>
            <p:cNvSpPr/>
            <p:nvPr/>
          </p:nvSpPr>
          <p:spPr>
            <a:xfrm>
              <a:off x="8943884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74"/>
            <p:cNvSpPr/>
            <p:nvPr/>
          </p:nvSpPr>
          <p:spPr>
            <a:xfrm>
              <a:off x="6719384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74"/>
            <p:cNvSpPr/>
            <p:nvPr/>
          </p:nvSpPr>
          <p:spPr>
            <a:xfrm>
              <a:off x="7342059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74"/>
            <p:cNvSpPr/>
            <p:nvPr/>
          </p:nvSpPr>
          <p:spPr>
            <a:xfrm>
              <a:off x="5694387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74"/>
            <p:cNvSpPr/>
            <p:nvPr/>
          </p:nvSpPr>
          <p:spPr>
            <a:xfrm>
              <a:off x="8543012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74"/>
            <p:cNvSpPr/>
            <p:nvPr/>
          </p:nvSpPr>
          <p:spPr>
            <a:xfrm>
              <a:off x="58587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74"/>
            <p:cNvSpPr/>
            <p:nvPr/>
          </p:nvSpPr>
          <p:spPr>
            <a:xfrm>
              <a:off x="6948431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74"/>
            <p:cNvSpPr/>
            <p:nvPr/>
          </p:nvSpPr>
          <p:spPr>
            <a:xfrm>
              <a:off x="8527556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74"/>
            <p:cNvSpPr/>
            <p:nvPr/>
          </p:nvSpPr>
          <p:spPr>
            <a:xfrm>
              <a:off x="8407656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74"/>
            <p:cNvSpPr/>
            <p:nvPr/>
          </p:nvSpPr>
          <p:spPr>
            <a:xfrm>
              <a:off x="8797256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74"/>
            <p:cNvSpPr/>
            <p:nvPr/>
          </p:nvSpPr>
          <p:spPr>
            <a:xfrm>
              <a:off x="5279706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74"/>
          <p:cNvSpPr txBox="1"/>
          <p:nvPr>
            <p:ph type="title"/>
          </p:nvPr>
        </p:nvSpPr>
        <p:spPr>
          <a:xfrm>
            <a:off x="4257300" y="2300800"/>
            <a:ext cx="41667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  <a:defRPr sz="1600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  <p:sp>
        <p:nvSpPr>
          <p:cNvPr id="502" name="Google Shape;502;p74"/>
          <p:cNvSpPr txBox="1"/>
          <p:nvPr/>
        </p:nvSpPr>
        <p:spPr>
          <a:xfrm>
            <a:off x="4257300" y="3714200"/>
            <a:ext cx="4166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rPr>
              <a:t>CREDITS:</a:t>
            </a:r>
            <a:r>
              <a:rPr b="0" i="0" lang="en" sz="10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rPr>
              <a:t> This presentation template was created by </a:t>
            </a:r>
            <a:r>
              <a:rPr b="1" i="0" lang="en" sz="1000" u="none" cap="none" strike="noStrike">
                <a:solidFill>
                  <a:srgbClr val="8E8BD8"/>
                </a:solidFill>
                <a:uFill>
                  <a:noFill/>
                </a:uFill>
                <a:latin typeface="Titillium Web"/>
                <a:ea typeface="Titillium Web"/>
                <a:cs typeface="Titillium Web"/>
                <a:sym typeface="Titillium Web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0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rPr>
              <a:t>, including icons by </a:t>
            </a:r>
            <a:r>
              <a:rPr b="1" i="0" lang="en" sz="1000" u="none" cap="none" strike="noStrike">
                <a:solidFill>
                  <a:srgbClr val="8E8BD8"/>
                </a:solidFill>
                <a:uFill>
                  <a:noFill/>
                </a:u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0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rPr>
              <a:t>, infographics &amp; images by </a:t>
            </a:r>
            <a:r>
              <a:rPr b="1" i="0" lang="en" sz="1000" u="none" cap="none" strike="noStrike">
                <a:solidFill>
                  <a:srgbClr val="8E8BD8"/>
                </a:solidFill>
                <a:uFill>
                  <a:noFill/>
                </a:uFill>
                <a:latin typeface="Titillium Web"/>
                <a:ea typeface="Titillium Web"/>
                <a:cs typeface="Titillium Web"/>
                <a:sym typeface="Titillium Web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0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endParaRPr b="1" i="0" sz="1000" u="none" cap="none" strike="noStrike">
              <a:solidFill>
                <a:srgbClr val="8E8BD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503" name="Google Shape;503;p74"/>
          <p:cNvSpPr txBox="1"/>
          <p:nvPr>
            <p:ph idx="1" type="subTitle"/>
          </p:nvPr>
        </p:nvSpPr>
        <p:spPr>
          <a:xfrm>
            <a:off x="4260275" y="1591600"/>
            <a:ext cx="41667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Squada One"/>
              <a:buNone/>
              <a:defRPr sz="30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4pPr>
            <a:lvl5pPr lvl="4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5pPr>
            <a:lvl6pPr lvl="5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6pPr>
            <a:lvl7pPr lvl="6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7pPr>
            <a:lvl8pPr lvl="7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/>
            </a:lvl8pPr>
            <a:lvl9pPr lvl="8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/>
            </a:lvl9pPr>
          </a:lstStyle>
          <a:p/>
        </p:txBody>
      </p:sp>
      <p:sp>
        <p:nvSpPr>
          <p:cNvPr id="504" name="Google Shape;504;p74"/>
          <p:cNvSpPr txBox="1"/>
          <p:nvPr>
            <p:ph idx="2" type="title"/>
          </p:nvPr>
        </p:nvSpPr>
        <p:spPr>
          <a:xfrm>
            <a:off x="3442376" y="540012"/>
            <a:ext cx="4981500" cy="109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9000">
                <a:solidFill>
                  <a:srgbClr val="775EF5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75EF5"/>
              </a:buClr>
              <a:buSzPts val="7000"/>
              <a:buNone/>
              <a:defRPr sz="7000">
                <a:solidFill>
                  <a:srgbClr val="775EF5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7"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7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507" name="Google Shape;507;p75"/>
          <p:cNvSpPr/>
          <p:nvPr/>
        </p:nvSpPr>
        <p:spPr>
          <a:xfrm>
            <a:off x="8075" y="1276725"/>
            <a:ext cx="8420425" cy="191600"/>
          </a:xfrm>
          <a:custGeom>
            <a:rect b="b" l="l" r="r" t="t"/>
            <a:pathLst>
              <a:path extrusionOk="0" h="7664" w="336817">
                <a:moveTo>
                  <a:pt x="0" y="7664"/>
                </a:moveTo>
                <a:lnTo>
                  <a:pt x="29121" y="7664"/>
                </a:lnTo>
                <a:lnTo>
                  <a:pt x="29121" y="0"/>
                </a:lnTo>
                <a:lnTo>
                  <a:pt x="336817" y="0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sp>
      <p:sp>
        <p:nvSpPr>
          <p:cNvPr id="508" name="Google Shape;508;p75"/>
          <p:cNvSpPr txBox="1"/>
          <p:nvPr>
            <p:ph idx="1" type="subTitle"/>
          </p:nvPr>
        </p:nvSpPr>
        <p:spPr>
          <a:xfrm>
            <a:off x="738750" y="1522050"/>
            <a:ext cx="7704000" cy="308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6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1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2700006" scaled="0"/>
        </a:gra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" name="Google Shape;512;p80"/>
          <p:cNvGrpSpPr/>
          <p:nvPr/>
        </p:nvGrpSpPr>
        <p:grpSpPr>
          <a:xfrm>
            <a:off x="101981" y="1837129"/>
            <a:ext cx="3748916" cy="3156396"/>
            <a:chOff x="101981" y="1837129"/>
            <a:chExt cx="3748916" cy="3156396"/>
          </a:xfrm>
        </p:grpSpPr>
        <p:sp>
          <p:nvSpPr>
            <p:cNvPr id="513" name="Google Shape;513;p80"/>
            <p:cNvSpPr/>
            <p:nvPr/>
          </p:nvSpPr>
          <p:spPr>
            <a:xfrm flipH="1">
              <a:off x="1384516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80"/>
            <p:cNvSpPr/>
            <p:nvPr/>
          </p:nvSpPr>
          <p:spPr>
            <a:xfrm flipH="1">
              <a:off x="1211339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80"/>
            <p:cNvSpPr/>
            <p:nvPr/>
          </p:nvSpPr>
          <p:spPr>
            <a:xfrm flipH="1">
              <a:off x="895419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80"/>
            <p:cNvSpPr/>
            <p:nvPr/>
          </p:nvSpPr>
          <p:spPr>
            <a:xfrm flipH="1">
              <a:off x="706592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80"/>
            <p:cNvSpPr/>
            <p:nvPr/>
          </p:nvSpPr>
          <p:spPr>
            <a:xfrm flipH="1">
              <a:off x="333349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80"/>
            <p:cNvSpPr/>
            <p:nvPr/>
          </p:nvSpPr>
          <p:spPr>
            <a:xfrm flipH="1">
              <a:off x="895418" y="354260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80"/>
            <p:cNvSpPr/>
            <p:nvPr/>
          </p:nvSpPr>
          <p:spPr>
            <a:xfrm flipH="1">
              <a:off x="502852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80"/>
            <p:cNvSpPr/>
            <p:nvPr/>
          </p:nvSpPr>
          <p:spPr>
            <a:xfrm flipH="1">
              <a:off x="101981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80"/>
            <p:cNvSpPr/>
            <p:nvPr/>
          </p:nvSpPr>
          <p:spPr>
            <a:xfrm flipH="1">
              <a:off x="433541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80"/>
            <p:cNvSpPr/>
            <p:nvPr/>
          </p:nvSpPr>
          <p:spPr>
            <a:xfrm flipH="1">
              <a:off x="117416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80"/>
            <p:cNvSpPr/>
            <p:nvPr/>
          </p:nvSpPr>
          <p:spPr>
            <a:xfrm flipH="1">
              <a:off x="1525616" y="409600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80"/>
            <p:cNvSpPr/>
            <p:nvPr/>
          </p:nvSpPr>
          <p:spPr>
            <a:xfrm flipH="1">
              <a:off x="2131168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80"/>
            <p:cNvSpPr/>
            <p:nvPr/>
          </p:nvSpPr>
          <p:spPr>
            <a:xfrm flipH="1">
              <a:off x="895419" y="409599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80"/>
            <p:cNvSpPr/>
            <p:nvPr/>
          </p:nvSpPr>
          <p:spPr>
            <a:xfrm flipH="1">
              <a:off x="1026803" y="33583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80"/>
            <p:cNvSpPr/>
            <p:nvPr/>
          </p:nvSpPr>
          <p:spPr>
            <a:xfrm flipH="1">
              <a:off x="154022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80"/>
            <p:cNvSpPr/>
            <p:nvPr/>
          </p:nvSpPr>
          <p:spPr>
            <a:xfrm flipH="1">
              <a:off x="117419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80"/>
            <p:cNvSpPr/>
            <p:nvPr/>
          </p:nvSpPr>
          <p:spPr>
            <a:xfrm flipH="1">
              <a:off x="2341919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80"/>
            <p:cNvSpPr/>
            <p:nvPr/>
          </p:nvSpPr>
          <p:spPr>
            <a:xfrm flipH="1">
              <a:off x="1719244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80"/>
            <p:cNvSpPr/>
            <p:nvPr/>
          </p:nvSpPr>
          <p:spPr>
            <a:xfrm flipH="1">
              <a:off x="3366916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80"/>
            <p:cNvSpPr/>
            <p:nvPr/>
          </p:nvSpPr>
          <p:spPr>
            <a:xfrm flipH="1">
              <a:off x="2131166" y="4215788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80"/>
            <p:cNvSpPr/>
            <p:nvPr/>
          </p:nvSpPr>
          <p:spPr>
            <a:xfrm flipH="1">
              <a:off x="518291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80"/>
            <p:cNvSpPr/>
            <p:nvPr/>
          </p:nvSpPr>
          <p:spPr>
            <a:xfrm flipH="1">
              <a:off x="32391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80"/>
            <p:cNvSpPr/>
            <p:nvPr/>
          </p:nvSpPr>
          <p:spPr>
            <a:xfrm flipH="1">
              <a:off x="2149472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80"/>
            <p:cNvSpPr/>
            <p:nvPr/>
          </p:nvSpPr>
          <p:spPr>
            <a:xfrm flipH="1">
              <a:off x="2098472" y="39276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80"/>
            <p:cNvSpPr/>
            <p:nvPr/>
          </p:nvSpPr>
          <p:spPr>
            <a:xfrm flipH="1">
              <a:off x="5703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80"/>
            <p:cNvSpPr/>
            <p:nvPr/>
          </p:nvSpPr>
          <p:spPr>
            <a:xfrm flipH="1">
              <a:off x="690247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80"/>
            <p:cNvSpPr/>
            <p:nvPr/>
          </p:nvSpPr>
          <p:spPr>
            <a:xfrm flipH="1">
              <a:off x="300647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80"/>
            <p:cNvSpPr/>
            <p:nvPr/>
          </p:nvSpPr>
          <p:spPr>
            <a:xfrm flipH="1">
              <a:off x="3818197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1" name="Google Shape;541;p80"/>
          <p:cNvGrpSpPr/>
          <p:nvPr/>
        </p:nvGrpSpPr>
        <p:grpSpPr>
          <a:xfrm rot="10800000">
            <a:off x="5296405" y="93205"/>
            <a:ext cx="3748916" cy="3156396"/>
            <a:chOff x="101981" y="1837129"/>
            <a:chExt cx="3748916" cy="3156396"/>
          </a:xfrm>
        </p:grpSpPr>
        <p:sp>
          <p:nvSpPr>
            <p:cNvPr id="542" name="Google Shape;542;p80"/>
            <p:cNvSpPr/>
            <p:nvPr/>
          </p:nvSpPr>
          <p:spPr>
            <a:xfrm flipH="1">
              <a:off x="1384516" y="47074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80"/>
            <p:cNvSpPr/>
            <p:nvPr/>
          </p:nvSpPr>
          <p:spPr>
            <a:xfrm flipH="1">
              <a:off x="1211339" y="456885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80"/>
            <p:cNvSpPr/>
            <p:nvPr/>
          </p:nvSpPr>
          <p:spPr>
            <a:xfrm flipH="1">
              <a:off x="895419" y="492422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80"/>
            <p:cNvSpPr/>
            <p:nvPr/>
          </p:nvSpPr>
          <p:spPr>
            <a:xfrm flipH="1">
              <a:off x="706592" y="431599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80"/>
            <p:cNvSpPr/>
            <p:nvPr/>
          </p:nvSpPr>
          <p:spPr>
            <a:xfrm flipH="1">
              <a:off x="333349" y="472381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80"/>
            <p:cNvSpPr/>
            <p:nvPr/>
          </p:nvSpPr>
          <p:spPr>
            <a:xfrm flipH="1">
              <a:off x="895418" y="354260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80"/>
            <p:cNvSpPr/>
            <p:nvPr/>
          </p:nvSpPr>
          <p:spPr>
            <a:xfrm flipH="1">
              <a:off x="502852" y="3195500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80"/>
            <p:cNvSpPr/>
            <p:nvPr/>
          </p:nvSpPr>
          <p:spPr>
            <a:xfrm flipH="1">
              <a:off x="101981" y="4215789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80"/>
            <p:cNvSpPr/>
            <p:nvPr/>
          </p:nvSpPr>
          <p:spPr>
            <a:xfrm flipH="1">
              <a:off x="433541" y="372125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80"/>
            <p:cNvSpPr/>
            <p:nvPr/>
          </p:nvSpPr>
          <p:spPr>
            <a:xfrm flipH="1">
              <a:off x="117416" y="49242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80"/>
            <p:cNvSpPr/>
            <p:nvPr/>
          </p:nvSpPr>
          <p:spPr>
            <a:xfrm flipH="1">
              <a:off x="1525616" y="4096007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80"/>
            <p:cNvSpPr/>
            <p:nvPr/>
          </p:nvSpPr>
          <p:spPr>
            <a:xfrm flipH="1">
              <a:off x="2131168" y="492422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80"/>
            <p:cNvSpPr/>
            <p:nvPr/>
          </p:nvSpPr>
          <p:spPr>
            <a:xfrm flipH="1">
              <a:off x="895419" y="409599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80"/>
            <p:cNvSpPr/>
            <p:nvPr/>
          </p:nvSpPr>
          <p:spPr>
            <a:xfrm flipH="1">
              <a:off x="1026803" y="3358357"/>
              <a:ext cx="100200" cy="1002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80"/>
            <p:cNvSpPr/>
            <p:nvPr/>
          </p:nvSpPr>
          <p:spPr>
            <a:xfrm flipH="1">
              <a:off x="154022" y="28258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80"/>
            <p:cNvSpPr/>
            <p:nvPr/>
          </p:nvSpPr>
          <p:spPr>
            <a:xfrm flipH="1">
              <a:off x="117419" y="34585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80"/>
            <p:cNvSpPr/>
            <p:nvPr/>
          </p:nvSpPr>
          <p:spPr>
            <a:xfrm flipH="1">
              <a:off x="2341919" y="4739270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80"/>
            <p:cNvSpPr/>
            <p:nvPr/>
          </p:nvSpPr>
          <p:spPr>
            <a:xfrm flipH="1">
              <a:off x="1719244" y="4568845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80"/>
            <p:cNvSpPr/>
            <p:nvPr/>
          </p:nvSpPr>
          <p:spPr>
            <a:xfrm flipH="1">
              <a:off x="3366916" y="4824013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80"/>
            <p:cNvSpPr/>
            <p:nvPr/>
          </p:nvSpPr>
          <p:spPr>
            <a:xfrm flipH="1">
              <a:off x="2131166" y="4215788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80"/>
            <p:cNvSpPr/>
            <p:nvPr/>
          </p:nvSpPr>
          <p:spPr>
            <a:xfrm flipH="1">
              <a:off x="518291" y="2137932"/>
              <a:ext cx="69300" cy="693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80"/>
            <p:cNvSpPr/>
            <p:nvPr/>
          </p:nvSpPr>
          <p:spPr>
            <a:xfrm flipH="1">
              <a:off x="32391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80"/>
            <p:cNvSpPr/>
            <p:nvPr/>
          </p:nvSpPr>
          <p:spPr>
            <a:xfrm flipH="1">
              <a:off x="2149472" y="47412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80"/>
            <p:cNvSpPr/>
            <p:nvPr/>
          </p:nvSpPr>
          <p:spPr>
            <a:xfrm flipH="1">
              <a:off x="2098472" y="392760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80"/>
            <p:cNvSpPr/>
            <p:nvPr/>
          </p:nvSpPr>
          <p:spPr>
            <a:xfrm flipH="1">
              <a:off x="570347" y="47074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80"/>
            <p:cNvSpPr/>
            <p:nvPr/>
          </p:nvSpPr>
          <p:spPr>
            <a:xfrm flipH="1">
              <a:off x="690247" y="3060754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80"/>
            <p:cNvSpPr/>
            <p:nvPr/>
          </p:nvSpPr>
          <p:spPr>
            <a:xfrm flipH="1">
              <a:off x="300647" y="18371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80"/>
            <p:cNvSpPr/>
            <p:nvPr/>
          </p:nvSpPr>
          <p:spPr>
            <a:xfrm flipH="1">
              <a:off x="3818197" y="4942529"/>
              <a:ext cx="32700" cy="32700"/>
            </a:xfrm>
            <a:prstGeom prst="rect">
              <a:avLst/>
            </a:pr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extLst>
    <p:ext uri="{DCECCB84-F9BA-43D5-87BE-67443E8EF086}">
      <p15:sldGuideLst>
        <p15:guide id="1" orient="horz" pos="340">
          <p15:clr>
            <a:srgbClr val="FA7B17"/>
          </p15:clr>
        </p15:guide>
        <p15:guide id="2" orient="horz" pos="2900">
          <p15:clr>
            <a:srgbClr val="FA7B17"/>
          </p15:clr>
        </p15:guide>
        <p15:guide id="3" pos="454">
          <p15:clr>
            <a:srgbClr val="FA7B17"/>
          </p15:clr>
        </p15:guide>
        <p15:guide id="4" pos="5306">
          <p15:clr>
            <a:srgbClr val="FA7B17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7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403F6E"/>
            </a:gs>
            <a:gs pos="100000">
              <a:srgbClr val="0B0D17"/>
            </a:gs>
          </a:gsLst>
          <a:lin ang="5400012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quada One"/>
              <a:buNone/>
              <a:defRPr b="0" i="0" sz="32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defRPr>
            </a:lvl9pPr>
          </a:lstStyle>
          <a:p/>
        </p:txBody>
      </p:sp>
      <p:sp>
        <p:nvSpPr>
          <p:cNvPr id="7" name="Google Shape;7;p52"/>
          <p:cNvSpPr txBox="1"/>
          <p:nvPr>
            <p:ph idx="1" type="body"/>
          </p:nvPr>
        </p:nvSpPr>
        <p:spPr>
          <a:xfrm>
            <a:off x="720000" y="1483350"/>
            <a:ext cx="7704000" cy="30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indent="-3302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○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indent="-3302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■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indent="-3302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indent="-3302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○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indent="-3302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■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indent="-3302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indent="-3302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○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indent="-3302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8E8BD8"/>
              </a:buClr>
              <a:buSzPts val="1600"/>
              <a:buFont typeface="Titillium Web"/>
              <a:buChar char="■"/>
              <a:defRPr b="0" i="0" sz="1600" u="none" cap="none" strike="noStrike">
                <a:solidFill>
                  <a:srgbClr val="8E8BD8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454">
          <p15:clr>
            <a:srgbClr val="EA4335"/>
          </p15:clr>
        </p15:guide>
        <p15:guide id="2" pos="5306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4" name="Google Shape;574;p1"/>
          <p:cNvCxnSpPr/>
          <p:nvPr/>
        </p:nvCxnSpPr>
        <p:spPr>
          <a:xfrm>
            <a:off x="-1375" y="3325100"/>
            <a:ext cx="9161400" cy="0"/>
          </a:xfrm>
          <a:prstGeom prst="straightConnector1">
            <a:avLst/>
          </a:prstGeom>
          <a:noFill/>
          <a:ln cap="flat" cmpd="sng" w="28575">
            <a:solidFill>
              <a:srgbClr val="5B57DE"/>
            </a:solidFill>
            <a:prstDash val="solid"/>
            <a:round/>
            <a:headEnd len="sm" w="sm" type="none"/>
            <a:tailEnd len="sm" w="sm" type="none"/>
          </a:ln>
          <a:effectLst>
            <a:outerShdw blurRad="85725" rotWithShape="0" algn="bl">
              <a:srgbClr val="DFDEFF">
                <a:alpha val="49803"/>
              </a:srgbClr>
            </a:outerShdw>
          </a:effectLst>
        </p:spPr>
      </p:cxnSp>
      <p:sp>
        <p:nvSpPr>
          <p:cNvPr id="575" name="Google Shape;575;p1"/>
          <p:cNvSpPr/>
          <p:nvPr/>
        </p:nvSpPr>
        <p:spPr>
          <a:xfrm>
            <a:off x="4197450" y="3084475"/>
            <a:ext cx="4131600" cy="472500"/>
          </a:xfrm>
          <a:prstGeom prst="rect">
            <a:avLst/>
          </a:prstGeom>
          <a:gradFill>
            <a:gsLst>
              <a:gs pos="0">
                <a:srgbClr val="6F61EC"/>
              </a:gs>
              <a:gs pos="24000">
                <a:srgbClr val="8E8BD8"/>
              </a:gs>
              <a:gs pos="52000">
                <a:srgbClr val="7F76E2"/>
              </a:gs>
              <a:gs pos="78000">
                <a:srgbClr val="8E8BD8"/>
              </a:gs>
              <a:gs pos="100000">
                <a:srgbClr val="6F61EC"/>
              </a:gs>
            </a:gsLst>
            <a:lin ang="2700006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6" name="Google Shape;576;p1"/>
          <p:cNvPicPr preferRelativeResize="0"/>
          <p:nvPr/>
        </p:nvPicPr>
        <p:blipFill rotWithShape="1">
          <a:blip r:embed="rId3">
            <a:alphaModFix/>
          </a:blip>
          <a:srcRect b="13836" l="11841" r="6324" t="4328"/>
          <a:stretch/>
        </p:blipFill>
        <p:spPr>
          <a:xfrm>
            <a:off x="-1467350" y="-369750"/>
            <a:ext cx="5399602" cy="5399602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1"/>
          <p:cNvSpPr txBox="1"/>
          <p:nvPr>
            <p:ph type="ctrTitle"/>
          </p:nvPr>
        </p:nvSpPr>
        <p:spPr>
          <a:xfrm>
            <a:off x="4106275" y="1614800"/>
            <a:ext cx="4314000" cy="115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/>
              <a:t>CRYPTOCURRENCY</a:t>
            </a:r>
            <a:endParaRPr/>
          </a:p>
        </p:txBody>
      </p:sp>
      <p:sp>
        <p:nvSpPr>
          <p:cNvPr id="578" name="Google Shape;578;p1"/>
          <p:cNvSpPr txBox="1"/>
          <p:nvPr>
            <p:ph idx="1" type="subTitle"/>
          </p:nvPr>
        </p:nvSpPr>
        <p:spPr>
          <a:xfrm>
            <a:off x="4259613" y="3173025"/>
            <a:ext cx="4069500" cy="25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CRYPTOGRAPHY COURSE</a:t>
            </a:r>
            <a:endParaRPr/>
          </a:p>
        </p:txBody>
      </p:sp>
      <p:sp>
        <p:nvSpPr>
          <p:cNvPr id="579" name="Google Shape;579;p1"/>
          <p:cNvSpPr txBox="1"/>
          <p:nvPr/>
        </p:nvSpPr>
        <p:spPr>
          <a:xfrm>
            <a:off x="5492828" y="4215609"/>
            <a:ext cx="3480484" cy="927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Laura Martin Ybañez 100496895  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Nuria Calle Carpintero 100497015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Leyre Ruiz de Alegria Bravo 100497014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"/>
          <p:cNvSpPr txBox="1"/>
          <p:nvPr>
            <p:ph idx="15"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585" name="Google Shape;585;p4"/>
          <p:cNvSpPr txBox="1"/>
          <p:nvPr>
            <p:ph idx="1" type="subTitle"/>
          </p:nvPr>
        </p:nvSpPr>
        <p:spPr>
          <a:xfrm>
            <a:off x="6187075" y="1815925"/>
            <a:ext cx="2236800" cy="47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HOW IT WORKS</a:t>
            </a:r>
            <a:endParaRPr/>
          </a:p>
        </p:txBody>
      </p:sp>
      <p:sp>
        <p:nvSpPr>
          <p:cNvPr id="586" name="Google Shape;586;p4"/>
          <p:cNvSpPr txBox="1"/>
          <p:nvPr>
            <p:ph type="title"/>
          </p:nvPr>
        </p:nvSpPr>
        <p:spPr>
          <a:xfrm>
            <a:off x="4740538" y="1460275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87" name="Google Shape;587;p4"/>
          <p:cNvSpPr txBox="1"/>
          <p:nvPr>
            <p:ph idx="3" type="title"/>
          </p:nvPr>
        </p:nvSpPr>
        <p:spPr>
          <a:xfrm>
            <a:off x="4782363" y="2646475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88" name="Google Shape;588;p4"/>
          <p:cNvSpPr txBox="1"/>
          <p:nvPr>
            <p:ph idx="4" type="subTitle"/>
          </p:nvPr>
        </p:nvSpPr>
        <p:spPr>
          <a:xfrm>
            <a:off x="6187075" y="28872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FUTURE</a:t>
            </a:r>
            <a:endParaRPr/>
          </a:p>
        </p:txBody>
      </p:sp>
      <p:sp>
        <p:nvSpPr>
          <p:cNvPr id="589" name="Google Shape;589;p4"/>
          <p:cNvSpPr txBox="1"/>
          <p:nvPr>
            <p:ph idx="6" type="title"/>
          </p:nvPr>
        </p:nvSpPr>
        <p:spPr>
          <a:xfrm>
            <a:off x="3068313" y="1460275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90" name="Google Shape;590;p4"/>
          <p:cNvSpPr txBox="1"/>
          <p:nvPr>
            <p:ph idx="7" type="title"/>
          </p:nvPr>
        </p:nvSpPr>
        <p:spPr>
          <a:xfrm>
            <a:off x="3082863" y="2646475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3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91" name="Google Shape;591;p4"/>
          <p:cNvSpPr txBox="1"/>
          <p:nvPr>
            <p:ph idx="8" type="subTitle"/>
          </p:nvPr>
        </p:nvSpPr>
        <p:spPr>
          <a:xfrm>
            <a:off x="893375" y="17813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HISTORY</a:t>
            </a:r>
            <a:endParaRPr/>
          </a:p>
        </p:txBody>
      </p:sp>
      <p:sp>
        <p:nvSpPr>
          <p:cNvPr id="592" name="Google Shape;592;p4"/>
          <p:cNvSpPr txBox="1"/>
          <p:nvPr>
            <p:ph idx="13" type="subTitle"/>
          </p:nvPr>
        </p:nvSpPr>
        <p:spPr>
          <a:xfrm>
            <a:off x="831525" y="29976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TYPES</a:t>
            </a:r>
            <a:endParaRPr/>
          </a:p>
        </p:txBody>
      </p:sp>
      <p:cxnSp>
        <p:nvCxnSpPr>
          <p:cNvPr id="593" name="Google Shape;593;p4"/>
          <p:cNvCxnSpPr/>
          <p:nvPr/>
        </p:nvCxnSpPr>
        <p:spPr>
          <a:xfrm>
            <a:off x="4571175" y="1595050"/>
            <a:ext cx="11100" cy="24168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100013" rotWithShape="0" algn="bl">
              <a:srgbClr val="DFDEFF">
                <a:alpha val="49803"/>
              </a:srgbClr>
            </a:outerShdw>
          </a:effectLst>
        </p:spPr>
      </p:cxnSp>
      <p:sp>
        <p:nvSpPr>
          <p:cNvPr id="594" name="Google Shape;594;p4"/>
          <p:cNvSpPr txBox="1"/>
          <p:nvPr>
            <p:ph type="title"/>
          </p:nvPr>
        </p:nvSpPr>
        <p:spPr>
          <a:xfrm>
            <a:off x="3130163" y="3832675"/>
            <a:ext cx="1288200" cy="1186200"/>
          </a:xfrm>
          <a:prstGeom prst="rect">
            <a:avLst/>
          </a:prstGeom>
          <a:noFill/>
          <a:ln>
            <a:noFill/>
          </a:ln>
          <a:effectLst>
            <a:outerShdw blurRad="42863" rotWithShape="0" algn="bl">
              <a:srgbClr val="DFDEFF">
                <a:alpha val="49800"/>
              </a:srgbClr>
            </a:outerShdw>
          </a:effectLst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595" name="Google Shape;595;p4"/>
          <p:cNvSpPr txBox="1"/>
          <p:nvPr>
            <p:ph idx="13" type="subTitle"/>
          </p:nvPr>
        </p:nvSpPr>
        <p:spPr>
          <a:xfrm>
            <a:off x="1013775" y="40906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SECURITY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"/>
          <p:cNvSpPr txBox="1"/>
          <p:nvPr>
            <p:ph idx="1" type="subTitle"/>
          </p:nvPr>
        </p:nvSpPr>
        <p:spPr>
          <a:xfrm>
            <a:off x="720000" y="2881224"/>
            <a:ext cx="3775500" cy="206872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Arial"/>
              <a:buNone/>
            </a:pPr>
            <a:r>
              <a:rPr lang="en"/>
              <a:t>Cryptocurrencies are digital tokens. They enable individuals to make online transactions. They do not have a legislated value, it depends on the demand.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81818"/>
              </a:buClr>
              <a:buSzPts val="1100"/>
              <a:buFont typeface="Arial"/>
              <a:buNone/>
            </a:pPr>
            <a:r>
              <a:rPr lang="en"/>
              <a:t>EXAMPLES: Bitcoin, Ether</a:t>
            </a:r>
            <a:endParaRPr/>
          </a:p>
        </p:txBody>
      </p:sp>
      <p:sp>
        <p:nvSpPr>
          <p:cNvPr id="601" name="Google Shape;601;p2"/>
          <p:cNvSpPr txBox="1"/>
          <p:nvPr>
            <p:ph type="title"/>
          </p:nvPr>
        </p:nvSpPr>
        <p:spPr>
          <a:xfrm>
            <a:off x="215803" y="1551426"/>
            <a:ext cx="6375744" cy="10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lang="en" sz="3600"/>
              <a:t>WHAT IS CRYPTOCURRENCY?</a:t>
            </a:r>
            <a:endParaRPr sz="3600"/>
          </a:p>
        </p:txBody>
      </p:sp>
      <p:pic>
        <p:nvPicPr>
          <p:cNvPr id="602" name="Google Shape;602;p2"/>
          <p:cNvPicPr preferRelativeResize="0"/>
          <p:nvPr/>
        </p:nvPicPr>
        <p:blipFill rotWithShape="1">
          <a:blip r:embed="rId3">
            <a:alphaModFix/>
          </a:blip>
          <a:srcRect b="1077" l="9604" r="34746" t="0"/>
          <a:stretch/>
        </p:blipFill>
        <p:spPr>
          <a:xfrm>
            <a:off x="5150797" y="1252897"/>
            <a:ext cx="2637660" cy="2637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"/>
          <p:cNvSpPr txBox="1"/>
          <p:nvPr>
            <p:ph type="title"/>
          </p:nvPr>
        </p:nvSpPr>
        <p:spPr>
          <a:xfrm>
            <a:off x="102068" y="2219750"/>
            <a:ext cx="2740743" cy="187244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 sz="4400"/>
              <a:t>VALUE OF BITCOIN</a:t>
            </a:r>
            <a:endParaRPr sz="4400"/>
          </a:p>
        </p:txBody>
      </p:sp>
      <p:sp>
        <p:nvSpPr>
          <p:cNvPr id="608" name="Google Shape;608;p3"/>
          <p:cNvSpPr txBox="1"/>
          <p:nvPr>
            <p:ph idx="4294967295" type="subTitle"/>
          </p:nvPr>
        </p:nvSpPr>
        <p:spPr>
          <a:xfrm>
            <a:off x="2520097" y="3853750"/>
            <a:ext cx="2165565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$30,000</a:t>
            </a:r>
            <a:endParaRPr b="0" i="0" sz="40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609" name="Google Shape;609;p3"/>
          <p:cNvSpPr/>
          <p:nvPr/>
        </p:nvSpPr>
        <p:spPr>
          <a:xfrm flipH="1" rot="10800000">
            <a:off x="3039752" y="3516400"/>
            <a:ext cx="1094400" cy="10944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"/>
          <p:cNvSpPr/>
          <p:nvPr/>
        </p:nvSpPr>
        <p:spPr>
          <a:xfrm>
            <a:off x="4994178" y="1672550"/>
            <a:ext cx="1094400" cy="10944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1" name="Google Shape;611;p3"/>
          <p:cNvCxnSpPr/>
          <p:nvPr/>
        </p:nvCxnSpPr>
        <p:spPr>
          <a:xfrm rot="10800000">
            <a:off x="3574760" y="2981200"/>
            <a:ext cx="0" cy="5352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612" name="Google Shape;612;p3"/>
          <p:cNvCxnSpPr>
            <a:stCxn id="610" idx="2"/>
          </p:cNvCxnSpPr>
          <p:nvPr/>
        </p:nvCxnSpPr>
        <p:spPr>
          <a:xfrm>
            <a:off x="5541378" y="2766950"/>
            <a:ext cx="0" cy="5352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sp>
        <p:nvSpPr>
          <p:cNvPr id="613" name="Google Shape;613;p3"/>
          <p:cNvSpPr/>
          <p:nvPr/>
        </p:nvSpPr>
        <p:spPr>
          <a:xfrm flipH="1" rot="10800000">
            <a:off x="6948605" y="3516400"/>
            <a:ext cx="1094400" cy="10944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4" name="Google Shape;614;p3"/>
          <p:cNvCxnSpPr>
            <a:stCxn id="613" idx="2"/>
          </p:cNvCxnSpPr>
          <p:nvPr/>
        </p:nvCxnSpPr>
        <p:spPr>
          <a:xfrm rot="10800000">
            <a:off x="7495805" y="2981200"/>
            <a:ext cx="0" cy="5352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sp>
        <p:nvSpPr>
          <p:cNvPr id="615" name="Google Shape;615;p3"/>
          <p:cNvSpPr txBox="1"/>
          <p:nvPr>
            <p:ph idx="4294967295" type="subTitle"/>
          </p:nvPr>
        </p:nvSpPr>
        <p:spPr>
          <a:xfrm>
            <a:off x="2662459" y="2533257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23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Mid-2021</a:t>
            </a:r>
            <a:endParaRPr b="0" i="0" sz="23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616" name="Google Shape;616;p3"/>
          <p:cNvSpPr txBox="1"/>
          <p:nvPr>
            <p:ph idx="4294967295" type="subTitle"/>
          </p:nvPr>
        </p:nvSpPr>
        <p:spPr>
          <a:xfrm>
            <a:off x="4629075" y="3421400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23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End of 2021</a:t>
            </a:r>
            <a:endParaRPr b="0" i="0" sz="23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617" name="Google Shape;617;p3"/>
          <p:cNvSpPr txBox="1"/>
          <p:nvPr>
            <p:ph idx="4294967295" type="subTitle"/>
          </p:nvPr>
        </p:nvSpPr>
        <p:spPr>
          <a:xfrm>
            <a:off x="6571103" y="2510080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23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2022</a:t>
            </a:r>
            <a:endParaRPr/>
          </a:p>
        </p:txBody>
      </p:sp>
      <p:sp>
        <p:nvSpPr>
          <p:cNvPr id="618" name="Google Shape;618;p3"/>
          <p:cNvSpPr/>
          <p:nvPr/>
        </p:nvSpPr>
        <p:spPr>
          <a:xfrm>
            <a:off x="6092888" y="2211325"/>
            <a:ext cx="851400" cy="1872450"/>
          </a:xfrm>
          <a:custGeom>
            <a:rect b="b" l="l" r="r" t="t"/>
            <a:pathLst>
              <a:path extrusionOk="0" h="74898" w="34056">
                <a:moveTo>
                  <a:pt x="0" y="0"/>
                </a:moveTo>
                <a:lnTo>
                  <a:pt x="7881" y="0"/>
                </a:lnTo>
                <a:lnTo>
                  <a:pt x="27950" y="74898"/>
                </a:lnTo>
                <a:lnTo>
                  <a:pt x="34056" y="74898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dot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9" name="Google Shape;619;p3"/>
          <p:cNvSpPr/>
          <p:nvPr/>
        </p:nvSpPr>
        <p:spPr>
          <a:xfrm flipH="1">
            <a:off x="4138463" y="2211325"/>
            <a:ext cx="851400" cy="1872450"/>
          </a:xfrm>
          <a:custGeom>
            <a:rect b="b" l="l" r="r" t="t"/>
            <a:pathLst>
              <a:path extrusionOk="0" h="74898" w="34056">
                <a:moveTo>
                  <a:pt x="0" y="0"/>
                </a:moveTo>
                <a:lnTo>
                  <a:pt x="7881" y="0"/>
                </a:lnTo>
                <a:lnTo>
                  <a:pt x="27950" y="74898"/>
                </a:lnTo>
                <a:lnTo>
                  <a:pt x="34056" y="74898"/>
                </a:lnTo>
              </a:path>
            </a:pathLst>
          </a:custGeom>
          <a:noFill/>
          <a:ln cap="flat" cmpd="sng" w="19050">
            <a:solidFill>
              <a:srgbClr val="775EF5"/>
            </a:solidFill>
            <a:prstDash val="dot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0" name="Google Shape;620;p3"/>
          <p:cNvSpPr txBox="1"/>
          <p:nvPr/>
        </p:nvSpPr>
        <p:spPr>
          <a:xfrm>
            <a:off x="6413014" y="3753666"/>
            <a:ext cx="2165565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$35,000</a:t>
            </a:r>
            <a:endParaRPr b="0" i="0" sz="40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621" name="Google Shape;621;p3"/>
          <p:cNvSpPr txBox="1"/>
          <p:nvPr/>
        </p:nvSpPr>
        <p:spPr>
          <a:xfrm>
            <a:off x="4417940" y="2009900"/>
            <a:ext cx="2165565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40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$70,000</a:t>
            </a:r>
            <a:endParaRPr b="0" i="0" sz="40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5"/>
          <p:cNvSpPr txBox="1"/>
          <p:nvPr>
            <p:ph type="title"/>
          </p:nvPr>
        </p:nvSpPr>
        <p:spPr>
          <a:xfrm>
            <a:off x="4007284" y="1854782"/>
            <a:ext cx="4681358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HISTORY OF CRYPTOCURRENCY</a:t>
            </a:r>
            <a:endParaRPr sz="3200"/>
          </a:p>
        </p:txBody>
      </p:sp>
      <p:sp>
        <p:nvSpPr>
          <p:cNvPr id="627" name="Google Shape;627;p5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628" name="Google Shape;628;p5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"/>
          <p:cNvSpPr txBox="1"/>
          <p:nvPr>
            <p:ph idx="3" type="subTitle"/>
          </p:nvPr>
        </p:nvSpPr>
        <p:spPr>
          <a:xfrm>
            <a:off x="2646023" y="3182775"/>
            <a:ext cx="1892214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 sz="2000"/>
              <a:t>Satoshi Nakamoto</a:t>
            </a:r>
            <a:endParaRPr sz="2000"/>
          </a:p>
        </p:txBody>
      </p:sp>
      <p:sp>
        <p:nvSpPr>
          <p:cNvPr id="634" name="Google Shape;634;p6"/>
          <p:cNvSpPr txBox="1"/>
          <p:nvPr>
            <p:ph idx="4" type="subTitle"/>
          </p:nvPr>
        </p:nvSpPr>
        <p:spPr>
          <a:xfrm>
            <a:off x="2612216" y="3656437"/>
            <a:ext cx="2095368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October 2008 Presents Bitcoin: facilitate online payments</a:t>
            </a:r>
            <a:endParaRPr/>
          </a:p>
        </p:txBody>
      </p:sp>
      <p:sp>
        <p:nvSpPr>
          <p:cNvPr id="635" name="Google Shape;635;p6"/>
          <p:cNvSpPr txBox="1"/>
          <p:nvPr>
            <p:ph idx="6" type="subTitle"/>
          </p:nvPr>
        </p:nvSpPr>
        <p:spPr>
          <a:xfrm>
            <a:off x="4639665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January 3, 2009 First block of 50 bitcoins</a:t>
            </a:r>
            <a:endParaRPr/>
          </a:p>
        </p:txBody>
      </p:sp>
      <p:sp>
        <p:nvSpPr>
          <p:cNvPr id="636" name="Google Shape;636;p6"/>
          <p:cNvSpPr txBox="1"/>
          <p:nvPr>
            <p:ph idx="7" type="subTitle"/>
          </p:nvPr>
        </p:nvSpPr>
        <p:spPr>
          <a:xfrm>
            <a:off x="6667412" y="3135501"/>
            <a:ext cx="1721928" cy="53519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 sz="2000"/>
              <a:t>El salvador-    Legal tener</a:t>
            </a:r>
            <a:endParaRPr sz="2000"/>
          </a:p>
        </p:txBody>
      </p:sp>
      <p:sp>
        <p:nvSpPr>
          <p:cNvPr id="637" name="Google Shape;637;p6"/>
          <p:cNvSpPr txBox="1"/>
          <p:nvPr>
            <p:ph idx="5" type="subTitle"/>
          </p:nvPr>
        </p:nvSpPr>
        <p:spPr>
          <a:xfrm>
            <a:off x="4639659" y="3182775"/>
            <a:ext cx="18246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638" name="Google Shape;638;p6"/>
          <p:cNvSpPr txBox="1"/>
          <p:nvPr>
            <p:ph idx="8" type="subTitle"/>
          </p:nvPr>
        </p:nvSpPr>
        <p:spPr>
          <a:xfrm>
            <a:off x="6659117" y="3910263"/>
            <a:ext cx="1721929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September 7, 2021</a:t>
            </a:r>
            <a:endParaRPr/>
          </a:p>
        </p:txBody>
      </p:sp>
      <p:sp>
        <p:nvSpPr>
          <p:cNvPr id="639" name="Google Shape;639;p6"/>
          <p:cNvSpPr txBox="1"/>
          <p:nvPr>
            <p:ph idx="1" type="subTitle"/>
          </p:nvPr>
        </p:nvSpPr>
        <p:spPr>
          <a:xfrm>
            <a:off x="647661" y="3219374"/>
            <a:ext cx="2008056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 sz="2000"/>
              <a:t>2008 CRISIS</a:t>
            </a:r>
            <a:endParaRPr sz="2000"/>
          </a:p>
        </p:txBody>
      </p:sp>
      <p:sp>
        <p:nvSpPr>
          <p:cNvPr id="640" name="Google Shape;640;p6"/>
          <p:cNvSpPr txBox="1"/>
          <p:nvPr>
            <p:ph idx="2" type="subTitle"/>
          </p:nvPr>
        </p:nvSpPr>
        <p:spPr>
          <a:xfrm>
            <a:off x="787616" y="3670700"/>
            <a:ext cx="18246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 sz="1600"/>
              <a:t>LEHMAN BROTHERS       </a:t>
            </a:r>
            <a:r>
              <a:rPr lang="en"/>
              <a:t>Bankrupcty </a:t>
            </a:r>
            <a:endParaRPr/>
          </a:p>
        </p:txBody>
      </p:sp>
      <p:sp>
        <p:nvSpPr>
          <p:cNvPr id="641" name="Google Shape;641;p6"/>
          <p:cNvSpPr/>
          <p:nvPr/>
        </p:nvSpPr>
        <p:spPr>
          <a:xfrm>
            <a:off x="1204350" y="1791800"/>
            <a:ext cx="855900" cy="8559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6"/>
          <p:cNvSpPr/>
          <p:nvPr/>
        </p:nvSpPr>
        <p:spPr>
          <a:xfrm>
            <a:off x="3164180" y="1791800"/>
            <a:ext cx="855900" cy="8559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6"/>
          <p:cNvSpPr/>
          <p:nvPr/>
        </p:nvSpPr>
        <p:spPr>
          <a:xfrm>
            <a:off x="5124009" y="1791800"/>
            <a:ext cx="855900" cy="8559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6"/>
          <p:cNvSpPr/>
          <p:nvPr/>
        </p:nvSpPr>
        <p:spPr>
          <a:xfrm>
            <a:off x="7083839" y="1791800"/>
            <a:ext cx="855900" cy="855900"/>
          </a:xfrm>
          <a:prstGeom prst="rect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5" name="Google Shape;645;p6"/>
          <p:cNvCxnSpPr>
            <a:stCxn id="641" idx="2"/>
            <a:endCxn id="639" idx="0"/>
          </p:cNvCxnSpPr>
          <p:nvPr/>
        </p:nvCxnSpPr>
        <p:spPr>
          <a:xfrm>
            <a:off x="1632300" y="2647700"/>
            <a:ext cx="19500" cy="5718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646" name="Google Shape;646;p6"/>
          <p:cNvCxnSpPr>
            <a:stCxn id="642" idx="2"/>
            <a:endCxn id="633" idx="0"/>
          </p:cNvCxnSpPr>
          <p:nvPr/>
        </p:nvCxnSpPr>
        <p:spPr>
          <a:xfrm>
            <a:off x="3592130" y="2647700"/>
            <a:ext cx="0" cy="5352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647" name="Google Shape;647;p6"/>
          <p:cNvCxnSpPr>
            <a:stCxn id="643" idx="2"/>
            <a:endCxn id="637" idx="0"/>
          </p:cNvCxnSpPr>
          <p:nvPr/>
        </p:nvCxnSpPr>
        <p:spPr>
          <a:xfrm>
            <a:off x="5551959" y="2647700"/>
            <a:ext cx="0" cy="5352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648" name="Google Shape;648;p6"/>
          <p:cNvCxnSpPr>
            <a:stCxn id="644" idx="2"/>
            <a:endCxn id="636" idx="0"/>
          </p:cNvCxnSpPr>
          <p:nvPr/>
        </p:nvCxnSpPr>
        <p:spPr>
          <a:xfrm>
            <a:off x="7511789" y="2647700"/>
            <a:ext cx="16500" cy="48780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sm" w="sm" type="none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Prehistory</a:t>
            </a:r>
            <a:endParaRPr/>
          </a:p>
        </p:txBody>
      </p:sp>
      <p:sp>
        <p:nvSpPr>
          <p:cNvPr id="654" name="Google Shape;654;p7"/>
          <p:cNvSpPr txBox="1"/>
          <p:nvPr>
            <p:ph idx="1" type="subTitle"/>
          </p:nvPr>
        </p:nvSpPr>
        <p:spPr>
          <a:xfrm>
            <a:off x="5035994" y="2010246"/>
            <a:ext cx="3903318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82875" spcFirstLastPara="1" rIns="9142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1980s and 1990s, David Chaum        </a:t>
            </a:r>
            <a:r>
              <a:rPr lang="en" sz="1200"/>
              <a:t>Preserve confidentiality of data in economy transactions</a:t>
            </a:r>
            <a:endParaRPr/>
          </a:p>
        </p:txBody>
      </p:sp>
      <p:sp>
        <p:nvSpPr>
          <p:cNvPr id="655" name="Google Shape;655;p7"/>
          <p:cNvSpPr txBox="1"/>
          <p:nvPr>
            <p:ph idx="2" type="subTitle"/>
          </p:nvPr>
        </p:nvSpPr>
        <p:spPr>
          <a:xfrm>
            <a:off x="1958330" y="3677658"/>
            <a:ext cx="2687216" cy="66533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182875" wrap="square" tIns="1828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SzPts val="1600"/>
              <a:buNone/>
            </a:pPr>
            <a:r>
              <a:rPr lang="en"/>
              <a:t>1998, Wei Dai                                    </a:t>
            </a:r>
            <a:r>
              <a:rPr lang="en" sz="1200"/>
              <a:t>Authenticate transactions</a:t>
            </a:r>
            <a:endParaRPr sz="1200"/>
          </a:p>
        </p:txBody>
      </p:sp>
      <p:sp>
        <p:nvSpPr>
          <p:cNvPr id="656" name="Google Shape;656;p7"/>
          <p:cNvSpPr txBox="1"/>
          <p:nvPr>
            <p:ph idx="3" type="title"/>
          </p:nvPr>
        </p:nvSpPr>
        <p:spPr>
          <a:xfrm>
            <a:off x="1958330" y="1766350"/>
            <a:ext cx="2876470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sz="2800"/>
              <a:t>eCash, DigiCash</a:t>
            </a:r>
            <a:endParaRPr sz="2800"/>
          </a:p>
        </p:txBody>
      </p:sp>
      <p:sp>
        <p:nvSpPr>
          <p:cNvPr id="657" name="Google Shape;657;p7"/>
          <p:cNvSpPr txBox="1"/>
          <p:nvPr>
            <p:ph idx="4" type="title"/>
          </p:nvPr>
        </p:nvSpPr>
        <p:spPr>
          <a:xfrm>
            <a:off x="5063400" y="3417375"/>
            <a:ext cx="2587702" cy="11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18287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000"/>
              <a:buNone/>
            </a:pPr>
            <a:r>
              <a:rPr lang="en" sz="3600"/>
              <a:t>b-money</a:t>
            </a:r>
            <a:endParaRPr sz="3600"/>
          </a:p>
        </p:txBody>
      </p:sp>
      <p:sp>
        <p:nvSpPr>
          <p:cNvPr id="658" name="Google Shape;658;p7"/>
          <p:cNvSpPr/>
          <p:nvPr/>
        </p:nvSpPr>
        <p:spPr>
          <a:xfrm>
            <a:off x="1233229" y="2059975"/>
            <a:ext cx="523907" cy="598642"/>
          </a:xfrm>
          <a:custGeom>
            <a:rect b="b" l="l" r="r" t="t"/>
            <a:pathLst>
              <a:path extrusionOk="0" h="208768" w="182705">
                <a:moveTo>
                  <a:pt x="115247" y="6100"/>
                </a:moveTo>
                <a:cubicBezTo>
                  <a:pt x="117204" y="6100"/>
                  <a:pt x="118998" y="6687"/>
                  <a:pt x="120466" y="7633"/>
                </a:cubicBezTo>
                <a:cubicBezTo>
                  <a:pt x="121934" y="8579"/>
                  <a:pt x="123141" y="9884"/>
                  <a:pt x="123989" y="11384"/>
                </a:cubicBezTo>
                <a:cubicBezTo>
                  <a:pt x="124804" y="12852"/>
                  <a:pt x="125294" y="14483"/>
                  <a:pt x="125294" y="16114"/>
                </a:cubicBezTo>
                <a:cubicBezTo>
                  <a:pt x="125294" y="17582"/>
                  <a:pt x="124902" y="19083"/>
                  <a:pt x="124054" y="20387"/>
                </a:cubicBezTo>
                <a:lnTo>
                  <a:pt x="106048" y="48604"/>
                </a:lnTo>
                <a:lnTo>
                  <a:pt x="76494" y="48604"/>
                </a:lnTo>
                <a:lnTo>
                  <a:pt x="58749" y="20746"/>
                </a:lnTo>
                <a:cubicBezTo>
                  <a:pt x="57836" y="19311"/>
                  <a:pt x="57444" y="17713"/>
                  <a:pt x="57444" y="16147"/>
                </a:cubicBezTo>
                <a:cubicBezTo>
                  <a:pt x="57444" y="14483"/>
                  <a:pt x="57868" y="12820"/>
                  <a:pt x="58717" y="11352"/>
                </a:cubicBezTo>
                <a:cubicBezTo>
                  <a:pt x="59532" y="9851"/>
                  <a:pt x="60739" y="8546"/>
                  <a:pt x="62207" y="7633"/>
                </a:cubicBezTo>
                <a:cubicBezTo>
                  <a:pt x="63675" y="6687"/>
                  <a:pt x="65469" y="6100"/>
                  <a:pt x="67459" y="6100"/>
                </a:cubicBezTo>
                <a:cubicBezTo>
                  <a:pt x="69481" y="6100"/>
                  <a:pt x="71340" y="6720"/>
                  <a:pt x="72906" y="7731"/>
                </a:cubicBezTo>
                <a:cubicBezTo>
                  <a:pt x="74537" y="8807"/>
                  <a:pt x="75809" y="10308"/>
                  <a:pt x="76592" y="12102"/>
                </a:cubicBezTo>
                <a:cubicBezTo>
                  <a:pt x="76886" y="12787"/>
                  <a:pt x="77440" y="13374"/>
                  <a:pt x="78191" y="13700"/>
                </a:cubicBezTo>
                <a:cubicBezTo>
                  <a:pt x="78575" y="13864"/>
                  <a:pt x="78976" y="13941"/>
                  <a:pt x="79372" y="13941"/>
                </a:cubicBezTo>
                <a:cubicBezTo>
                  <a:pt x="80554" y="13941"/>
                  <a:pt x="81690" y="13251"/>
                  <a:pt x="82203" y="12102"/>
                </a:cubicBezTo>
                <a:cubicBezTo>
                  <a:pt x="82953" y="10308"/>
                  <a:pt x="84258" y="8807"/>
                  <a:pt x="85889" y="7731"/>
                </a:cubicBezTo>
                <a:cubicBezTo>
                  <a:pt x="87455" y="6720"/>
                  <a:pt x="89314" y="6100"/>
                  <a:pt x="91336" y="6100"/>
                </a:cubicBezTo>
                <a:cubicBezTo>
                  <a:pt x="93359" y="6100"/>
                  <a:pt x="95251" y="6720"/>
                  <a:pt x="96816" y="7731"/>
                </a:cubicBezTo>
                <a:cubicBezTo>
                  <a:pt x="98447" y="8807"/>
                  <a:pt x="99752" y="10308"/>
                  <a:pt x="100503" y="12102"/>
                </a:cubicBezTo>
                <a:cubicBezTo>
                  <a:pt x="100796" y="12787"/>
                  <a:pt x="101351" y="13374"/>
                  <a:pt x="102101" y="13700"/>
                </a:cubicBezTo>
                <a:cubicBezTo>
                  <a:pt x="102485" y="13864"/>
                  <a:pt x="102886" y="13941"/>
                  <a:pt x="103282" y="13941"/>
                </a:cubicBezTo>
                <a:cubicBezTo>
                  <a:pt x="104462" y="13941"/>
                  <a:pt x="105592" y="13251"/>
                  <a:pt x="106080" y="12102"/>
                </a:cubicBezTo>
                <a:cubicBezTo>
                  <a:pt x="106863" y="10308"/>
                  <a:pt x="108168" y="8807"/>
                  <a:pt x="109799" y="7731"/>
                </a:cubicBezTo>
                <a:cubicBezTo>
                  <a:pt x="111365" y="6720"/>
                  <a:pt x="113224" y="6100"/>
                  <a:pt x="115247" y="6100"/>
                </a:cubicBezTo>
                <a:close/>
                <a:moveTo>
                  <a:pt x="98447" y="110516"/>
                </a:moveTo>
                <a:cubicBezTo>
                  <a:pt x="99981" y="110516"/>
                  <a:pt x="101351" y="111136"/>
                  <a:pt x="102362" y="112114"/>
                </a:cubicBezTo>
                <a:cubicBezTo>
                  <a:pt x="103373" y="113126"/>
                  <a:pt x="103993" y="114496"/>
                  <a:pt x="103993" y="115996"/>
                </a:cubicBezTo>
                <a:cubicBezTo>
                  <a:pt x="103993" y="117497"/>
                  <a:pt x="103373" y="118867"/>
                  <a:pt x="102362" y="119845"/>
                </a:cubicBezTo>
                <a:cubicBezTo>
                  <a:pt x="101351" y="120857"/>
                  <a:pt x="99981" y="121476"/>
                  <a:pt x="98447" y="121476"/>
                </a:cubicBezTo>
                <a:lnTo>
                  <a:pt x="84193" y="121476"/>
                </a:lnTo>
                <a:lnTo>
                  <a:pt x="84193" y="110516"/>
                </a:lnTo>
                <a:close/>
                <a:moveTo>
                  <a:pt x="98447" y="127576"/>
                </a:moveTo>
                <a:cubicBezTo>
                  <a:pt x="99981" y="127576"/>
                  <a:pt x="101351" y="128196"/>
                  <a:pt x="102362" y="129175"/>
                </a:cubicBezTo>
                <a:cubicBezTo>
                  <a:pt x="103373" y="130186"/>
                  <a:pt x="103993" y="131556"/>
                  <a:pt x="103993" y="133056"/>
                </a:cubicBezTo>
                <a:cubicBezTo>
                  <a:pt x="103993" y="134557"/>
                  <a:pt x="103373" y="135927"/>
                  <a:pt x="102362" y="136906"/>
                </a:cubicBezTo>
                <a:cubicBezTo>
                  <a:pt x="101351" y="137917"/>
                  <a:pt x="99981" y="138537"/>
                  <a:pt x="98447" y="138537"/>
                </a:cubicBezTo>
                <a:lnTo>
                  <a:pt x="84193" y="138537"/>
                </a:lnTo>
                <a:lnTo>
                  <a:pt x="84193" y="127576"/>
                </a:lnTo>
                <a:close/>
                <a:moveTo>
                  <a:pt x="87552" y="98251"/>
                </a:moveTo>
                <a:cubicBezTo>
                  <a:pt x="85856" y="98251"/>
                  <a:pt x="84519" y="99621"/>
                  <a:pt x="84519" y="101317"/>
                </a:cubicBezTo>
                <a:lnTo>
                  <a:pt x="84519" y="104416"/>
                </a:lnTo>
                <a:lnTo>
                  <a:pt x="75679" y="104416"/>
                </a:lnTo>
                <a:cubicBezTo>
                  <a:pt x="73983" y="104416"/>
                  <a:pt x="72613" y="105786"/>
                  <a:pt x="72613" y="107450"/>
                </a:cubicBezTo>
                <a:cubicBezTo>
                  <a:pt x="72613" y="109146"/>
                  <a:pt x="73983" y="110516"/>
                  <a:pt x="75679" y="110516"/>
                </a:cubicBezTo>
                <a:lnTo>
                  <a:pt x="78060" y="110516"/>
                </a:lnTo>
                <a:lnTo>
                  <a:pt x="78060" y="138537"/>
                </a:lnTo>
                <a:lnTo>
                  <a:pt x="75679" y="138537"/>
                </a:lnTo>
                <a:cubicBezTo>
                  <a:pt x="73983" y="138537"/>
                  <a:pt x="72613" y="139907"/>
                  <a:pt x="72613" y="141603"/>
                </a:cubicBezTo>
                <a:cubicBezTo>
                  <a:pt x="72613" y="143266"/>
                  <a:pt x="73983" y="144636"/>
                  <a:pt x="75679" y="144636"/>
                </a:cubicBezTo>
                <a:lnTo>
                  <a:pt x="84519" y="144636"/>
                </a:lnTo>
                <a:lnTo>
                  <a:pt x="84519" y="147735"/>
                </a:lnTo>
                <a:cubicBezTo>
                  <a:pt x="84519" y="149432"/>
                  <a:pt x="85856" y="150802"/>
                  <a:pt x="87552" y="150802"/>
                </a:cubicBezTo>
                <a:cubicBezTo>
                  <a:pt x="89249" y="150802"/>
                  <a:pt x="90619" y="149432"/>
                  <a:pt x="90619" y="147735"/>
                </a:cubicBezTo>
                <a:lnTo>
                  <a:pt x="90619" y="144636"/>
                </a:lnTo>
                <a:lnTo>
                  <a:pt x="95414" y="144636"/>
                </a:lnTo>
                <a:lnTo>
                  <a:pt x="95414" y="147735"/>
                </a:lnTo>
                <a:cubicBezTo>
                  <a:pt x="95414" y="149432"/>
                  <a:pt x="96751" y="150802"/>
                  <a:pt x="98447" y="150802"/>
                </a:cubicBezTo>
                <a:cubicBezTo>
                  <a:pt x="100144" y="150802"/>
                  <a:pt x="101514" y="149432"/>
                  <a:pt x="101514" y="147735"/>
                </a:cubicBezTo>
                <a:lnTo>
                  <a:pt x="101514" y="144245"/>
                </a:lnTo>
                <a:cubicBezTo>
                  <a:pt x="103504" y="143691"/>
                  <a:pt x="105265" y="142647"/>
                  <a:pt x="106668" y="141244"/>
                </a:cubicBezTo>
                <a:cubicBezTo>
                  <a:pt x="108788" y="139156"/>
                  <a:pt x="110093" y="136253"/>
                  <a:pt x="110093" y="133056"/>
                </a:cubicBezTo>
                <a:cubicBezTo>
                  <a:pt x="110093" y="129794"/>
                  <a:pt x="108723" y="126728"/>
                  <a:pt x="106309" y="124510"/>
                </a:cubicBezTo>
                <a:cubicBezTo>
                  <a:pt x="108723" y="122324"/>
                  <a:pt x="110093" y="119258"/>
                  <a:pt x="110093" y="115996"/>
                </a:cubicBezTo>
                <a:cubicBezTo>
                  <a:pt x="110093" y="112799"/>
                  <a:pt x="108788" y="109896"/>
                  <a:pt x="106668" y="107809"/>
                </a:cubicBezTo>
                <a:cubicBezTo>
                  <a:pt x="105265" y="106406"/>
                  <a:pt x="103504" y="105362"/>
                  <a:pt x="101514" y="104808"/>
                </a:cubicBezTo>
                <a:lnTo>
                  <a:pt x="101514" y="101317"/>
                </a:lnTo>
                <a:cubicBezTo>
                  <a:pt x="101514" y="99621"/>
                  <a:pt x="100144" y="98251"/>
                  <a:pt x="98447" y="98251"/>
                </a:cubicBezTo>
                <a:cubicBezTo>
                  <a:pt x="96751" y="98251"/>
                  <a:pt x="95414" y="99621"/>
                  <a:pt x="95414" y="101317"/>
                </a:cubicBezTo>
                <a:lnTo>
                  <a:pt x="95414" y="104416"/>
                </a:lnTo>
                <a:lnTo>
                  <a:pt x="90619" y="104416"/>
                </a:lnTo>
                <a:lnTo>
                  <a:pt x="90619" y="101317"/>
                </a:lnTo>
                <a:cubicBezTo>
                  <a:pt x="90619" y="99621"/>
                  <a:pt x="89249" y="98251"/>
                  <a:pt x="87552" y="98251"/>
                </a:cubicBezTo>
                <a:close/>
                <a:moveTo>
                  <a:pt x="91369" y="83344"/>
                </a:moveTo>
                <a:cubicBezTo>
                  <a:pt x="79985" y="83344"/>
                  <a:pt x="69677" y="87943"/>
                  <a:pt x="62239" y="95413"/>
                </a:cubicBezTo>
                <a:cubicBezTo>
                  <a:pt x="54802" y="102850"/>
                  <a:pt x="50170" y="113158"/>
                  <a:pt x="50170" y="124510"/>
                </a:cubicBezTo>
                <a:cubicBezTo>
                  <a:pt x="50170" y="135894"/>
                  <a:pt x="54802" y="146202"/>
                  <a:pt x="62239" y="153640"/>
                </a:cubicBezTo>
                <a:cubicBezTo>
                  <a:pt x="69677" y="161077"/>
                  <a:pt x="79985" y="165709"/>
                  <a:pt x="91369" y="165709"/>
                </a:cubicBezTo>
                <a:cubicBezTo>
                  <a:pt x="102721" y="165709"/>
                  <a:pt x="113029" y="161077"/>
                  <a:pt x="120466" y="153640"/>
                </a:cubicBezTo>
                <a:cubicBezTo>
                  <a:pt x="127936" y="146202"/>
                  <a:pt x="132535" y="135894"/>
                  <a:pt x="132535" y="124510"/>
                </a:cubicBezTo>
                <a:cubicBezTo>
                  <a:pt x="132535" y="121835"/>
                  <a:pt x="132274" y="119226"/>
                  <a:pt x="131785" y="116649"/>
                </a:cubicBezTo>
                <a:cubicBezTo>
                  <a:pt x="131263" y="114039"/>
                  <a:pt x="130513" y="111495"/>
                  <a:pt x="129534" y="109081"/>
                </a:cubicBezTo>
                <a:cubicBezTo>
                  <a:pt x="129062" y="107887"/>
                  <a:pt x="127907" y="107167"/>
                  <a:pt x="126691" y="107167"/>
                </a:cubicBezTo>
                <a:cubicBezTo>
                  <a:pt x="126312" y="107167"/>
                  <a:pt x="125927" y="107237"/>
                  <a:pt x="125555" y="107385"/>
                </a:cubicBezTo>
                <a:cubicBezTo>
                  <a:pt x="123989" y="108037"/>
                  <a:pt x="123239" y="109798"/>
                  <a:pt x="123858" y="111364"/>
                </a:cubicBezTo>
                <a:cubicBezTo>
                  <a:pt x="124706" y="113419"/>
                  <a:pt x="125359" y="115572"/>
                  <a:pt x="125783" y="117790"/>
                </a:cubicBezTo>
                <a:cubicBezTo>
                  <a:pt x="126207" y="119976"/>
                  <a:pt x="126403" y="122194"/>
                  <a:pt x="126403" y="124510"/>
                </a:cubicBezTo>
                <a:cubicBezTo>
                  <a:pt x="126403" y="134198"/>
                  <a:pt x="122488" y="142973"/>
                  <a:pt x="116160" y="149301"/>
                </a:cubicBezTo>
                <a:cubicBezTo>
                  <a:pt x="109799" y="155662"/>
                  <a:pt x="101057" y="159576"/>
                  <a:pt x="91369" y="159576"/>
                </a:cubicBezTo>
                <a:cubicBezTo>
                  <a:pt x="81681" y="159576"/>
                  <a:pt x="72906" y="155662"/>
                  <a:pt x="66578" y="149301"/>
                </a:cubicBezTo>
                <a:cubicBezTo>
                  <a:pt x="60217" y="142973"/>
                  <a:pt x="56303" y="134198"/>
                  <a:pt x="56303" y="124510"/>
                </a:cubicBezTo>
                <a:cubicBezTo>
                  <a:pt x="56303" y="114855"/>
                  <a:pt x="60217" y="106080"/>
                  <a:pt x="66578" y="99719"/>
                </a:cubicBezTo>
                <a:cubicBezTo>
                  <a:pt x="72906" y="93391"/>
                  <a:pt x="81681" y="89476"/>
                  <a:pt x="91369" y="89476"/>
                </a:cubicBezTo>
                <a:cubicBezTo>
                  <a:pt x="96360" y="89476"/>
                  <a:pt x="101090" y="90488"/>
                  <a:pt x="105363" y="92379"/>
                </a:cubicBezTo>
                <a:cubicBezTo>
                  <a:pt x="109832" y="94304"/>
                  <a:pt x="113779" y="97142"/>
                  <a:pt x="117041" y="100665"/>
                </a:cubicBezTo>
                <a:cubicBezTo>
                  <a:pt x="117656" y="101314"/>
                  <a:pt x="118477" y="101641"/>
                  <a:pt x="119298" y="101641"/>
                </a:cubicBezTo>
                <a:cubicBezTo>
                  <a:pt x="120044" y="101641"/>
                  <a:pt x="120789" y="101371"/>
                  <a:pt x="121379" y="100828"/>
                </a:cubicBezTo>
                <a:cubicBezTo>
                  <a:pt x="122586" y="99654"/>
                  <a:pt x="122684" y="97729"/>
                  <a:pt x="121510" y="96490"/>
                </a:cubicBezTo>
                <a:cubicBezTo>
                  <a:pt x="117693" y="92379"/>
                  <a:pt x="113029" y="89052"/>
                  <a:pt x="107777" y="86769"/>
                </a:cubicBezTo>
                <a:cubicBezTo>
                  <a:pt x="102753" y="84551"/>
                  <a:pt x="97175" y="83344"/>
                  <a:pt x="91369" y="83344"/>
                </a:cubicBezTo>
                <a:close/>
                <a:moveTo>
                  <a:pt x="27035" y="121553"/>
                </a:moveTo>
                <a:cubicBezTo>
                  <a:pt x="25662" y="121553"/>
                  <a:pt x="24403" y="122469"/>
                  <a:pt x="24042" y="123858"/>
                </a:cubicBezTo>
                <a:cubicBezTo>
                  <a:pt x="22411" y="130186"/>
                  <a:pt x="21139" y="136645"/>
                  <a:pt x="20160" y="143136"/>
                </a:cubicBezTo>
                <a:cubicBezTo>
                  <a:pt x="19214" y="149693"/>
                  <a:pt x="18562" y="156314"/>
                  <a:pt x="18301" y="162936"/>
                </a:cubicBezTo>
                <a:cubicBezTo>
                  <a:pt x="18235" y="164469"/>
                  <a:pt x="17909" y="165415"/>
                  <a:pt x="17453" y="166002"/>
                </a:cubicBezTo>
                <a:cubicBezTo>
                  <a:pt x="17028" y="166524"/>
                  <a:pt x="16343" y="166883"/>
                  <a:pt x="15528" y="167144"/>
                </a:cubicBezTo>
                <a:cubicBezTo>
                  <a:pt x="11026" y="168612"/>
                  <a:pt x="7079" y="171385"/>
                  <a:pt x="4274" y="175038"/>
                </a:cubicBezTo>
                <a:cubicBezTo>
                  <a:pt x="1632" y="178529"/>
                  <a:pt x="1" y="182802"/>
                  <a:pt x="1" y="187564"/>
                </a:cubicBezTo>
                <a:cubicBezTo>
                  <a:pt x="1" y="193403"/>
                  <a:pt x="2382" y="198688"/>
                  <a:pt x="6231" y="202537"/>
                </a:cubicBezTo>
                <a:cubicBezTo>
                  <a:pt x="10080" y="206386"/>
                  <a:pt x="15397" y="208767"/>
                  <a:pt x="21236" y="208767"/>
                </a:cubicBezTo>
                <a:lnTo>
                  <a:pt x="119977" y="208767"/>
                </a:lnTo>
                <a:cubicBezTo>
                  <a:pt x="121640" y="208767"/>
                  <a:pt x="123010" y="207397"/>
                  <a:pt x="123010" y="205701"/>
                </a:cubicBezTo>
                <a:cubicBezTo>
                  <a:pt x="123010" y="204037"/>
                  <a:pt x="121640" y="202667"/>
                  <a:pt x="119977" y="202667"/>
                </a:cubicBezTo>
                <a:lnTo>
                  <a:pt x="21236" y="202667"/>
                </a:lnTo>
                <a:cubicBezTo>
                  <a:pt x="17061" y="202667"/>
                  <a:pt x="13310" y="200938"/>
                  <a:pt x="10570" y="198198"/>
                </a:cubicBezTo>
                <a:cubicBezTo>
                  <a:pt x="7830" y="195491"/>
                  <a:pt x="6133" y="191707"/>
                  <a:pt x="6133" y="187564"/>
                </a:cubicBezTo>
                <a:cubicBezTo>
                  <a:pt x="6133" y="184204"/>
                  <a:pt x="7275" y="181203"/>
                  <a:pt x="9134" y="178757"/>
                </a:cubicBezTo>
                <a:cubicBezTo>
                  <a:pt x="11190" y="176082"/>
                  <a:pt x="14093" y="174060"/>
                  <a:pt x="17420" y="172951"/>
                </a:cubicBezTo>
                <a:cubicBezTo>
                  <a:pt x="19279" y="172331"/>
                  <a:pt x="20943" y="171417"/>
                  <a:pt x="22215" y="169819"/>
                </a:cubicBezTo>
                <a:cubicBezTo>
                  <a:pt x="23487" y="168253"/>
                  <a:pt x="24237" y="166166"/>
                  <a:pt x="24368" y="163197"/>
                </a:cubicBezTo>
                <a:cubicBezTo>
                  <a:pt x="24661" y="156869"/>
                  <a:pt x="25281" y="150443"/>
                  <a:pt x="26227" y="144049"/>
                </a:cubicBezTo>
                <a:cubicBezTo>
                  <a:pt x="27141" y="137623"/>
                  <a:pt x="28413" y="131360"/>
                  <a:pt x="29946" y="125358"/>
                </a:cubicBezTo>
                <a:cubicBezTo>
                  <a:pt x="30370" y="123727"/>
                  <a:pt x="29391" y="122064"/>
                  <a:pt x="27760" y="121639"/>
                </a:cubicBezTo>
                <a:cubicBezTo>
                  <a:pt x="27518" y="121581"/>
                  <a:pt x="27275" y="121553"/>
                  <a:pt x="27035" y="121553"/>
                </a:cubicBezTo>
                <a:close/>
                <a:moveTo>
                  <a:pt x="67459" y="0"/>
                </a:moveTo>
                <a:cubicBezTo>
                  <a:pt x="64262" y="0"/>
                  <a:pt x="61391" y="946"/>
                  <a:pt x="58912" y="2479"/>
                </a:cubicBezTo>
                <a:cubicBezTo>
                  <a:pt x="56596" y="3980"/>
                  <a:pt x="54704" y="6035"/>
                  <a:pt x="53367" y="8383"/>
                </a:cubicBezTo>
                <a:cubicBezTo>
                  <a:pt x="52062" y="10765"/>
                  <a:pt x="51312" y="13439"/>
                  <a:pt x="51312" y="16147"/>
                </a:cubicBezTo>
                <a:cubicBezTo>
                  <a:pt x="51312" y="18822"/>
                  <a:pt x="52029" y="21529"/>
                  <a:pt x="53628" y="24008"/>
                </a:cubicBezTo>
                <a:lnTo>
                  <a:pt x="69285" y="48604"/>
                </a:lnTo>
                <a:lnTo>
                  <a:pt x="61587" y="48604"/>
                </a:lnTo>
                <a:cubicBezTo>
                  <a:pt x="58619" y="48604"/>
                  <a:pt x="55944" y="49843"/>
                  <a:pt x="53987" y="51768"/>
                </a:cubicBezTo>
                <a:cubicBezTo>
                  <a:pt x="52029" y="53725"/>
                  <a:pt x="50823" y="56432"/>
                  <a:pt x="50823" y="59368"/>
                </a:cubicBezTo>
                <a:cubicBezTo>
                  <a:pt x="50823" y="62761"/>
                  <a:pt x="52421" y="65892"/>
                  <a:pt x="55063" y="67915"/>
                </a:cubicBezTo>
                <a:cubicBezTo>
                  <a:pt x="50235" y="71764"/>
                  <a:pt x="45864" y="76624"/>
                  <a:pt x="41950" y="82333"/>
                </a:cubicBezTo>
                <a:cubicBezTo>
                  <a:pt x="36437" y="90292"/>
                  <a:pt x="31805" y="99849"/>
                  <a:pt x="28152" y="110320"/>
                </a:cubicBezTo>
                <a:cubicBezTo>
                  <a:pt x="27565" y="111919"/>
                  <a:pt x="28413" y="113680"/>
                  <a:pt x="30011" y="114235"/>
                </a:cubicBezTo>
                <a:cubicBezTo>
                  <a:pt x="30343" y="114350"/>
                  <a:pt x="30681" y="114405"/>
                  <a:pt x="31012" y="114405"/>
                </a:cubicBezTo>
                <a:cubicBezTo>
                  <a:pt x="32277" y="114405"/>
                  <a:pt x="33454" y="113609"/>
                  <a:pt x="33893" y="112343"/>
                </a:cubicBezTo>
                <a:cubicBezTo>
                  <a:pt x="37383" y="102361"/>
                  <a:pt x="41754" y="93293"/>
                  <a:pt x="46941" y="85790"/>
                </a:cubicBezTo>
                <a:cubicBezTo>
                  <a:pt x="51540" y="79168"/>
                  <a:pt x="56694" y="73786"/>
                  <a:pt x="62435" y="70133"/>
                </a:cubicBezTo>
                <a:lnTo>
                  <a:pt x="93424" y="70133"/>
                </a:lnTo>
                <a:cubicBezTo>
                  <a:pt x="95120" y="70133"/>
                  <a:pt x="96490" y="68763"/>
                  <a:pt x="96490" y="67099"/>
                </a:cubicBezTo>
                <a:cubicBezTo>
                  <a:pt x="96490" y="65403"/>
                  <a:pt x="95120" y="64033"/>
                  <a:pt x="93424" y="64033"/>
                </a:cubicBezTo>
                <a:lnTo>
                  <a:pt x="61587" y="64033"/>
                </a:lnTo>
                <a:cubicBezTo>
                  <a:pt x="60315" y="64033"/>
                  <a:pt x="59141" y="63511"/>
                  <a:pt x="58325" y="62663"/>
                </a:cubicBezTo>
                <a:cubicBezTo>
                  <a:pt x="57477" y="61815"/>
                  <a:pt x="56922" y="60673"/>
                  <a:pt x="56922" y="59368"/>
                </a:cubicBezTo>
                <a:cubicBezTo>
                  <a:pt x="56922" y="58096"/>
                  <a:pt x="57477" y="56954"/>
                  <a:pt x="58325" y="56106"/>
                </a:cubicBezTo>
                <a:cubicBezTo>
                  <a:pt x="59141" y="55258"/>
                  <a:pt x="60315" y="54736"/>
                  <a:pt x="61587" y="54736"/>
                </a:cubicBezTo>
                <a:lnTo>
                  <a:pt x="121118" y="54736"/>
                </a:lnTo>
                <a:cubicBezTo>
                  <a:pt x="122390" y="54736"/>
                  <a:pt x="123565" y="55258"/>
                  <a:pt x="124413" y="56106"/>
                </a:cubicBezTo>
                <a:cubicBezTo>
                  <a:pt x="125261" y="56954"/>
                  <a:pt x="125783" y="58096"/>
                  <a:pt x="125783" y="59368"/>
                </a:cubicBezTo>
                <a:cubicBezTo>
                  <a:pt x="125783" y="60673"/>
                  <a:pt x="125261" y="61815"/>
                  <a:pt x="124413" y="62663"/>
                </a:cubicBezTo>
                <a:cubicBezTo>
                  <a:pt x="123565" y="63511"/>
                  <a:pt x="122390" y="64033"/>
                  <a:pt x="121118" y="64033"/>
                </a:cubicBezTo>
                <a:lnTo>
                  <a:pt x="107287" y="64033"/>
                </a:lnTo>
                <a:cubicBezTo>
                  <a:pt x="105624" y="64033"/>
                  <a:pt x="104221" y="65403"/>
                  <a:pt x="104221" y="67099"/>
                </a:cubicBezTo>
                <a:cubicBezTo>
                  <a:pt x="104221" y="68763"/>
                  <a:pt x="105624" y="70133"/>
                  <a:pt x="107287" y="70133"/>
                </a:cubicBezTo>
                <a:lnTo>
                  <a:pt x="120270" y="70133"/>
                </a:lnTo>
                <a:cubicBezTo>
                  <a:pt x="130611" y="76722"/>
                  <a:pt x="139483" y="88824"/>
                  <a:pt x="146072" y="103731"/>
                </a:cubicBezTo>
                <a:cubicBezTo>
                  <a:pt x="153118" y="119748"/>
                  <a:pt x="157457" y="138895"/>
                  <a:pt x="158076" y="157913"/>
                </a:cubicBezTo>
                <a:cubicBezTo>
                  <a:pt x="158207" y="162316"/>
                  <a:pt x="158664" y="165415"/>
                  <a:pt x="159805" y="167797"/>
                </a:cubicBezTo>
                <a:cubicBezTo>
                  <a:pt x="161110" y="170569"/>
                  <a:pt x="163165" y="172200"/>
                  <a:pt x="166362" y="173277"/>
                </a:cubicBezTo>
                <a:cubicBezTo>
                  <a:pt x="169363" y="174321"/>
                  <a:pt x="171940" y="176278"/>
                  <a:pt x="173767" y="178822"/>
                </a:cubicBezTo>
                <a:cubicBezTo>
                  <a:pt x="175528" y="181269"/>
                  <a:pt x="176572" y="184302"/>
                  <a:pt x="176572" y="187564"/>
                </a:cubicBezTo>
                <a:cubicBezTo>
                  <a:pt x="176572" y="191707"/>
                  <a:pt x="174876" y="195491"/>
                  <a:pt x="172136" y="198198"/>
                </a:cubicBezTo>
                <a:cubicBezTo>
                  <a:pt x="169396" y="200938"/>
                  <a:pt x="165644" y="202667"/>
                  <a:pt x="161502" y="202667"/>
                </a:cubicBezTo>
                <a:lnTo>
                  <a:pt x="133807" y="202667"/>
                </a:lnTo>
                <a:cubicBezTo>
                  <a:pt x="132111" y="202667"/>
                  <a:pt x="130774" y="204037"/>
                  <a:pt x="130774" y="205701"/>
                </a:cubicBezTo>
                <a:cubicBezTo>
                  <a:pt x="130774" y="207397"/>
                  <a:pt x="132111" y="208767"/>
                  <a:pt x="133807" y="208767"/>
                </a:cubicBezTo>
                <a:lnTo>
                  <a:pt x="161502" y="208767"/>
                </a:lnTo>
                <a:cubicBezTo>
                  <a:pt x="167340" y="208767"/>
                  <a:pt x="172625" y="206386"/>
                  <a:pt x="176474" y="202537"/>
                </a:cubicBezTo>
                <a:cubicBezTo>
                  <a:pt x="180323" y="198688"/>
                  <a:pt x="182704" y="193403"/>
                  <a:pt x="182704" y="187564"/>
                </a:cubicBezTo>
                <a:cubicBezTo>
                  <a:pt x="182704" y="182997"/>
                  <a:pt x="181237" y="178757"/>
                  <a:pt x="178725" y="175267"/>
                </a:cubicBezTo>
                <a:cubicBezTo>
                  <a:pt x="176180" y="171711"/>
                  <a:pt x="172560" y="168938"/>
                  <a:pt x="168319" y="167503"/>
                </a:cubicBezTo>
                <a:cubicBezTo>
                  <a:pt x="166786" y="166981"/>
                  <a:pt x="165807" y="166263"/>
                  <a:pt x="165285" y="165154"/>
                </a:cubicBezTo>
                <a:cubicBezTo>
                  <a:pt x="164568" y="163654"/>
                  <a:pt x="164274" y="161273"/>
                  <a:pt x="164144" y="157717"/>
                </a:cubicBezTo>
                <a:cubicBezTo>
                  <a:pt x="163524" y="137917"/>
                  <a:pt x="159022" y="117953"/>
                  <a:pt x="151650" y="101285"/>
                </a:cubicBezTo>
                <a:cubicBezTo>
                  <a:pt x="145485" y="87291"/>
                  <a:pt x="137298" y="75515"/>
                  <a:pt x="127675" y="67915"/>
                </a:cubicBezTo>
                <a:cubicBezTo>
                  <a:pt x="130317" y="65892"/>
                  <a:pt x="131883" y="62728"/>
                  <a:pt x="131883" y="59368"/>
                </a:cubicBezTo>
                <a:cubicBezTo>
                  <a:pt x="131883" y="56432"/>
                  <a:pt x="130676" y="53725"/>
                  <a:pt x="128719" y="51768"/>
                </a:cubicBezTo>
                <a:cubicBezTo>
                  <a:pt x="126794" y="49843"/>
                  <a:pt x="124087" y="48604"/>
                  <a:pt x="121118" y="48604"/>
                </a:cubicBezTo>
                <a:lnTo>
                  <a:pt x="113257" y="48604"/>
                </a:lnTo>
                <a:lnTo>
                  <a:pt x="129175" y="23682"/>
                </a:lnTo>
                <a:cubicBezTo>
                  <a:pt x="130708" y="21301"/>
                  <a:pt x="131393" y="18691"/>
                  <a:pt x="131393" y="16114"/>
                </a:cubicBezTo>
                <a:cubicBezTo>
                  <a:pt x="131393" y="13439"/>
                  <a:pt x="130643" y="10765"/>
                  <a:pt x="129306" y="8383"/>
                </a:cubicBezTo>
                <a:cubicBezTo>
                  <a:pt x="127968" y="6035"/>
                  <a:pt x="126076" y="3980"/>
                  <a:pt x="123728" y="2512"/>
                </a:cubicBezTo>
                <a:cubicBezTo>
                  <a:pt x="121281" y="946"/>
                  <a:pt x="118411" y="0"/>
                  <a:pt x="115247" y="0"/>
                </a:cubicBezTo>
                <a:cubicBezTo>
                  <a:pt x="112017" y="0"/>
                  <a:pt x="108984" y="979"/>
                  <a:pt x="106439" y="2642"/>
                </a:cubicBezTo>
                <a:cubicBezTo>
                  <a:pt x="105298" y="3392"/>
                  <a:pt x="104221" y="4306"/>
                  <a:pt x="103308" y="5350"/>
                </a:cubicBezTo>
                <a:cubicBezTo>
                  <a:pt x="102362" y="4306"/>
                  <a:pt x="101318" y="3392"/>
                  <a:pt x="100176" y="2642"/>
                </a:cubicBezTo>
                <a:cubicBezTo>
                  <a:pt x="97632" y="979"/>
                  <a:pt x="94598" y="0"/>
                  <a:pt x="91336" y="0"/>
                </a:cubicBezTo>
                <a:cubicBezTo>
                  <a:pt x="88107" y="0"/>
                  <a:pt x="85073" y="979"/>
                  <a:pt x="82529" y="2642"/>
                </a:cubicBezTo>
                <a:cubicBezTo>
                  <a:pt x="81387" y="3392"/>
                  <a:pt x="80311" y="4306"/>
                  <a:pt x="79398" y="5350"/>
                </a:cubicBezTo>
                <a:cubicBezTo>
                  <a:pt x="78484" y="4306"/>
                  <a:pt x="77408" y="3392"/>
                  <a:pt x="76266" y="2642"/>
                </a:cubicBezTo>
                <a:cubicBezTo>
                  <a:pt x="73722" y="979"/>
                  <a:pt x="70688" y="0"/>
                  <a:pt x="67459" y="0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7"/>
          <p:cNvSpPr/>
          <p:nvPr/>
        </p:nvSpPr>
        <p:spPr>
          <a:xfrm>
            <a:off x="7389081" y="3694041"/>
            <a:ext cx="524042" cy="632567"/>
          </a:xfrm>
          <a:custGeom>
            <a:rect b="b" l="l" r="r" t="t"/>
            <a:pathLst>
              <a:path extrusionOk="0" h="208768" w="172951">
                <a:moveTo>
                  <a:pt x="12918" y="85334"/>
                </a:moveTo>
                <a:cubicBezTo>
                  <a:pt x="14778" y="85334"/>
                  <a:pt x="16474" y="86084"/>
                  <a:pt x="17713" y="87323"/>
                </a:cubicBezTo>
                <a:cubicBezTo>
                  <a:pt x="18920" y="88563"/>
                  <a:pt x="19703" y="90259"/>
                  <a:pt x="19703" y="92118"/>
                </a:cubicBezTo>
                <a:lnTo>
                  <a:pt x="19703" y="116649"/>
                </a:lnTo>
                <a:cubicBezTo>
                  <a:pt x="19703" y="118508"/>
                  <a:pt x="18920" y="120204"/>
                  <a:pt x="17713" y="121444"/>
                </a:cubicBezTo>
                <a:cubicBezTo>
                  <a:pt x="16474" y="122683"/>
                  <a:pt x="14778" y="123434"/>
                  <a:pt x="12918" y="123434"/>
                </a:cubicBezTo>
                <a:cubicBezTo>
                  <a:pt x="11026" y="123434"/>
                  <a:pt x="9330" y="122683"/>
                  <a:pt x="8091" y="121444"/>
                </a:cubicBezTo>
                <a:cubicBezTo>
                  <a:pt x="6884" y="120204"/>
                  <a:pt x="6101" y="118508"/>
                  <a:pt x="6101" y="116649"/>
                </a:cubicBezTo>
                <a:lnTo>
                  <a:pt x="6101" y="92118"/>
                </a:lnTo>
                <a:cubicBezTo>
                  <a:pt x="6101" y="90259"/>
                  <a:pt x="6884" y="88563"/>
                  <a:pt x="8091" y="87323"/>
                </a:cubicBezTo>
                <a:cubicBezTo>
                  <a:pt x="9330" y="86084"/>
                  <a:pt x="11026" y="85334"/>
                  <a:pt x="12918" y="85334"/>
                </a:cubicBezTo>
                <a:close/>
                <a:moveTo>
                  <a:pt x="160033" y="85334"/>
                </a:moveTo>
                <a:cubicBezTo>
                  <a:pt x="161893" y="85334"/>
                  <a:pt x="163589" y="86084"/>
                  <a:pt x="164828" y="87323"/>
                </a:cubicBezTo>
                <a:cubicBezTo>
                  <a:pt x="166068" y="88563"/>
                  <a:pt x="166818" y="90259"/>
                  <a:pt x="166818" y="92118"/>
                </a:cubicBezTo>
                <a:lnTo>
                  <a:pt x="166818" y="116649"/>
                </a:lnTo>
                <a:cubicBezTo>
                  <a:pt x="166818" y="118508"/>
                  <a:pt x="166068" y="120204"/>
                  <a:pt x="164828" y="121444"/>
                </a:cubicBezTo>
                <a:cubicBezTo>
                  <a:pt x="163589" y="122683"/>
                  <a:pt x="161893" y="123434"/>
                  <a:pt x="160033" y="123434"/>
                </a:cubicBezTo>
                <a:cubicBezTo>
                  <a:pt x="158174" y="123434"/>
                  <a:pt x="156478" y="122683"/>
                  <a:pt x="155238" y="121444"/>
                </a:cubicBezTo>
                <a:cubicBezTo>
                  <a:pt x="153999" y="120204"/>
                  <a:pt x="153248" y="118508"/>
                  <a:pt x="153248" y="116649"/>
                </a:cubicBezTo>
                <a:lnTo>
                  <a:pt x="153248" y="92118"/>
                </a:lnTo>
                <a:cubicBezTo>
                  <a:pt x="153248" y="90259"/>
                  <a:pt x="153999" y="88563"/>
                  <a:pt x="155238" y="87323"/>
                </a:cubicBezTo>
                <a:cubicBezTo>
                  <a:pt x="156478" y="86084"/>
                  <a:pt x="158174" y="85334"/>
                  <a:pt x="160033" y="85334"/>
                </a:cubicBezTo>
                <a:close/>
                <a:moveTo>
                  <a:pt x="93717" y="135209"/>
                </a:moveTo>
                <a:cubicBezTo>
                  <a:pt x="95316" y="135209"/>
                  <a:pt x="96751" y="135862"/>
                  <a:pt x="97795" y="136906"/>
                </a:cubicBezTo>
                <a:cubicBezTo>
                  <a:pt x="98839" y="137917"/>
                  <a:pt x="99458" y="139319"/>
                  <a:pt x="99458" y="140885"/>
                </a:cubicBezTo>
                <a:cubicBezTo>
                  <a:pt x="99458" y="142451"/>
                  <a:pt x="98839" y="143854"/>
                  <a:pt x="97795" y="144897"/>
                </a:cubicBezTo>
                <a:cubicBezTo>
                  <a:pt x="96751" y="145941"/>
                  <a:pt x="95316" y="146561"/>
                  <a:pt x="93717" y="146561"/>
                </a:cubicBezTo>
                <a:lnTo>
                  <a:pt x="79038" y="146561"/>
                </a:lnTo>
                <a:lnTo>
                  <a:pt x="79038" y="135209"/>
                </a:lnTo>
                <a:close/>
                <a:moveTo>
                  <a:pt x="93717" y="152694"/>
                </a:moveTo>
                <a:cubicBezTo>
                  <a:pt x="95316" y="152694"/>
                  <a:pt x="96751" y="153313"/>
                  <a:pt x="97795" y="154357"/>
                </a:cubicBezTo>
                <a:cubicBezTo>
                  <a:pt x="98839" y="155368"/>
                  <a:pt x="99458" y="156804"/>
                  <a:pt x="99458" y="158337"/>
                </a:cubicBezTo>
                <a:cubicBezTo>
                  <a:pt x="99458" y="159903"/>
                  <a:pt x="98839" y="161338"/>
                  <a:pt x="97795" y="162349"/>
                </a:cubicBezTo>
                <a:cubicBezTo>
                  <a:pt x="96751" y="163393"/>
                  <a:pt x="95316" y="164013"/>
                  <a:pt x="93717" y="164013"/>
                </a:cubicBezTo>
                <a:lnTo>
                  <a:pt x="79038" y="164013"/>
                </a:lnTo>
                <a:lnTo>
                  <a:pt x="79038" y="152694"/>
                </a:lnTo>
                <a:close/>
                <a:moveTo>
                  <a:pt x="82594" y="122814"/>
                </a:moveTo>
                <a:cubicBezTo>
                  <a:pt x="80898" y="122814"/>
                  <a:pt x="79528" y="124184"/>
                  <a:pt x="79528" y="125880"/>
                </a:cubicBezTo>
                <a:lnTo>
                  <a:pt x="79528" y="129109"/>
                </a:lnTo>
                <a:lnTo>
                  <a:pt x="70427" y="129109"/>
                </a:lnTo>
                <a:cubicBezTo>
                  <a:pt x="68731" y="129109"/>
                  <a:pt x="67361" y="130479"/>
                  <a:pt x="67361" y="132176"/>
                </a:cubicBezTo>
                <a:cubicBezTo>
                  <a:pt x="67361" y="133872"/>
                  <a:pt x="68731" y="135209"/>
                  <a:pt x="70427" y="135209"/>
                </a:cubicBezTo>
                <a:lnTo>
                  <a:pt x="72939" y="135209"/>
                </a:lnTo>
                <a:lnTo>
                  <a:pt x="72939" y="164013"/>
                </a:lnTo>
                <a:lnTo>
                  <a:pt x="70427" y="164013"/>
                </a:lnTo>
                <a:cubicBezTo>
                  <a:pt x="68731" y="164013"/>
                  <a:pt x="67361" y="165383"/>
                  <a:pt x="67361" y="167079"/>
                </a:cubicBezTo>
                <a:cubicBezTo>
                  <a:pt x="67361" y="168775"/>
                  <a:pt x="68731" y="170145"/>
                  <a:pt x="70427" y="170145"/>
                </a:cubicBezTo>
                <a:lnTo>
                  <a:pt x="79528" y="170145"/>
                </a:lnTo>
                <a:lnTo>
                  <a:pt x="79528" y="173375"/>
                </a:lnTo>
                <a:cubicBezTo>
                  <a:pt x="79528" y="175071"/>
                  <a:pt x="80898" y="176441"/>
                  <a:pt x="82594" y="176441"/>
                </a:cubicBezTo>
                <a:cubicBezTo>
                  <a:pt x="84290" y="176441"/>
                  <a:pt x="85628" y="175071"/>
                  <a:pt x="85628" y="173375"/>
                </a:cubicBezTo>
                <a:lnTo>
                  <a:pt x="85628" y="170145"/>
                </a:lnTo>
                <a:lnTo>
                  <a:pt x="90684" y="170145"/>
                </a:lnTo>
                <a:lnTo>
                  <a:pt x="90684" y="173375"/>
                </a:lnTo>
                <a:cubicBezTo>
                  <a:pt x="90684" y="175071"/>
                  <a:pt x="92054" y="176441"/>
                  <a:pt x="93717" y="176441"/>
                </a:cubicBezTo>
                <a:cubicBezTo>
                  <a:pt x="95414" y="176441"/>
                  <a:pt x="96784" y="175071"/>
                  <a:pt x="96784" y="173375"/>
                </a:cubicBezTo>
                <a:lnTo>
                  <a:pt x="96784" y="169721"/>
                </a:lnTo>
                <a:cubicBezTo>
                  <a:pt x="98806" y="169199"/>
                  <a:pt x="100633" y="168123"/>
                  <a:pt x="102101" y="166688"/>
                </a:cubicBezTo>
                <a:cubicBezTo>
                  <a:pt x="104254" y="164535"/>
                  <a:pt x="105591" y="161599"/>
                  <a:pt x="105591" y="158337"/>
                </a:cubicBezTo>
                <a:cubicBezTo>
                  <a:pt x="105591" y="155010"/>
                  <a:pt x="104156" y="151845"/>
                  <a:pt x="101677" y="149627"/>
                </a:cubicBezTo>
                <a:cubicBezTo>
                  <a:pt x="104156" y="147377"/>
                  <a:pt x="105591" y="144245"/>
                  <a:pt x="105591" y="140885"/>
                </a:cubicBezTo>
                <a:cubicBezTo>
                  <a:pt x="105591" y="137656"/>
                  <a:pt x="104221" y="134687"/>
                  <a:pt x="102101" y="132567"/>
                </a:cubicBezTo>
                <a:cubicBezTo>
                  <a:pt x="100633" y="131132"/>
                  <a:pt x="98806" y="130055"/>
                  <a:pt x="96784" y="129501"/>
                </a:cubicBezTo>
                <a:lnTo>
                  <a:pt x="96784" y="125880"/>
                </a:lnTo>
                <a:cubicBezTo>
                  <a:pt x="96784" y="124184"/>
                  <a:pt x="95414" y="122814"/>
                  <a:pt x="93717" y="122814"/>
                </a:cubicBezTo>
                <a:cubicBezTo>
                  <a:pt x="92054" y="122814"/>
                  <a:pt x="90684" y="124184"/>
                  <a:pt x="90684" y="125880"/>
                </a:cubicBezTo>
                <a:lnTo>
                  <a:pt x="90684" y="129109"/>
                </a:lnTo>
                <a:lnTo>
                  <a:pt x="85628" y="129109"/>
                </a:lnTo>
                <a:lnTo>
                  <a:pt x="85628" y="125880"/>
                </a:lnTo>
                <a:cubicBezTo>
                  <a:pt x="85628" y="124184"/>
                  <a:pt x="84290" y="122814"/>
                  <a:pt x="82594" y="122814"/>
                </a:cubicBezTo>
                <a:close/>
                <a:moveTo>
                  <a:pt x="156967" y="25835"/>
                </a:moveTo>
                <a:lnTo>
                  <a:pt x="156967" y="79592"/>
                </a:lnTo>
                <a:cubicBezTo>
                  <a:pt x="154651" y="80147"/>
                  <a:pt x="152563" y="81354"/>
                  <a:pt x="150932" y="82985"/>
                </a:cubicBezTo>
                <a:cubicBezTo>
                  <a:pt x="148584" y="85334"/>
                  <a:pt x="147116" y="88563"/>
                  <a:pt x="147116" y="92118"/>
                </a:cubicBezTo>
                <a:lnTo>
                  <a:pt x="147116" y="116649"/>
                </a:lnTo>
                <a:cubicBezTo>
                  <a:pt x="147116" y="120204"/>
                  <a:pt x="148584" y="123434"/>
                  <a:pt x="150932" y="125782"/>
                </a:cubicBezTo>
                <a:cubicBezTo>
                  <a:pt x="152563" y="127413"/>
                  <a:pt x="154651" y="128620"/>
                  <a:pt x="156967" y="129175"/>
                </a:cubicBezTo>
                <a:lnTo>
                  <a:pt x="156967" y="182965"/>
                </a:lnTo>
                <a:lnTo>
                  <a:pt x="151911" y="182965"/>
                </a:lnTo>
                <a:cubicBezTo>
                  <a:pt x="151487" y="165317"/>
                  <a:pt x="147442" y="148942"/>
                  <a:pt x="140722" y="135242"/>
                </a:cubicBezTo>
                <a:cubicBezTo>
                  <a:pt x="134264" y="122064"/>
                  <a:pt x="125326" y="111332"/>
                  <a:pt x="114822" y="104384"/>
                </a:cubicBezTo>
                <a:cubicBezTo>
                  <a:pt x="120074" y="100893"/>
                  <a:pt x="124934" y="96490"/>
                  <a:pt x="129273" y="91303"/>
                </a:cubicBezTo>
                <a:cubicBezTo>
                  <a:pt x="134818" y="84681"/>
                  <a:pt x="139581" y="76787"/>
                  <a:pt x="143267" y="67915"/>
                </a:cubicBezTo>
                <a:cubicBezTo>
                  <a:pt x="143919" y="66381"/>
                  <a:pt x="143169" y="64587"/>
                  <a:pt x="141603" y="63935"/>
                </a:cubicBezTo>
                <a:cubicBezTo>
                  <a:pt x="141219" y="63775"/>
                  <a:pt x="140824" y="63699"/>
                  <a:pt x="140436" y="63699"/>
                </a:cubicBezTo>
                <a:cubicBezTo>
                  <a:pt x="139240" y="63699"/>
                  <a:pt x="138116" y="64417"/>
                  <a:pt x="137623" y="65599"/>
                </a:cubicBezTo>
                <a:cubicBezTo>
                  <a:pt x="134166" y="73851"/>
                  <a:pt x="129762" y="81223"/>
                  <a:pt x="124576" y="87389"/>
                </a:cubicBezTo>
                <a:cubicBezTo>
                  <a:pt x="119520" y="93423"/>
                  <a:pt x="113746" y="98284"/>
                  <a:pt x="107483" y="101676"/>
                </a:cubicBezTo>
                <a:cubicBezTo>
                  <a:pt x="106961" y="101970"/>
                  <a:pt x="106504" y="102394"/>
                  <a:pt x="106211" y="102948"/>
                </a:cubicBezTo>
                <a:cubicBezTo>
                  <a:pt x="105428" y="104416"/>
                  <a:pt x="105982" y="106276"/>
                  <a:pt x="107450" y="107091"/>
                </a:cubicBezTo>
                <a:cubicBezTo>
                  <a:pt x="118769" y="113158"/>
                  <a:pt x="128425" y="124021"/>
                  <a:pt x="135242" y="137917"/>
                </a:cubicBezTo>
                <a:cubicBezTo>
                  <a:pt x="141570" y="150802"/>
                  <a:pt x="145387" y="166231"/>
                  <a:pt x="145811" y="182965"/>
                </a:cubicBezTo>
                <a:lnTo>
                  <a:pt x="107581" y="182965"/>
                </a:lnTo>
                <a:cubicBezTo>
                  <a:pt x="110027" y="181399"/>
                  <a:pt x="112311" y="179572"/>
                  <a:pt x="114366" y="177517"/>
                </a:cubicBezTo>
                <a:cubicBezTo>
                  <a:pt x="121509" y="170374"/>
                  <a:pt x="125913" y="160522"/>
                  <a:pt x="125913" y="149627"/>
                </a:cubicBezTo>
                <a:cubicBezTo>
                  <a:pt x="125913" y="140102"/>
                  <a:pt x="122521" y="131360"/>
                  <a:pt x="116910" y="124543"/>
                </a:cubicBezTo>
                <a:cubicBezTo>
                  <a:pt x="111169" y="117595"/>
                  <a:pt x="103112" y="112636"/>
                  <a:pt x="93946" y="110875"/>
                </a:cubicBezTo>
                <a:cubicBezTo>
                  <a:pt x="93762" y="110842"/>
                  <a:pt x="93578" y="110827"/>
                  <a:pt x="93398" y="110827"/>
                </a:cubicBezTo>
                <a:cubicBezTo>
                  <a:pt x="91944" y="110827"/>
                  <a:pt x="90648" y="111842"/>
                  <a:pt x="90358" y="113321"/>
                </a:cubicBezTo>
                <a:cubicBezTo>
                  <a:pt x="90064" y="114985"/>
                  <a:pt x="91140" y="116551"/>
                  <a:pt x="92804" y="116877"/>
                </a:cubicBezTo>
                <a:cubicBezTo>
                  <a:pt x="100567" y="118377"/>
                  <a:pt x="107352" y="122553"/>
                  <a:pt x="112213" y="128424"/>
                </a:cubicBezTo>
                <a:cubicBezTo>
                  <a:pt x="116943" y="134166"/>
                  <a:pt x="119813" y="141570"/>
                  <a:pt x="119813" y="149627"/>
                </a:cubicBezTo>
                <a:cubicBezTo>
                  <a:pt x="119813" y="158826"/>
                  <a:pt x="116062" y="167144"/>
                  <a:pt x="110027" y="173179"/>
                </a:cubicBezTo>
                <a:cubicBezTo>
                  <a:pt x="103993" y="179214"/>
                  <a:pt x="95675" y="182965"/>
                  <a:pt x="86476" y="182965"/>
                </a:cubicBezTo>
                <a:cubicBezTo>
                  <a:pt x="77244" y="182965"/>
                  <a:pt x="68926" y="179214"/>
                  <a:pt x="62892" y="173179"/>
                </a:cubicBezTo>
                <a:cubicBezTo>
                  <a:pt x="56857" y="167144"/>
                  <a:pt x="53138" y="158826"/>
                  <a:pt x="53138" y="149627"/>
                </a:cubicBezTo>
                <a:cubicBezTo>
                  <a:pt x="53138" y="141570"/>
                  <a:pt x="55976" y="134166"/>
                  <a:pt x="60739" y="128424"/>
                </a:cubicBezTo>
                <a:cubicBezTo>
                  <a:pt x="65567" y="122553"/>
                  <a:pt x="72384" y="118377"/>
                  <a:pt x="80148" y="116877"/>
                </a:cubicBezTo>
                <a:cubicBezTo>
                  <a:pt x="81811" y="116583"/>
                  <a:pt x="82888" y="114985"/>
                  <a:pt x="82561" y="113321"/>
                </a:cubicBezTo>
                <a:cubicBezTo>
                  <a:pt x="82271" y="111842"/>
                  <a:pt x="81001" y="110827"/>
                  <a:pt x="79553" y="110827"/>
                </a:cubicBezTo>
                <a:cubicBezTo>
                  <a:pt x="79373" y="110827"/>
                  <a:pt x="79190" y="110842"/>
                  <a:pt x="79006" y="110875"/>
                </a:cubicBezTo>
                <a:cubicBezTo>
                  <a:pt x="69807" y="112636"/>
                  <a:pt x="61750" y="117595"/>
                  <a:pt x="56042" y="124543"/>
                </a:cubicBezTo>
                <a:cubicBezTo>
                  <a:pt x="50398" y="131360"/>
                  <a:pt x="47039" y="140102"/>
                  <a:pt x="47039" y="149627"/>
                </a:cubicBezTo>
                <a:cubicBezTo>
                  <a:pt x="47039" y="160522"/>
                  <a:pt x="51442" y="170374"/>
                  <a:pt x="58586" y="177517"/>
                </a:cubicBezTo>
                <a:cubicBezTo>
                  <a:pt x="60641" y="179572"/>
                  <a:pt x="62892" y="181399"/>
                  <a:pt x="65371" y="182965"/>
                </a:cubicBezTo>
                <a:lnTo>
                  <a:pt x="27141" y="182965"/>
                </a:lnTo>
                <a:cubicBezTo>
                  <a:pt x="27206" y="179409"/>
                  <a:pt x="27467" y="175919"/>
                  <a:pt x="27826" y="172559"/>
                </a:cubicBezTo>
                <a:cubicBezTo>
                  <a:pt x="28347" y="168090"/>
                  <a:pt x="29098" y="163719"/>
                  <a:pt x="30076" y="159511"/>
                </a:cubicBezTo>
                <a:cubicBezTo>
                  <a:pt x="30468" y="157848"/>
                  <a:pt x="29457" y="156217"/>
                  <a:pt x="27826" y="155825"/>
                </a:cubicBezTo>
                <a:cubicBezTo>
                  <a:pt x="27599" y="155776"/>
                  <a:pt x="27374" y="155753"/>
                  <a:pt x="27152" y="155753"/>
                </a:cubicBezTo>
                <a:cubicBezTo>
                  <a:pt x="25741" y="155753"/>
                  <a:pt x="24478" y="156699"/>
                  <a:pt x="24140" y="158108"/>
                </a:cubicBezTo>
                <a:cubicBezTo>
                  <a:pt x="23096" y="162545"/>
                  <a:pt x="22313" y="167144"/>
                  <a:pt x="21758" y="171874"/>
                </a:cubicBezTo>
                <a:cubicBezTo>
                  <a:pt x="21367" y="175527"/>
                  <a:pt x="21106" y="179214"/>
                  <a:pt x="21008" y="182965"/>
                </a:cubicBezTo>
                <a:lnTo>
                  <a:pt x="15952" y="182965"/>
                </a:lnTo>
                <a:lnTo>
                  <a:pt x="15952" y="129175"/>
                </a:lnTo>
                <a:cubicBezTo>
                  <a:pt x="18301" y="128620"/>
                  <a:pt x="20356" y="127413"/>
                  <a:pt x="22019" y="125782"/>
                </a:cubicBezTo>
                <a:cubicBezTo>
                  <a:pt x="24368" y="123434"/>
                  <a:pt x="25803" y="120204"/>
                  <a:pt x="25803" y="116649"/>
                </a:cubicBezTo>
                <a:lnTo>
                  <a:pt x="25803" y="92118"/>
                </a:lnTo>
                <a:cubicBezTo>
                  <a:pt x="25803" y="88563"/>
                  <a:pt x="24368" y="85334"/>
                  <a:pt x="22019" y="83018"/>
                </a:cubicBezTo>
                <a:cubicBezTo>
                  <a:pt x="20356" y="81354"/>
                  <a:pt x="18301" y="80147"/>
                  <a:pt x="15952" y="79592"/>
                </a:cubicBezTo>
                <a:lnTo>
                  <a:pt x="15952" y="25835"/>
                </a:lnTo>
                <a:lnTo>
                  <a:pt x="21008" y="25835"/>
                </a:lnTo>
                <a:cubicBezTo>
                  <a:pt x="21432" y="43450"/>
                  <a:pt x="25510" y="59825"/>
                  <a:pt x="32229" y="73525"/>
                </a:cubicBezTo>
                <a:cubicBezTo>
                  <a:pt x="38688" y="86736"/>
                  <a:pt x="47626" y="97436"/>
                  <a:pt x="58129" y="104384"/>
                </a:cubicBezTo>
                <a:cubicBezTo>
                  <a:pt x="52421" y="108167"/>
                  <a:pt x="47169" y="113060"/>
                  <a:pt x="42537" y="118867"/>
                </a:cubicBezTo>
                <a:cubicBezTo>
                  <a:pt x="36731" y="126108"/>
                  <a:pt x="31870" y="134785"/>
                  <a:pt x="28250" y="144473"/>
                </a:cubicBezTo>
                <a:cubicBezTo>
                  <a:pt x="27662" y="146039"/>
                  <a:pt x="28478" y="147801"/>
                  <a:pt x="30044" y="148388"/>
                </a:cubicBezTo>
                <a:cubicBezTo>
                  <a:pt x="30402" y="148520"/>
                  <a:pt x="30768" y="148582"/>
                  <a:pt x="31125" y="148582"/>
                </a:cubicBezTo>
                <a:cubicBezTo>
                  <a:pt x="32361" y="148582"/>
                  <a:pt x="33503" y="147833"/>
                  <a:pt x="33958" y="146594"/>
                </a:cubicBezTo>
                <a:cubicBezTo>
                  <a:pt x="37350" y="137525"/>
                  <a:pt x="41885" y="129403"/>
                  <a:pt x="47299" y="122651"/>
                </a:cubicBezTo>
                <a:cubicBezTo>
                  <a:pt x="52584" y="116029"/>
                  <a:pt x="58716" y="110712"/>
                  <a:pt x="65469" y="107091"/>
                </a:cubicBezTo>
                <a:cubicBezTo>
                  <a:pt x="65991" y="106797"/>
                  <a:pt x="66415" y="106373"/>
                  <a:pt x="66741" y="105819"/>
                </a:cubicBezTo>
                <a:cubicBezTo>
                  <a:pt x="67524" y="104351"/>
                  <a:pt x="66969" y="102492"/>
                  <a:pt x="65469" y="101709"/>
                </a:cubicBezTo>
                <a:cubicBezTo>
                  <a:pt x="54182" y="95609"/>
                  <a:pt x="44494" y="84746"/>
                  <a:pt x="37677" y="70850"/>
                </a:cubicBezTo>
                <a:cubicBezTo>
                  <a:pt x="31381" y="57966"/>
                  <a:pt x="27532" y="42536"/>
                  <a:pt x="27141" y="25835"/>
                </a:cubicBezTo>
                <a:lnTo>
                  <a:pt x="145811" y="25835"/>
                </a:lnTo>
                <a:cubicBezTo>
                  <a:pt x="145713" y="30043"/>
                  <a:pt x="145387" y="34120"/>
                  <a:pt x="144865" y="38100"/>
                </a:cubicBezTo>
                <a:cubicBezTo>
                  <a:pt x="144213" y="43156"/>
                  <a:pt x="143234" y="48082"/>
                  <a:pt x="141962" y="52844"/>
                </a:cubicBezTo>
                <a:cubicBezTo>
                  <a:pt x="141505" y="54475"/>
                  <a:pt x="142484" y="56171"/>
                  <a:pt x="144115" y="56595"/>
                </a:cubicBezTo>
                <a:cubicBezTo>
                  <a:pt x="144387" y="56672"/>
                  <a:pt x="144659" y="56708"/>
                  <a:pt x="144927" y="56708"/>
                </a:cubicBezTo>
                <a:cubicBezTo>
                  <a:pt x="146266" y="56708"/>
                  <a:pt x="147480" y="55802"/>
                  <a:pt x="147833" y="54443"/>
                </a:cubicBezTo>
                <a:cubicBezTo>
                  <a:pt x="149171" y="49484"/>
                  <a:pt x="150215" y="44265"/>
                  <a:pt x="150932" y="38883"/>
                </a:cubicBezTo>
                <a:cubicBezTo>
                  <a:pt x="151487" y="34577"/>
                  <a:pt x="151813" y="30206"/>
                  <a:pt x="151911" y="25835"/>
                </a:cubicBezTo>
                <a:close/>
                <a:moveTo>
                  <a:pt x="160033" y="189065"/>
                </a:moveTo>
                <a:cubicBezTo>
                  <a:pt x="161893" y="189065"/>
                  <a:pt x="163589" y="189848"/>
                  <a:pt x="164828" y="191055"/>
                </a:cubicBezTo>
                <a:cubicBezTo>
                  <a:pt x="166068" y="192294"/>
                  <a:pt x="166818" y="193990"/>
                  <a:pt x="166818" y="195882"/>
                </a:cubicBezTo>
                <a:cubicBezTo>
                  <a:pt x="166818" y="197742"/>
                  <a:pt x="166068" y="199438"/>
                  <a:pt x="164828" y="200645"/>
                </a:cubicBezTo>
                <a:cubicBezTo>
                  <a:pt x="163589" y="201884"/>
                  <a:pt x="161893" y="202667"/>
                  <a:pt x="160033" y="202667"/>
                </a:cubicBezTo>
                <a:lnTo>
                  <a:pt x="12918" y="202667"/>
                </a:lnTo>
                <a:cubicBezTo>
                  <a:pt x="11026" y="202667"/>
                  <a:pt x="9330" y="201884"/>
                  <a:pt x="8091" y="200645"/>
                </a:cubicBezTo>
                <a:cubicBezTo>
                  <a:pt x="6884" y="199438"/>
                  <a:pt x="6101" y="197742"/>
                  <a:pt x="6101" y="195882"/>
                </a:cubicBezTo>
                <a:cubicBezTo>
                  <a:pt x="6101" y="193990"/>
                  <a:pt x="6884" y="192294"/>
                  <a:pt x="8091" y="191055"/>
                </a:cubicBezTo>
                <a:cubicBezTo>
                  <a:pt x="9330" y="189848"/>
                  <a:pt x="11026" y="189065"/>
                  <a:pt x="12918" y="189065"/>
                </a:cubicBezTo>
                <a:close/>
                <a:moveTo>
                  <a:pt x="12918" y="0"/>
                </a:moveTo>
                <a:cubicBezTo>
                  <a:pt x="9330" y="0"/>
                  <a:pt x="6133" y="1468"/>
                  <a:pt x="3785" y="3784"/>
                </a:cubicBezTo>
                <a:cubicBezTo>
                  <a:pt x="1436" y="6133"/>
                  <a:pt x="1" y="9362"/>
                  <a:pt x="1" y="12917"/>
                </a:cubicBezTo>
                <a:cubicBezTo>
                  <a:pt x="1" y="16473"/>
                  <a:pt x="1436" y="19670"/>
                  <a:pt x="3785" y="22018"/>
                </a:cubicBezTo>
                <a:cubicBezTo>
                  <a:pt x="5416" y="23682"/>
                  <a:pt x="7503" y="24889"/>
                  <a:pt x="9852" y="25443"/>
                </a:cubicBezTo>
                <a:lnTo>
                  <a:pt x="9852" y="79592"/>
                </a:lnTo>
                <a:cubicBezTo>
                  <a:pt x="7503" y="80147"/>
                  <a:pt x="5416" y="81354"/>
                  <a:pt x="3785" y="82985"/>
                </a:cubicBezTo>
                <a:cubicBezTo>
                  <a:pt x="1436" y="85334"/>
                  <a:pt x="1" y="88563"/>
                  <a:pt x="1" y="92118"/>
                </a:cubicBezTo>
                <a:lnTo>
                  <a:pt x="1" y="116649"/>
                </a:lnTo>
                <a:cubicBezTo>
                  <a:pt x="1" y="120204"/>
                  <a:pt x="1436" y="123434"/>
                  <a:pt x="3785" y="125782"/>
                </a:cubicBezTo>
                <a:cubicBezTo>
                  <a:pt x="5416" y="127413"/>
                  <a:pt x="7503" y="128620"/>
                  <a:pt x="9852" y="129175"/>
                </a:cubicBezTo>
                <a:lnTo>
                  <a:pt x="9852" y="183324"/>
                </a:lnTo>
                <a:cubicBezTo>
                  <a:pt x="7503" y="183911"/>
                  <a:pt x="5416" y="185085"/>
                  <a:pt x="3785" y="186749"/>
                </a:cubicBezTo>
                <a:cubicBezTo>
                  <a:pt x="1436" y="189097"/>
                  <a:pt x="1" y="192294"/>
                  <a:pt x="1" y="195882"/>
                </a:cubicBezTo>
                <a:cubicBezTo>
                  <a:pt x="1" y="199405"/>
                  <a:pt x="1436" y="202635"/>
                  <a:pt x="3785" y="204983"/>
                </a:cubicBezTo>
                <a:cubicBezTo>
                  <a:pt x="6133" y="207332"/>
                  <a:pt x="9330" y="208767"/>
                  <a:pt x="12918" y="208767"/>
                </a:cubicBezTo>
                <a:lnTo>
                  <a:pt x="160033" y="208767"/>
                </a:lnTo>
                <a:cubicBezTo>
                  <a:pt x="163589" y="208767"/>
                  <a:pt x="166818" y="207332"/>
                  <a:pt x="169167" y="204983"/>
                </a:cubicBezTo>
                <a:cubicBezTo>
                  <a:pt x="171483" y="202635"/>
                  <a:pt x="172951" y="199405"/>
                  <a:pt x="172951" y="195882"/>
                </a:cubicBezTo>
                <a:cubicBezTo>
                  <a:pt x="172951" y="192294"/>
                  <a:pt x="171483" y="189097"/>
                  <a:pt x="169167" y="186749"/>
                </a:cubicBezTo>
                <a:cubicBezTo>
                  <a:pt x="167503" y="185085"/>
                  <a:pt x="165415" y="183911"/>
                  <a:pt x="163099" y="183324"/>
                </a:cubicBezTo>
                <a:lnTo>
                  <a:pt x="163099" y="129175"/>
                </a:lnTo>
                <a:cubicBezTo>
                  <a:pt x="165415" y="128620"/>
                  <a:pt x="167503" y="127413"/>
                  <a:pt x="169167" y="125782"/>
                </a:cubicBezTo>
                <a:cubicBezTo>
                  <a:pt x="171483" y="123434"/>
                  <a:pt x="172951" y="120204"/>
                  <a:pt x="172951" y="116649"/>
                </a:cubicBezTo>
                <a:lnTo>
                  <a:pt x="172951" y="92118"/>
                </a:lnTo>
                <a:cubicBezTo>
                  <a:pt x="172951" y="88563"/>
                  <a:pt x="171483" y="85334"/>
                  <a:pt x="169167" y="82985"/>
                </a:cubicBezTo>
                <a:cubicBezTo>
                  <a:pt x="167503" y="81354"/>
                  <a:pt x="165415" y="80147"/>
                  <a:pt x="163099" y="79592"/>
                </a:cubicBezTo>
                <a:lnTo>
                  <a:pt x="163099" y="25443"/>
                </a:lnTo>
                <a:cubicBezTo>
                  <a:pt x="165415" y="24889"/>
                  <a:pt x="167503" y="23682"/>
                  <a:pt x="169167" y="22018"/>
                </a:cubicBezTo>
                <a:cubicBezTo>
                  <a:pt x="171483" y="19670"/>
                  <a:pt x="172951" y="16473"/>
                  <a:pt x="172951" y="12917"/>
                </a:cubicBezTo>
                <a:cubicBezTo>
                  <a:pt x="172951" y="9362"/>
                  <a:pt x="171483" y="6133"/>
                  <a:pt x="169167" y="3784"/>
                </a:cubicBezTo>
                <a:cubicBezTo>
                  <a:pt x="166818" y="1468"/>
                  <a:pt x="163589" y="0"/>
                  <a:pt x="160033" y="0"/>
                </a:cubicBezTo>
                <a:lnTo>
                  <a:pt x="93391" y="0"/>
                </a:lnTo>
                <a:cubicBezTo>
                  <a:pt x="91695" y="0"/>
                  <a:pt x="90325" y="1370"/>
                  <a:pt x="90325" y="3066"/>
                </a:cubicBezTo>
                <a:cubicBezTo>
                  <a:pt x="90325" y="4763"/>
                  <a:pt x="91695" y="6100"/>
                  <a:pt x="93391" y="6100"/>
                </a:cubicBezTo>
                <a:lnTo>
                  <a:pt x="160033" y="6100"/>
                </a:lnTo>
                <a:cubicBezTo>
                  <a:pt x="161893" y="6100"/>
                  <a:pt x="163589" y="6883"/>
                  <a:pt x="164828" y="8122"/>
                </a:cubicBezTo>
                <a:cubicBezTo>
                  <a:pt x="166068" y="9362"/>
                  <a:pt x="166818" y="11058"/>
                  <a:pt x="166818" y="12917"/>
                </a:cubicBezTo>
                <a:cubicBezTo>
                  <a:pt x="166818" y="14777"/>
                  <a:pt x="166068" y="16473"/>
                  <a:pt x="164828" y="17713"/>
                </a:cubicBezTo>
                <a:cubicBezTo>
                  <a:pt x="163589" y="18920"/>
                  <a:pt x="161893" y="19702"/>
                  <a:pt x="160033" y="19702"/>
                </a:cubicBezTo>
                <a:lnTo>
                  <a:pt x="12918" y="19702"/>
                </a:lnTo>
                <a:cubicBezTo>
                  <a:pt x="11026" y="19702"/>
                  <a:pt x="9330" y="18920"/>
                  <a:pt x="8091" y="17713"/>
                </a:cubicBezTo>
                <a:cubicBezTo>
                  <a:pt x="6884" y="16473"/>
                  <a:pt x="6101" y="14777"/>
                  <a:pt x="6101" y="12917"/>
                </a:cubicBezTo>
                <a:cubicBezTo>
                  <a:pt x="6101" y="11058"/>
                  <a:pt x="6884" y="9362"/>
                  <a:pt x="8091" y="8122"/>
                </a:cubicBezTo>
                <a:cubicBezTo>
                  <a:pt x="9330" y="6883"/>
                  <a:pt x="11026" y="6100"/>
                  <a:pt x="12918" y="6100"/>
                </a:cubicBezTo>
                <a:lnTo>
                  <a:pt x="79560" y="6100"/>
                </a:lnTo>
                <a:cubicBezTo>
                  <a:pt x="81224" y="6100"/>
                  <a:pt x="82594" y="4763"/>
                  <a:pt x="82594" y="3066"/>
                </a:cubicBezTo>
                <a:cubicBezTo>
                  <a:pt x="82594" y="1370"/>
                  <a:pt x="81224" y="0"/>
                  <a:pt x="79560" y="0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60" name="Google Shape;660;p7"/>
          <p:cNvCxnSpPr>
            <a:stCxn id="656" idx="3"/>
            <a:endCxn id="654" idx="1"/>
          </p:cNvCxnSpPr>
          <p:nvPr/>
        </p:nvCxnSpPr>
        <p:spPr>
          <a:xfrm>
            <a:off x="4834800" y="2359300"/>
            <a:ext cx="2013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  <p:cxnSp>
        <p:nvCxnSpPr>
          <p:cNvPr id="661" name="Google Shape;661;p7"/>
          <p:cNvCxnSpPr>
            <a:stCxn id="655" idx="3"/>
            <a:endCxn id="657" idx="1"/>
          </p:cNvCxnSpPr>
          <p:nvPr/>
        </p:nvCxnSpPr>
        <p:spPr>
          <a:xfrm>
            <a:off x="4645546" y="4010325"/>
            <a:ext cx="4179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2a3d49c0b89_0_0"/>
          <p:cNvSpPr txBox="1"/>
          <p:nvPr>
            <p:ph type="title"/>
          </p:nvPr>
        </p:nvSpPr>
        <p:spPr>
          <a:xfrm>
            <a:off x="4007284" y="1854782"/>
            <a:ext cx="46815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HOW IT WORKS</a:t>
            </a:r>
            <a:endParaRPr sz="3200"/>
          </a:p>
        </p:txBody>
      </p:sp>
      <p:sp>
        <p:nvSpPr>
          <p:cNvPr id="667" name="Google Shape;667;g2a3d49c0b89_0_0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668" name="Google Shape;668;g2a3d49c0b89_0_0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9"/>
          <p:cNvSpPr txBox="1"/>
          <p:nvPr>
            <p:ph idx="3" type="subTitle"/>
          </p:nvPr>
        </p:nvSpPr>
        <p:spPr>
          <a:xfrm>
            <a:off x="536925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MINERS</a:t>
            </a:r>
            <a:endParaRPr/>
          </a:p>
        </p:txBody>
      </p:sp>
      <p:sp>
        <p:nvSpPr>
          <p:cNvPr id="674" name="Google Shape;674;p9"/>
          <p:cNvSpPr txBox="1"/>
          <p:nvPr>
            <p:ph idx="1" type="subTitle"/>
          </p:nvPr>
        </p:nvSpPr>
        <p:spPr>
          <a:xfrm>
            <a:off x="1407125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BLOCKCHAIN</a:t>
            </a:r>
            <a:endParaRPr/>
          </a:p>
        </p:txBody>
      </p:sp>
      <p:sp>
        <p:nvSpPr>
          <p:cNvPr id="675" name="Google Shape;675;p9"/>
          <p:cNvSpPr txBox="1"/>
          <p:nvPr>
            <p:ph idx="2" type="subTitle"/>
          </p:nvPr>
        </p:nvSpPr>
        <p:spPr>
          <a:xfrm>
            <a:off x="1407125" y="37530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Blocks linked to others with dates and data.</a:t>
            </a:r>
            <a:endParaRPr/>
          </a:p>
        </p:txBody>
      </p:sp>
      <p:sp>
        <p:nvSpPr>
          <p:cNvPr id="676" name="Google Shape;676;p9"/>
          <p:cNvSpPr txBox="1"/>
          <p:nvPr>
            <p:ph idx="4" type="subTitle"/>
          </p:nvPr>
        </p:nvSpPr>
        <p:spPr>
          <a:xfrm>
            <a:off x="5369250" y="3753000"/>
            <a:ext cx="2404500" cy="69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Parts of the nodes</a:t>
            </a:r>
            <a:endParaRPr/>
          </a:p>
        </p:txBody>
      </p:sp>
      <p:sp>
        <p:nvSpPr>
          <p:cNvPr id="677" name="Google Shape;677;p9"/>
          <p:cNvSpPr/>
          <p:nvPr/>
        </p:nvSpPr>
        <p:spPr>
          <a:xfrm>
            <a:off x="2142838" y="1965850"/>
            <a:ext cx="933081" cy="846047"/>
          </a:xfrm>
          <a:custGeom>
            <a:rect b="b" l="l" r="r" t="t"/>
            <a:pathLst>
              <a:path extrusionOk="0" h="207619" w="228977">
                <a:moveTo>
                  <a:pt x="114488" y="6691"/>
                </a:moveTo>
                <a:cubicBezTo>
                  <a:pt x="125543" y="6691"/>
                  <a:pt x="135633" y="11235"/>
                  <a:pt x="142896" y="18534"/>
                </a:cubicBezTo>
                <a:cubicBezTo>
                  <a:pt x="150194" y="25832"/>
                  <a:pt x="154738" y="35886"/>
                  <a:pt x="154738" y="46941"/>
                </a:cubicBezTo>
                <a:lnTo>
                  <a:pt x="154738" y="71520"/>
                </a:lnTo>
                <a:lnTo>
                  <a:pt x="142967" y="71520"/>
                </a:lnTo>
                <a:lnTo>
                  <a:pt x="142967" y="46941"/>
                </a:lnTo>
                <a:cubicBezTo>
                  <a:pt x="142967" y="40680"/>
                  <a:pt x="140928" y="34884"/>
                  <a:pt x="137457" y="30161"/>
                </a:cubicBezTo>
                <a:cubicBezTo>
                  <a:pt x="133880" y="25296"/>
                  <a:pt x="128835" y="21610"/>
                  <a:pt x="123003" y="19786"/>
                </a:cubicBezTo>
                <a:cubicBezTo>
                  <a:pt x="122668" y="19676"/>
                  <a:pt x="122327" y="19624"/>
                  <a:pt x="121991" y="19624"/>
                </a:cubicBezTo>
                <a:cubicBezTo>
                  <a:pt x="120573" y="19624"/>
                  <a:pt x="119244" y="20551"/>
                  <a:pt x="118781" y="21968"/>
                </a:cubicBezTo>
                <a:cubicBezTo>
                  <a:pt x="118245" y="23757"/>
                  <a:pt x="119247" y="25618"/>
                  <a:pt x="121000" y="26190"/>
                </a:cubicBezTo>
                <a:cubicBezTo>
                  <a:pt x="125472" y="27585"/>
                  <a:pt x="129336" y="30412"/>
                  <a:pt x="132055" y="34097"/>
                </a:cubicBezTo>
                <a:cubicBezTo>
                  <a:pt x="134702" y="37710"/>
                  <a:pt x="136277" y="42147"/>
                  <a:pt x="136277" y="46941"/>
                </a:cubicBezTo>
                <a:lnTo>
                  <a:pt x="136277" y="71520"/>
                </a:lnTo>
                <a:lnTo>
                  <a:pt x="92735" y="71520"/>
                </a:lnTo>
                <a:lnTo>
                  <a:pt x="92735" y="46941"/>
                </a:lnTo>
                <a:cubicBezTo>
                  <a:pt x="92735" y="42147"/>
                  <a:pt x="94274" y="37710"/>
                  <a:pt x="96921" y="34097"/>
                </a:cubicBezTo>
                <a:cubicBezTo>
                  <a:pt x="99640" y="30412"/>
                  <a:pt x="103504" y="27585"/>
                  <a:pt x="107977" y="26190"/>
                </a:cubicBezTo>
                <a:cubicBezTo>
                  <a:pt x="109766" y="25618"/>
                  <a:pt x="110732" y="23757"/>
                  <a:pt x="110195" y="21968"/>
                </a:cubicBezTo>
                <a:cubicBezTo>
                  <a:pt x="109732" y="20551"/>
                  <a:pt x="108427" y="19624"/>
                  <a:pt x="106999" y="19624"/>
                </a:cubicBezTo>
                <a:cubicBezTo>
                  <a:pt x="106660" y="19624"/>
                  <a:pt x="106315" y="19676"/>
                  <a:pt x="105973" y="19786"/>
                </a:cubicBezTo>
                <a:cubicBezTo>
                  <a:pt x="100141" y="21610"/>
                  <a:pt x="95097" y="25296"/>
                  <a:pt x="91519" y="30161"/>
                </a:cubicBezTo>
                <a:cubicBezTo>
                  <a:pt x="88084" y="34884"/>
                  <a:pt x="86009" y="40680"/>
                  <a:pt x="86009" y="46941"/>
                </a:cubicBezTo>
                <a:lnTo>
                  <a:pt x="86009" y="71520"/>
                </a:lnTo>
                <a:lnTo>
                  <a:pt x="74238" y="71520"/>
                </a:lnTo>
                <a:lnTo>
                  <a:pt x="74238" y="46941"/>
                </a:lnTo>
                <a:cubicBezTo>
                  <a:pt x="74238" y="35886"/>
                  <a:pt x="78782" y="25832"/>
                  <a:pt x="86081" y="18534"/>
                </a:cubicBezTo>
                <a:cubicBezTo>
                  <a:pt x="93379" y="11235"/>
                  <a:pt x="103433" y="6691"/>
                  <a:pt x="114488" y="6691"/>
                </a:cubicBezTo>
                <a:close/>
                <a:moveTo>
                  <a:pt x="16350" y="63613"/>
                </a:moveTo>
                <a:cubicBezTo>
                  <a:pt x="18998" y="63613"/>
                  <a:pt x="21431" y="64687"/>
                  <a:pt x="23148" y="66440"/>
                </a:cubicBezTo>
                <a:cubicBezTo>
                  <a:pt x="24901" y="68157"/>
                  <a:pt x="25975" y="70554"/>
                  <a:pt x="25975" y="73238"/>
                </a:cubicBezTo>
                <a:cubicBezTo>
                  <a:pt x="25975" y="75885"/>
                  <a:pt x="24901" y="78318"/>
                  <a:pt x="23148" y="80035"/>
                </a:cubicBezTo>
                <a:cubicBezTo>
                  <a:pt x="21431" y="81788"/>
                  <a:pt x="18998" y="82862"/>
                  <a:pt x="16350" y="82862"/>
                </a:cubicBezTo>
                <a:cubicBezTo>
                  <a:pt x="13667" y="82862"/>
                  <a:pt x="11270" y="81788"/>
                  <a:pt x="9517" y="80035"/>
                </a:cubicBezTo>
                <a:cubicBezTo>
                  <a:pt x="7800" y="78318"/>
                  <a:pt x="6690" y="75885"/>
                  <a:pt x="6690" y="73238"/>
                </a:cubicBezTo>
                <a:cubicBezTo>
                  <a:pt x="6690" y="70554"/>
                  <a:pt x="7800" y="68157"/>
                  <a:pt x="9517" y="66440"/>
                </a:cubicBezTo>
                <a:cubicBezTo>
                  <a:pt x="11270" y="64687"/>
                  <a:pt x="13667" y="63613"/>
                  <a:pt x="16350" y="63613"/>
                </a:cubicBezTo>
                <a:close/>
                <a:moveTo>
                  <a:pt x="212626" y="63613"/>
                </a:moveTo>
                <a:cubicBezTo>
                  <a:pt x="215309" y="63613"/>
                  <a:pt x="217706" y="64687"/>
                  <a:pt x="219460" y="66440"/>
                </a:cubicBezTo>
                <a:cubicBezTo>
                  <a:pt x="221177" y="68157"/>
                  <a:pt x="222286" y="70554"/>
                  <a:pt x="222286" y="73238"/>
                </a:cubicBezTo>
                <a:cubicBezTo>
                  <a:pt x="222286" y="75885"/>
                  <a:pt x="221177" y="78318"/>
                  <a:pt x="219460" y="80035"/>
                </a:cubicBezTo>
                <a:cubicBezTo>
                  <a:pt x="217706" y="81788"/>
                  <a:pt x="215309" y="82862"/>
                  <a:pt x="212626" y="82862"/>
                </a:cubicBezTo>
                <a:cubicBezTo>
                  <a:pt x="209978" y="82862"/>
                  <a:pt x="207546" y="81788"/>
                  <a:pt x="205828" y="80035"/>
                </a:cubicBezTo>
                <a:cubicBezTo>
                  <a:pt x="204075" y="78318"/>
                  <a:pt x="203002" y="75885"/>
                  <a:pt x="203002" y="73238"/>
                </a:cubicBezTo>
                <a:cubicBezTo>
                  <a:pt x="203002" y="70554"/>
                  <a:pt x="204075" y="68157"/>
                  <a:pt x="205828" y="66440"/>
                </a:cubicBezTo>
                <a:cubicBezTo>
                  <a:pt x="207546" y="64687"/>
                  <a:pt x="209978" y="63613"/>
                  <a:pt x="212626" y="63613"/>
                </a:cubicBezTo>
                <a:close/>
                <a:moveTo>
                  <a:pt x="76743" y="107799"/>
                </a:moveTo>
                <a:cubicBezTo>
                  <a:pt x="72736" y="113988"/>
                  <a:pt x="70196" y="121180"/>
                  <a:pt x="69623" y="128908"/>
                </a:cubicBezTo>
                <a:lnTo>
                  <a:pt x="59462" y="128908"/>
                </a:lnTo>
                <a:lnTo>
                  <a:pt x="59462" y="107799"/>
                </a:lnTo>
                <a:close/>
                <a:moveTo>
                  <a:pt x="122717" y="115849"/>
                </a:moveTo>
                <a:cubicBezTo>
                  <a:pt x="124542" y="115849"/>
                  <a:pt x="126187" y="116600"/>
                  <a:pt x="127368" y="117781"/>
                </a:cubicBezTo>
                <a:cubicBezTo>
                  <a:pt x="128585" y="118962"/>
                  <a:pt x="129300" y="120572"/>
                  <a:pt x="129300" y="122396"/>
                </a:cubicBezTo>
                <a:cubicBezTo>
                  <a:pt x="129300" y="124185"/>
                  <a:pt x="128585" y="125795"/>
                  <a:pt x="127368" y="127012"/>
                </a:cubicBezTo>
                <a:cubicBezTo>
                  <a:pt x="126187" y="128192"/>
                  <a:pt x="124542" y="128908"/>
                  <a:pt x="122717" y="128908"/>
                </a:cubicBezTo>
                <a:lnTo>
                  <a:pt x="105973" y="128908"/>
                </a:lnTo>
                <a:lnTo>
                  <a:pt x="105973" y="115849"/>
                </a:lnTo>
                <a:close/>
                <a:moveTo>
                  <a:pt x="169514" y="107799"/>
                </a:moveTo>
                <a:lnTo>
                  <a:pt x="169514" y="128908"/>
                </a:lnTo>
                <a:lnTo>
                  <a:pt x="159353" y="128908"/>
                </a:lnTo>
                <a:cubicBezTo>
                  <a:pt x="158781" y="121180"/>
                  <a:pt x="156241" y="113988"/>
                  <a:pt x="152233" y="107799"/>
                </a:cubicBezTo>
                <a:close/>
                <a:moveTo>
                  <a:pt x="16350" y="122647"/>
                </a:moveTo>
                <a:cubicBezTo>
                  <a:pt x="18998" y="122647"/>
                  <a:pt x="21431" y="123720"/>
                  <a:pt x="23148" y="125437"/>
                </a:cubicBezTo>
                <a:cubicBezTo>
                  <a:pt x="24901" y="127190"/>
                  <a:pt x="25975" y="129623"/>
                  <a:pt x="25975" y="132271"/>
                </a:cubicBezTo>
                <a:cubicBezTo>
                  <a:pt x="25975" y="134918"/>
                  <a:pt x="24901" y="137315"/>
                  <a:pt x="23148" y="139069"/>
                </a:cubicBezTo>
                <a:cubicBezTo>
                  <a:pt x="21431" y="140822"/>
                  <a:pt x="18998" y="141895"/>
                  <a:pt x="16350" y="141895"/>
                </a:cubicBezTo>
                <a:cubicBezTo>
                  <a:pt x="13667" y="141895"/>
                  <a:pt x="11270" y="140822"/>
                  <a:pt x="9517" y="139069"/>
                </a:cubicBezTo>
                <a:cubicBezTo>
                  <a:pt x="7800" y="137315"/>
                  <a:pt x="6690" y="134918"/>
                  <a:pt x="6690" y="132271"/>
                </a:cubicBezTo>
                <a:cubicBezTo>
                  <a:pt x="6690" y="129623"/>
                  <a:pt x="7800" y="127190"/>
                  <a:pt x="9517" y="125437"/>
                </a:cubicBezTo>
                <a:cubicBezTo>
                  <a:pt x="11270" y="123720"/>
                  <a:pt x="13667" y="122647"/>
                  <a:pt x="16350" y="122647"/>
                </a:cubicBezTo>
                <a:close/>
                <a:moveTo>
                  <a:pt x="212626" y="122647"/>
                </a:moveTo>
                <a:cubicBezTo>
                  <a:pt x="215309" y="122647"/>
                  <a:pt x="217706" y="123720"/>
                  <a:pt x="219460" y="125437"/>
                </a:cubicBezTo>
                <a:cubicBezTo>
                  <a:pt x="221177" y="127190"/>
                  <a:pt x="222286" y="129623"/>
                  <a:pt x="222286" y="132271"/>
                </a:cubicBezTo>
                <a:cubicBezTo>
                  <a:pt x="222286" y="134918"/>
                  <a:pt x="221177" y="137315"/>
                  <a:pt x="219460" y="139069"/>
                </a:cubicBezTo>
                <a:cubicBezTo>
                  <a:pt x="217706" y="140822"/>
                  <a:pt x="215309" y="141895"/>
                  <a:pt x="212626" y="141895"/>
                </a:cubicBezTo>
                <a:cubicBezTo>
                  <a:pt x="209978" y="141895"/>
                  <a:pt x="207546" y="140822"/>
                  <a:pt x="205828" y="139069"/>
                </a:cubicBezTo>
                <a:cubicBezTo>
                  <a:pt x="204075" y="137315"/>
                  <a:pt x="203002" y="134918"/>
                  <a:pt x="203002" y="132271"/>
                </a:cubicBezTo>
                <a:cubicBezTo>
                  <a:pt x="203002" y="129623"/>
                  <a:pt x="204075" y="127190"/>
                  <a:pt x="205828" y="125437"/>
                </a:cubicBezTo>
                <a:cubicBezTo>
                  <a:pt x="207546" y="123720"/>
                  <a:pt x="209978" y="122647"/>
                  <a:pt x="212626" y="122647"/>
                </a:cubicBezTo>
                <a:close/>
                <a:moveTo>
                  <a:pt x="122717" y="135598"/>
                </a:moveTo>
                <a:cubicBezTo>
                  <a:pt x="124542" y="135598"/>
                  <a:pt x="126187" y="136349"/>
                  <a:pt x="127368" y="137530"/>
                </a:cubicBezTo>
                <a:cubicBezTo>
                  <a:pt x="128585" y="138711"/>
                  <a:pt x="129300" y="140357"/>
                  <a:pt x="129300" y="142145"/>
                </a:cubicBezTo>
                <a:cubicBezTo>
                  <a:pt x="129300" y="143934"/>
                  <a:pt x="128585" y="145580"/>
                  <a:pt x="127368" y="146761"/>
                </a:cubicBezTo>
                <a:cubicBezTo>
                  <a:pt x="126187" y="147941"/>
                  <a:pt x="124542" y="148657"/>
                  <a:pt x="122717" y="148657"/>
                </a:cubicBezTo>
                <a:lnTo>
                  <a:pt x="105973" y="148657"/>
                </a:lnTo>
                <a:lnTo>
                  <a:pt x="105973" y="135598"/>
                </a:lnTo>
                <a:close/>
                <a:moveTo>
                  <a:pt x="69623" y="135634"/>
                </a:moveTo>
                <a:cubicBezTo>
                  <a:pt x="70196" y="143362"/>
                  <a:pt x="72700" y="150553"/>
                  <a:pt x="76707" y="156707"/>
                </a:cubicBezTo>
                <a:lnTo>
                  <a:pt x="59462" y="156707"/>
                </a:lnTo>
                <a:lnTo>
                  <a:pt x="59462" y="135634"/>
                </a:lnTo>
                <a:close/>
                <a:moveTo>
                  <a:pt x="169514" y="135634"/>
                </a:moveTo>
                <a:lnTo>
                  <a:pt x="169514" y="156707"/>
                </a:lnTo>
                <a:lnTo>
                  <a:pt x="152269" y="156707"/>
                </a:lnTo>
                <a:cubicBezTo>
                  <a:pt x="156276" y="150553"/>
                  <a:pt x="158781" y="143362"/>
                  <a:pt x="159353" y="135634"/>
                </a:cubicBezTo>
                <a:close/>
                <a:moveTo>
                  <a:pt x="110088" y="102003"/>
                </a:moveTo>
                <a:cubicBezTo>
                  <a:pt x="108227" y="102003"/>
                  <a:pt x="106760" y="103506"/>
                  <a:pt x="106760" y="105366"/>
                </a:cubicBezTo>
                <a:lnTo>
                  <a:pt x="106760" y="109158"/>
                </a:lnTo>
                <a:lnTo>
                  <a:pt x="96313" y="109158"/>
                </a:lnTo>
                <a:cubicBezTo>
                  <a:pt x="94453" y="109158"/>
                  <a:pt x="92950" y="110625"/>
                  <a:pt x="92950" y="112486"/>
                </a:cubicBezTo>
                <a:cubicBezTo>
                  <a:pt x="92950" y="114346"/>
                  <a:pt x="94453" y="115849"/>
                  <a:pt x="96313" y="115849"/>
                </a:cubicBezTo>
                <a:lnTo>
                  <a:pt x="99283" y="115849"/>
                </a:lnTo>
                <a:lnTo>
                  <a:pt x="99283" y="148657"/>
                </a:lnTo>
                <a:lnTo>
                  <a:pt x="96313" y="148657"/>
                </a:lnTo>
                <a:cubicBezTo>
                  <a:pt x="94453" y="148657"/>
                  <a:pt x="92950" y="150195"/>
                  <a:pt x="92950" y="152020"/>
                </a:cubicBezTo>
                <a:cubicBezTo>
                  <a:pt x="92950" y="153881"/>
                  <a:pt x="94453" y="155383"/>
                  <a:pt x="96313" y="155383"/>
                </a:cubicBezTo>
                <a:lnTo>
                  <a:pt x="106760" y="155383"/>
                </a:lnTo>
                <a:lnTo>
                  <a:pt x="106760" y="159140"/>
                </a:lnTo>
                <a:cubicBezTo>
                  <a:pt x="106760" y="161000"/>
                  <a:pt x="108227" y="162503"/>
                  <a:pt x="110088" y="162503"/>
                </a:cubicBezTo>
                <a:cubicBezTo>
                  <a:pt x="111948" y="162503"/>
                  <a:pt x="113451" y="161000"/>
                  <a:pt x="113451" y="159140"/>
                </a:cubicBezTo>
                <a:lnTo>
                  <a:pt x="113451" y="155383"/>
                </a:lnTo>
                <a:lnTo>
                  <a:pt x="119354" y="155383"/>
                </a:lnTo>
                <a:lnTo>
                  <a:pt x="119354" y="159140"/>
                </a:lnTo>
                <a:cubicBezTo>
                  <a:pt x="119354" y="161000"/>
                  <a:pt x="120857" y="162503"/>
                  <a:pt x="122717" y="162503"/>
                </a:cubicBezTo>
                <a:cubicBezTo>
                  <a:pt x="124577" y="162503"/>
                  <a:pt x="126080" y="161000"/>
                  <a:pt x="126080" y="159140"/>
                </a:cubicBezTo>
                <a:lnTo>
                  <a:pt x="126080" y="154954"/>
                </a:lnTo>
                <a:cubicBezTo>
                  <a:pt x="128370" y="154346"/>
                  <a:pt x="130445" y="153129"/>
                  <a:pt x="132091" y="151483"/>
                </a:cubicBezTo>
                <a:cubicBezTo>
                  <a:pt x="134524" y="149086"/>
                  <a:pt x="136026" y="145795"/>
                  <a:pt x="136026" y="142145"/>
                </a:cubicBezTo>
                <a:cubicBezTo>
                  <a:pt x="136026" y="138353"/>
                  <a:pt x="134380" y="134775"/>
                  <a:pt x="131554" y="132271"/>
                </a:cubicBezTo>
                <a:cubicBezTo>
                  <a:pt x="134380" y="129766"/>
                  <a:pt x="136026" y="126189"/>
                  <a:pt x="136026" y="122396"/>
                </a:cubicBezTo>
                <a:cubicBezTo>
                  <a:pt x="136026" y="118747"/>
                  <a:pt x="134524" y="115420"/>
                  <a:pt x="132091" y="113022"/>
                </a:cubicBezTo>
                <a:cubicBezTo>
                  <a:pt x="130445" y="111377"/>
                  <a:pt x="128370" y="110160"/>
                  <a:pt x="126080" y="109588"/>
                </a:cubicBezTo>
                <a:lnTo>
                  <a:pt x="126080" y="105366"/>
                </a:lnTo>
                <a:cubicBezTo>
                  <a:pt x="126080" y="103506"/>
                  <a:pt x="124577" y="102003"/>
                  <a:pt x="122717" y="102003"/>
                </a:cubicBezTo>
                <a:cubicBezTo>
                  <a:pt x="120857" y="102003"/>
                  <a:pt x="119354" y="103506"/>
                  <a:pt x="119354" y="105366"/>
                </a:cubicBezTo>
                <a:lnTo>
                  <a:pt x="119354" y="109158"/>
                </a:lnTo>
                <a:lnTo>
                  <a:pt x="113451" y="109158"/>
                </a:lnTo>
                <a:lnTo>
                  <a:pt x="113451" y="105366"/>
                </a:lnTo>
                <a:cubicBezTo>
                  <a:pt x="113451" y="103506"/>
                  <a:pt x="111948" y="102003"/>
                  <a:pt x="110088" y="102003"/>
                </a:cubicBezTo>
                <a:close/>
                <a:moveTo>
                  <a:pt x="158101" y="78211"/>
                </a:moveTo>
                <a:cubicBezTo>
                  <a:pt x="161214" y="78211"/>
                  <a:pt x="164076" y="79499"/>
                  <a:pt x="166151" y="81574"/>
                </a:cubicBezTo>
                <a:cubicBezTo>
                  <a:pt x="168226" y="83649"/>
                  <a:pt x="169514" y="86475"/>
                  <a:pt x="169514" y="89624"/>
                </a:cubicBezTo>
                <a:lnTo>
                  <a:pt x="169514" y="101108"/>
                </a:lnTo>
                <a:lnTo>
                  <a:pt x="146903" y="101108"/>
                </a:lnTo>
                <a:cubicBezTo>
                  <a:pt x="140534" y="94454"/>
                  <a:pt x="132127" y="89767"/>
                  <a:pt x="122681" y="88014"/>
                </a:cubicBezTo>
                <a:cubicBezTo>
                  <a:pt x="122479" y="87978"/>
                  <a:pt x="122278" y="87961"/>
                  <a:pt x="122080" y="87961"/>
                </a:cubicBezTo>
                <a:cubicBezTo>
                  <a:pt x="120486" y="87961"/>
                  <a:pt x="119068" y="89074"/>
                  <a:pt x="118781" y="90697"/>
                </a:cubicBezTo>
                <a:cubicBezTo>
                  <a:pt x="118424" y="92522"/>
                  <a:pt x="119640" y="94275"/>
                  <a:pt x="121465" y="94597"/>
                </a:cubicBezTo>
                <a:cubicBezTo>
                  <a:pt x="130230" y="96207"/>
                  <a:pt x="138244" y="100930"/>
                  <a:pt x="143933" y="107799"/>
                </a:cubicBezTo>
                <a:cubicBezTo>
                  <a:pt x="149479" y="114418"/>
                  <a:pt x="152770" y="122933"/>
                  <a:pt x="152770" y="132271"/>
                </a:cubicBezTo>
                <a:cubicBezTo>
                  <a:pt x="152770" y="142825"/>
                  <a:pt x="148477" y="152414"/>
                  <a:pt x="141572" y="159319"/>
                </a:cubicBezTo>
                <a:cubicBezTo>
                  <a:pt x="134631" y="166260"/>
                  <a:pt x="125043" y="170553"/>
                  <a:pt x="114488" y="170553"/>
                </a:cubicBezTo>
                <a:cubicBezTo>
                  <a:pt x="103898" y="170553"/>
                  <a:pt x="94345" y="166260"/>
                  <a:pt x="87405" y="159319"/>
                </a:cubicBezTo>
                <a:cubicBezTo>
                  <a:pt x="80499" y="152414"/>
                  <a:pt x="76206" y="142825"/>
                  <a:pt x="76206" y="132271"/>
                </a:cubicBezTo>
                <a:cubicBezTo>
                  <a:pt x="76206" y="122933"/>
                  <a:pt x="79534" y="114418"/>
                  <a:pt x="85043" y="107799"/>
                </a:cubicBezTo>
                <a:cubicBezTo>
                  <a:pt x="90732" y="100930"/>
                  <a:pt x="98746" y="96207"/>
                  <a:pt x="107512" y="94597"/>
                </a:cubicBezTo>
                <a:cubicBezTo>
                  <a:pt x="109336" y="94275"/>
                  <a:pt x="110553" y="92522"/>
                  <a:pt x="110231" y="90697"/>
                </a:cubicBezTo>
                <a:cubicBezTo>
                  <a:pt x="109912" y="89074"/>
                  <a:pt x="108491" y="87961"/>
                  <a:pt x="106922" y="87961"/>
                </a:cubicBezTo>
                <a:cubicBezTo>
                  <a:pt x="106726" y="87961"/>
                  <a:pt x="106529" y="87978"/>
                  <a:pt x="106331" y="88014"/>
                </a:cubicBezTo>
                <a:cubicBezTo>
                  <a:pt x="96850" y="89767"/>
                  <a:pt x="88442" y="94454"/>
                  <a:pt x="82074" y="101108"/>
                </a:cubicBezTo>
                <a:lnTo>
                  <a:pt x="59462" y="101108"/>
                </a:lnTo>
                <a:lnTo>
                  <a:pt x="59462" y="89624"/>
                </a:lnTo>
                <a:cubicBezTo>
                  <a:pt x="59462" y="86475"/>
                  <a:pt x="60750" y="83649"/>
                  <a:pt x="62825" y="81574"/>
                </a:cubicBezTo>
                <a:cubicBezTo>
                  <a:pt x="64900" y="79499"/>
                  <a:pt x="67763" y="78211"/>
                  <a:pt x="70875" y="78211"/>
                </a:cubicBezTo>
                <a:close/>
                <a:moveTo>
                  <a:pt x="16350" y="181644"/>
                </a:moveTo>
                <a:cubicBezTo>
                  <a:pt x="18998" y="181644"/>
                  <a:pt x="21431" y="182753"/>
                  <a:pt x="23148" y="184471"/>
                </a:cubicBezTo>
                <a:cubicBezTo>
                  <a:pt x="24901" y="186224"/>
                  <a:pt x="25975" y="188621"/>
                  <a:pt x="25975" y="191304"/>
                </a:cubicBezTo>
                <a:cubicBezTo>
                  <a:pt x="25975" y="193952"/>
                  <a:pt x="24901" y="196349"/>
                  <a:pt x="23148" y="198102"/>
                </a:cubicBezTo>
                <a:cubicBezTo>
                  <a:pt x="21431" y="199855"/>
                  <a:pt x="18998" y="200928"/>
                  <a:pt x="16350" y="200928"/>
                </a:cubicBezTo>
                <a:cubicBezTo>
                  <a:pt x="13667" y="200928"/>
                  <a:pt x="11270" y="199855"/>
                  <a:pt x="9517" y="198102"/>
                </a:cubicBezTo>
                <a:cubicBezTo>
                  <a:pt x="7800" y="196349"/>
                  <a:pt x="6690" y="193952"/>
                  <a:pt x="6690" y="191304"/>
                </a:cubicBezTo>
                <a:cubicBezTo>
                  <a:pt x="6690" y="188621"/>
                  <a:pt x="7800" y="186224"/>
                  <a:pt x="9517" y="184471"/>
                </a:cubicBezTo>
                <a:cubicBezTo>
                  <a:pt x="11270" y="182753"/>
                  <a:pt x="13667" y="181644"/>
                  <a:pt x="16350" y="181644"/>
                </a:cubicBezTo>
                <a:close/>
                <a:moveTo>
                  <a:pt x="212626" y="181644"/>
                </a:moveTo>
                <a:cubicBezTo>
                  <a:pt x="215309" y="181644"/>
                  <a:pt x="217706" y="182753"/>
                  <a:pt x="219460" y="184471"/>
                </a:cubicBezTo>
                <a:cubicBezTo>
                  <a:pt x="221177" y="186224"/>
                  <a:pt x="222286" y="188621"/>
                  <a:pt x="222286" y="191304"/>
                </a:cubicBezTo>
                <a:cubicBezTo>
                  <a:pt x="222286" y="193952"/>
                  <a:pt x="221177" y="196349"/>
                  <a:pt x="219460" y="198102"/>
                </a:cubicBezTo>
                <a:cubicBezTo>
                  <a:pt x="217706" y="199855"/>
                  <a:pt x="215309" y="200928"/>
                  <a:pt x="212626" y="200928"/>
                </a:cubicBezTo>
                <a:cubicBezTo>
                  <a:pt x="209978" y="200928"/>
                  <a:pt x="207546" y="199855"/>
                  <a:pt x="205828" y="198102"/>
                </a:cubicBezTo>
                <a:cubicBezTo>
                  <a:pt x="204075" y="196349"/>
                  <a:pt x="203002" y="193952"/>
                  <a:pt x="203002" y="191304"/>
                </a:cubicBezTo>
                <a:cubicBezTo>
                  <a:pt x="203002" y="188621"/>
                  <a:pt x="204075" y="186224"/>
                  <a:pt x="205828" y="184471"/>
                </a:cubicBezTo>
                <a:cubicBezTo>
                  <a:pt x="207546" y="182753"/>
                  <a:pt x="209978" y="181644"/>
                  <a:pt x="212626" y="181644"/>
                </a:cubicBezTo>
                <a:close/>
                <a:moveTo>
                  <a:pt x="114488" y="1"/>
                </a:moveTo>
                <a:cubicBezTo>
                  <a:pt x="101572" y="1"/>
                  <a:pt x="89837" y="5296"/>
                  <a:pt x="81322" y="13775"/>
                </a:cubicBezTo>
                <a:cubicBezTo>
                  <a:pt x="72807" y="22290"/>
                  <a:pt x="67548" y="34025"/>
                  <a:pt x="67548" y="46941"/>
                </a:cubicBezTo>
                <a:lnTo>
                  <a:pt x="67548" y="71807"/>
                </a:lnTo>
                <a:cubicBezTo>
                  <a:pt x="63863" y="72522"/>
                  <a:pt x="60607" y="74311"/>
                  <a:pt x="58067" y="76815"/>
                </a:cubicBezTo>
                <a:cubicBezTo>
                  <a:pt x="54775" y="80107"/>
                  <a:pt x="52736" y="84651"/>
                  <a:pt x="52736" y="89624"/>
                </a:cubicBezTo>
                <a:lnTo>
                  <a:pt x="52736" y="101108"/>
                </a:lnTo>
                <a:lnTo>
                  <a:pt x="25796" y="101108"/>
                </a:lnTo>
                <a:cubicBezTo>
                  <a:pt x="24114" y="101108"/>
                  <a:pt x="22576" y="100393"/>
                  <a:pt x="21502" y="99320"/>
                </a:cubicBezTo>
                <a:cubicBezTo>
                  <a:pt x="20393" y="98210"/>
                  <a:pt x="19713" y="96672"/>
                  <a:pt x="19713" y="95026"/>
                </a:cubicBezTo>
                <a:lnTo>
                  <a:pt x="19713" y="89230"/>
                </a:lnTo>
                <a:cubicBezTo>
                  <a:pt x="22862" y="88586"/>
                  <a:pt x="25688" y="86976"/>
                  <a:pt x="27906" y="84794"/>
                </a:cubicBezTo>
                <a:cubicBezTo>
                  <a:pt x="30840" y="81824"/>
                  <a:pt x="32665" y="77746"/>
                  <a:pt x="32665" y="73238"/>
                </a:cubicBezTo>
                <a:cubicBezTo>
                  <a:pt x="32665" y="68730"/>
                  <a:pt x="30840" y="64651"/>
                  <a:pt x="27906" y="61681"/>
                </a:cubicBezTo>
                <a:cubicBezTo>
                  <a:pt x="24937" y="58712"/>
                  <a:pt x="20858" y="56887"/>
                  <a:pt x="16350" y="56887"/>
                </a:cubicBezTo>
                <a:cubicBezTo>
                  <a:pt x="11842" y="56887"/>
                  <a:pt x="7728" y="58712"/>
                  <a:pt x="4794" y="61681"/>
                </a:cubicBezTo>
                <a:cubicBezTo>
                  <a:pt x="1825" y="64651"/>
                  <a:pt x="0" y="68730"/>
                  <a:pt x="0" y="73238"/>
                </a:cubicBezTo>
                <a:cubicBezTo>
                  <a:pt x="0" y="77746"/>
                  <a:pt x="1825" y="81824"/>
                  <a:pt x="4794" y="84794"/>
                </a:cubicBezTo>
                <a:cubicBezTo>
                  <a:pt x="7012" y="86976"/>
                  <a:pt x="9839" y="88586"/>
                  <a:pt x="12987" y="89230"/>
                </a:cubicBezTo>
                <a:lnTo>
                  <a:pt x="12987" y="95026"/>
                </a:lnTo>
                <a:cubicBezTo>
                  <a:pt x="12987" y="98532"/>
                  <a:pt x="14418" y="101717"/>
                  <a:pt x="16744" y="104042"/>
                </a:cubicBezTo>
                <a:cubicBezTo>
                  <a:pt x="19069" y="106368"/>
                  <a:pt x="22254" y="107799"/>
                  <a:pt x="25796" y="107799"/>
                </a:cubicBezTo>
                <a:lnTo>
                  <a:pt x="52736" y="107799"/>
                </a:lnTo>
                <a:lnTo>
                  <a:pt x="52736" y="128908"/>
                </a:lnTo>
                <a:lnTo>
                  <a:pt x="32343" y="128908"/>
                </a:lnTo>
                <a:cubicBezTo>
                  <a:pt x="31663" y="125759"/>
                  <a:pt x="30089" y="122897"/>
                  <a:pt x="27906" y="120715"/>
                </a:cubicBezTo>
                <a:cubicBezTo>
                  <a:pt x="24937" y="117745"/>
                  <a:pt x="20858" y="115920"/>
                  <a:pt x="16350" y="115920"/>
                </a:cubicBezTo>
                <a:cubicBezTo>
                  <a:pt x="11842" y="115920"/>
                  <a:pt x="7728" y="117745"/>
                  <a:pt x="4794" y="120715"/>
                </a:cubicBezTo>
                <a:cubicBezTo>
                  <a:pt x="1825" y="123648"/>
                  <a:pt x="0" y="127763"/>
                  <a:pt x="0" y="132271"/>
                </a:cubicBezTo>
                <a:cubicBezTo>
                  <a:pt x="0" y="136779"/>
                  <a:pt x="1825" y="140857"/>
                  <a:pt x="4794" y="143827"/>
                </a:cubicBezTo>
                <a:cubicBezTo>
                  <a:pt x="7728" y="146761"/>
                  <a:pt x="11842" y="148621"/>
                  <a:pt x="16350" y="148621"/>
                </a:cubicBezTo>
                <a:cubicBezTo>
                  <a:pt x="20858" y="148621"/>
                  <a:pt x="24937" y="146761"/>
                  <a:pt x="27906" y="143827"/>
                </a:cubicBezTo>
                <a:cubicBezTo>
                  <a:pt x="30089" y="141609"/>
                  <a:pt x="31663" y="138782"/>
                  <a:pt x="32343" y="135598"/>
                </a:cubicBezTo>
                <a:lnTo>
                  <a:pt x="52736" y="135598"/>
                </a:lnTo>
                <a:lnTo>
                  <a:pt x="52736" y="156707"/>
                </a:lnTo>
                <a:lnTo>
                  <a:pt x="25796" y="156707"/>
                </a:lnTo>
                <a:cubicBezTo>
                  <a:pt x="22254" y="156707"/>
                  <a:pt x="19069" y="158138"/>
                  <a:pt x="16744" y="160464"/>
                </a:cubicBezTo>
                <a:cubicBezTo>
                  <a:pt x="14418" y="162789"/>
                  <a:pt x="12987" y="165973"/>
                  <a:pt x="12987" y="169515"/>
                </a:cubicBezTo>
                <a:lnTo>
                  <a:pt x="12987" y="175311"/>
                </a:lnTo>
                <a:cubicBezTo>
                  <a:pt x="9839" y="175955"/>
                  <a:pt x="7012" y="177530"/>
                  <a:pt x="4794" y="179748"/>
                </a:cubicBezTo>
                <a:cubicBezTo>
                  <a:pt x="1825" y="182682"/>
                  <a:pt x="0" y="186796"/>
                  <a:pt x="0" y="191304"/>
                </a:cubicBezTo>
                <a:cubicBezTo>
                  <a:pt x="0" y="195812"/>
                  <a:pt x="1825" y="199891"/>
                  <a:pt x="4794" y="202860"/>
                </a:cubicBezTo>
                <a:cubicBezTo>
                  <a:pt x="7728" y="205794"/>
                  <a:pt x="11842" y="207619"/>
                  <a:pt x="16350" y="207619"/>
                </a:cubicBezTo>
                <a:cubicBezTo>
                  <a:pt x="20858" y="207619"/>
                  <a:pt x="24937" y="205794"/>
                  <a:pt x="27906" y="202860"/>
                </a:cubicBezTo>
                <a:cubicBezTo>
                  <a:pt x="30840" y="199891"/>
                  <a:pt x="32665" y="195812"/>
                  <a:pt x="32665" y="191304"/>
                </a:cubicBezTo>
                <a:cubicBezTo>
                  <a:pt x="32665" y="186796"/>
                  <a:pt x="30840" y="182682"/>
                  <a:pt x="27906" y="179748"/>
                </a:cubicBezTo>
                <a:cubicBezTo>
                  <a:pt x="25688" y="177530"/>
                  <a:pt x="22862" y="175955"/>
                  <a:pt x="19713" y="175311"/>
                </a:cubicBezTo>
                <a:lnTo>
                  <a:pt x="19713" y="169515"/>
                </a:lnTo>
                <a:cubicBezTo>
                  <a:pt x="19713" y="167870"/>
                  <a:pt x="20393" y="166331"/>
                  <a:pt x="21502" y="165222"/>
                </a:cubicBezTo>
                <a:cubicBezTo>
                  <a:pt x="22576" y="164113"/>
                  <a:pt x="24114" y="163433"/>
                  <a:pt x="25796" y="163433"/>
                </a:cubicBezTo>
                <a:lnTo>
                  <a:pt x="52736" y="163433"/>
                </a:lnTo>
                <a:lnTo>
                  <a:pt x="52736" y="174882"/>
                </a:lnTo>
                <a:cubicBezTo>
                  <a:pt x="52736" y="179891"/>
                  <a:pt x="54775" y="184435"/>
                  <a:pt x="58067" y="187690"/>
                </a:cubicBezTo>
                <a:cubicBezTo>
                  <a:pt x="61359" y="190982"/>
                  <a:pt x="65902" y="193021"/>
                  <a:pt x="70875" y="193021"/>
                </a:cubicBezTo>
                <a:lnTo>
                  <a:pt x="106903" y="193021"/>
                </a:lnTo>
                <a:cubicBezTo>
                  <a:pt x="108764" y="193021"/>
                  <a:pt x="110266" y="191519"/>
                  <a:pt x="110266" y="189658"/>
                </a:cubicBezTo>
                <a:cubicBezTo>
                  <a:pt x="110266" y="187834"/>
                  <a:pt x="108764" y="186331"/>
                  <a:pt x="106903" y="186331"/>
                </a:cubicBezTo>
                <a:lnTo>
                  <a:pt x="70875" y="186331"/>
                </a:lnTo>
                <a:cubicBezTo>
                  <a:pt x="67763" y="186331"/>
                  <a:pt x="64900" y="185043"/>
                  <a:pt x="62825" y="182968"/>
                </a:cubicBezTo>
                <a:cubicBezTo>
                  <a:pt x="60750" y="180893"/>
                  <a:pt x="59462" y="178031"/>
                  <a:pt x="59462" y="174882"/>
                </a:cubicBezTo>
                <a:lnTo>
                  <a:pt x="59462" y="163433"/>
                </a:lnTo>
                <a:lnTo>
                  <a:pt x="82038" y="163433"/>
                </a:lnTo>
                <a:cubicBezTo>
                  <a:pt x="90553" y="172306"/>
                  <a:pt x="102216" y="177243"/>
                  <a:pt x="114488" y="177243"/>
                </a:cubicBezTo>
                <a:cubicBezTo>
                  <a:pt x="126796" y="177243"/>
                  <a:pt x="138423" y="172306"/>
                  <a:pt x="146938" y="163433"/>
                </a:cubicBezTo>
                <a:lnTo>
                  <a:pt x="169514" y="163433"/>
                </a:lnTo>
                <a:lnTo>
                  <a:pt x="169514" y="174882"/>
                </a:lnTo>
                <a:cubicBezTo>
                  <a:pt x="169514" y="181179"/>
                  <a:pt x="164362" y="186331"/>
                  <a:pt x="158101" y="186331"/>
                </a:cubicBezTo>
                <a:lnTo>
                  <a:pt x="122073" y="186331"/>
                </a:lnTo>
                <a:cubicBezTo>
                  <a:pt x="120248" y="186331"/>
                  <a:pt x="118746" y="187834"/>
                  <a:pt x="118746" y="189658"/>
                </a:cubicBezTo>
                <a:cubicBezTo>
                  <a:pt x="118746" y="191519"/>
                  <a:pt x="120248" y="193021"/>
                  <a:pt x="122073" y="193021"/>
                </a:cubicBezTo>
                <a:lnTo>
                  <a:pt x="158101" y="193021"/>
                </a:lnTo>
                <a:cubicBezTo>
                  <a:pt x="168047" y="193021"/>
                  <a:pt x="176240" y="184864"/>
                  <a:pt x="176240" y="174882"/>
                </a:cubicBezTo>
                <a:lnTo>
                  <a:pt x="176240" y="163433"/>
                </a:lnTo>
                <a:lnTo>
                  <a:pt x="203181" y="163433"/>
                </a:lnTo>
                <a:cubicBezTo>
                  <a:pt x="204862" y="163433"/>
                  <a:pt x="206401" y="164113"/>
                  <a:pt x="207474" y="165222"/>
                </a:cubicBezTo>
                <a:cubicBezTo>
                  <a:pt x="208619" y="166331"/>
                  <a:pt x="209299" y="167870"/>
                  <a:pt x="209299" y="169515"/>
                </a:cubicBezTo>
                <a:lnTo>
                  <a:pt x="209299" y="175311"/>
                </a:lnTo>
                <a:cubicBezTo>
                  <a:pt x="206114" y="175955"/>
                  <a:pt x="203288" y="177530"/>
                  <a:pt x="201070" y="179748"/>
                </a:cubicBezTo>
                <a:cubicBezTo>
                  <a:pt x="198136" y="182682"/>
                  <a:pt x="196311" y="186796"/>
                  <a:pt x="196311" y="191304"/>
                </a:cubicBezTo>
                <a:cubicBezTo>
                  <a:pt x="196311" y="195812"/>
                  <a:pt x="198136" y="199891"/>
                  <a:pt x="201070" y="202860"/>
                </a:cubicBezTo>
                <a:cubicBezTo>
                  <a:pt x="204039" y="205794"/>
                  <a:pt x="208118" y="207619"/>
                  <a:pt x="212626" y="207619"/>
                </a:cubicBezTo>
                <a:cubicBezTo>
                  <a:pt x="217134" y="207619"/>
                  <a:pt x="221248" y="205794"/>
                  <a:pt x="224182" y="202860"/>
                </a:cubicBezTo>
                <a:cubicBezTo>
                  <a:pt x="227152" y="199891"/>
                  <a:pt x="228976" y="195812"/>
                  <a:pt x="228976" y="191304"/>
                </a:cubicBezTo>
                <a:cubicBezTo>
                  <a:pt x="228976" y="186796"/>
                  <a:pt x="227152" y="182682"/>
                  <a:pt x="224182" y="179748"/>
                </a:cubicBezTo>
                <a:cubicBezTo>
                  <a:pt x="222000" y="177530"/>
                  <a:pt x="219173" y="175955"/>
                  <a:pt x="215989" y="175311"/>
                </a:cubicBezTo>
                <a:lnTo>
                  <a:pt x="215989" y="169515"/>
                </a:lnTo>
                <a:cubicBezTo>
                  <a:pt x="215989" y="165973"/>
                  <a:pt x="214558" y="162789"/>
                  <a:pt x="212232" y="160464"/>
                </a:cubicBezTo>
                <a:cubicBezTo>
                  <a:pt x="209907" y="158138"/>
                  <a:pt x="206723" y="156707"/>
                  <a:pt x="203181" y="156707"/>
                </a:cubicBezTo>
                <a:lnTo>
                  <a:pt x="176240" y="156707"/>
                </a:lnTo>
                <a:lnTo>
                  <a:pt x="176240" y="135598"/>
                </a:lnTo>
                <a:lnTo>
                  <a:pt x="196633" y="135598"/>
                </a:lnTo>
                <a:cubicBezTo>
                  <a:pt x="197313" y="138782"/>
                  <a:pt x="198887" y="141609"/>
                  <a:pt x="201070" y="143827"/>
                </a:cubicBezTo>
                <a:cubicBezTo>
                  <a:pt x="204039" y="146761"/>
                  <a:pt x="208118" y="148621"/>
                  <a:pt x="212626" y="148621"/>
                </a:cubicBezTo>
                <a:cubicBezTo>
                  <a:pt x="217134" y="148621"/>
                  <a:pt x="221213" y="146761"/>
                  <a:pt x="224182" y="143827"/>
                </a:cubicBezTo>
                <a:cubicBezTo>
                  <a:pt x="227152" y="140857"/>
                  <a:pt x="228976" y="136779"/>
                  <a:pt x="228976" y="132271"/>
                </a:cubicBezTo>
                <a:cubicBezTo>
                  <a:pt x="228976" y="127763"/>
                  <a:pt x="227152" y="123648"/>
                  <a:pt x="224182" y="120715"/>
                </a:cubicBezTo>
                <a:cubicBezTo>
                  <a:pt x="221213" y="117745"/>
                  <a:pt x="217134" y="115920"/>
                  <a:pt x="212626" y="115920"/>
                </a:cubicBezTo>
                <a:cubicBezTo>
                  <a:pt x="208118" y="115920"/>
                  <a:pt x="204039" y="117745"/>
                  <a:pt x="201070" y="120715"/>
                </a:cubicBezTo>
                <a:cubicBezTo>
                  <a:pt x="198887" y="122897"/>
                  <a:pt x="197313" y="125759"/>
                  <a:pt x="196633" y="128908"/>
                </a:cubicBezTo>
                <a:lnTo>
                  <a:pt x="176240" y="128908"/>
                </a:lnTo>
                <a:lnTo>
                  <a:pt x="176240" y="107799"/>
                </a:lnTo>
                <a:lnTo>
                  <a:pt x="203181" y="107799"/>
                </a:lnTo>
                <a:cubicBezTo>
                  <a:pt x="206723" y="107799"/>
                  <a:pt x="209907" y="106368"/>
                  <a:pt x="212232" y="104042"/>
                </a:cubicBezTo>
                <a:cubicBezTo>
                  <a:pt x="214558" y="101717"/>
                  <a:pt x="215989" y="98532"/>
                  <a:pt x="215989" y="95026"/>
                </a:cubicBezTo>
                <a:lnTo>
                  <a:pt x="215989" y="89230"/>
                </a:lnTo>
                <a:cubicBezTo>
                  <a:pt x="219173" y="88586"/>
                  <a:pt x="222000" y="86976"/>
                  <a:pt x="224182" y="84794"/>
                </a:cubicBezTo>
                <a:cubicBezTo>
                  <a:pt x="227152" y="81824"/>
                  <a:pt x="228976" y="77746"/>
                  <a:pt x="228976" y="73238"/>
                </a:cubicBezTo>
                <a:cubicBezTo>
                  <a:pt x="228976" y="68730"/>
                  <a:pt x="227152" y="64651"/>
                  <a:pt x="224182" y="61681"/>
                </a:cubicBezTo>
                <a:cubicBezTo>
                  <a:pt x="221213" y="58712"/>
                  <a:pt x="217134" y="56887"/>
                  <a:pt x="212626" y="56887"/>
                </a:cubicBezTo>
                <a:cubicBezTo>
                  <a:pt x="208118" y="56887"/>
                  <a:pt x="204039" y="58712"/>
                  <a:pt x="201070" y="61681"/>
                </a:cubicBezTo>
                <a:cubicBezTo>
                  <a:pt x="198136" y="64651"/>
                  <a:pt x="196311" y="68730"/>
                  <a:pt x="196311" y="73238"/>
                </a:cubicBezTo>
                <a:cubicBezTo>
                  <a:pt x="196311" y="77746"/>
                  <a:pt x="198136" y="81824"/>
                  <a:pt x="201070" y="84794"/>
                </a:cubicBezTo>
                <a:cubicBezTo>
                  <a:pt x="203288" y="86976"/>
                  <a:pt x="206114" y="88586"/>
                  <a:pt x="209299" y="89230"/>
                </a:cubicBezTo>
                <a:lnTo>
                  <a:pt x="209299" y="95026"/>
                </a:lnTo>
                <a:cubicBezTo>
                  <a:pt x="209299" y="96672"/>
                  <a:pt x="208619" y="98210"/>
                  <a:pt x="207474" y="99320"/>
                </a:cubicBezTo>
                <a:cubicBezTo>
                  <a:pt x="206401" y="100393"/>
                  <a:pt x="204862" y="101108"/>
                  <a:pt x="203181" y="101108"/>
                </a:cubicBezTo>
                <a:lnTo>
                  <a:pt x="176240" y="101108"/>
                </a:lnTo>
                <a:lnTo>
                  <a:pt x="176240" y="89624"/>
                </a:lnTo>
                <a:cubicBezTo>
                  <a:pt x="176240" y="84651"/>
                  <a:pt x="174201" y="80107"/>
                  <a:pt x="170909" y="76815"/>
                </a:cubicBezTo>
                <a:cubicBezTo>
                  <a:pt x="168369" y="74311"/>
                  <a:pt x="165113" y="72522"/>
                  <a:pt x="161428" y="71807"/>
                </a:cubicBezTo>
                <a:lnTo>
                  <a:pt x="161428" y="46941"/>
                </a:lnTo>
                <a:cubicBezTo>
                  <a:pt x="161428" y="34025"/>
                  <a:pt x="156169" y="22290"/>
                  <a:pt x="147654" y="13775"/>
                </a:cubicBezTo>
                <a:cubicBezTo>
                  <a:pt x="139139" y="5296"/>
                  <a:pt x="127404" y="1"/>
                  <a:pt x="114488" y="1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F7F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8" name="Google Shape;678;p9"/>
          <p:cNvSpPr/>
          <p:nvPr/>
        </p:nvSpPr>
        <p:spPr>
          <a:xfrm>
            <a:off x="6104963" y="1966313"/>
            <a:ext cx="933193" cy="933193"/>
          </a:xfrm>
          <a:custGeom>
            <a:rect b="b" l="l" r="r" t="t"/>
            <a:pathLst>
              <a:path extrusionOk="0" h="208768" w="208768">
                <a:moveTo>
                  <a:pt x="58814" y="6100"/>
                </a:moveTo>
                <a:cubicBezTo>
                  <a:pt x="60836" y="6100"/>
                  <a:pt x="62695" y="6948"/>
                  <a:pt x="64033" y="8285"/>
                </a:cubicBezTo>
                <a:cubicBezTo>
                  <a:pt x="65370" y="9655"/>
                  <a:pt x="66218" y="11482"/>
                  <a:pt x="66218" y="13537"/>
                </a:cubicBezTo>
                <a:cubicBezTo>
                  <a:pt x="66218" y="15592"/>
                  <a:pt x="65370" y="17452"/>
                  <a:pt x="64033" y="18789"/>
                </a:cubicBezTo>
                <a:cubicBezTo>
                  <a:pt x="62630" y="20224"/>
                  <a:pt x="60771" y="20942"/>
                  <a:pt x="58781" y="20975"/>
                </a:cubicBezTo>
                <a:cubicBezTo>
                  <a:pt x="56726" y="20975"/>
                  <a:pt x="54867" y="20126"/>
                  <a:pt x="53529" y="18789"/>
                </a:cubicBezTo>
                <a:cubicBezTo>
                  <a:pt x="52192" y="17452"/>
                  <a:pt x="51376" y="15592"/>
                  <a:pt x="51376" y="13537"/>
                </a:cubicBezTo>
                <a:cubicBezTo>
                  <a:pt x="51376" y="11482"/>
                  <a:pt x="52192" y="9655"/>
                  <a:pt x="53529" y="8285"/>
                </a:cubicBezTo>
                <a:cubicBezTo>
                  <a:pt x="54899" y="6948"/>
                  <a:pt x="56726" y="6100"/>
                  <a:pt x="58814" y="6100"/>
                </a:cubicBezTo>
                <a:close/>
                <a:moveTo>
                  <a:pt x="104384" y="6100"/>
                </a:moveTo>
                <a:cubicBezTo>
                  <a:pt x="106439" y="6100"/>
                  <a:pt x="108298" y="6948"/>
                  <a:pt x="109635" y="8285"/>
                </a:cubicBezTo>
                <a:cubicBezTo>
                  <a:pt x="110973" y="9655"/>
                  <a:pt x="111821" y="11482"/>
                  <a:pt x="111821" y="13537"/>
                </a:cubicBezTo>
                <a:cubicBezTo>
                  <a:pt x="111821" y="15592"/>
                  <a:pt x="110973" y="17452"/>
                  <a:pt x="109635" y="18789"/>
                </a:cubicBezTo>
                <a:cubicBezTo>
                  <a:pt x="108233" y="20192"/>
                  <a:pt x="106373" y="20975"/>
                  <a:pt x="104384" y="20975"/>
                </a:cubicBezTo>
                <a:cubicBezTo>
                  <a:pt x="102329" y="20975"/>
                  <a:pt x="100469" y="20126"/>
                  <a:pt x="99132" y="18789"/>
                </a:cubicBezTo>
                <a:cubicBezTo>
                  <a:pt x="97794" y="17452"/>
                  <a:pt x="96979" y="15592"/>
                  <a:pt x="96979" y="13537"/>
                </a:cubicBezTo>
                <a:cubicBezTo>
                  <a:pt x="96979" y="11482"/>
                  <a:pt x="97794" y="9655"/>
                  <a:pt x="99132" y="8285"/>
                </a:cubicBezTo>
                <a:cubicBezTo>
                  <a:pt x="100469" y="6948"/>
                  <a:pt x="102329" y="6100"/>
                  <a:pt x="104384" y="6100"/>
                </a:cubicBezTo>
                <a:close/>
                <a:moveTo>
                  <a:pt x="149986" y="6100"/>
                </a:moveTo>
                <a:cubicBezTo>
                  <a:pt x="152041" y="6100"/>
                  <a:pt x="153901" y="6948"/>
                  <a:pt x="155238" y="8285"/>
                </a:cubicBezTo>
                <a:cubicBezTo>
                  <a:pt x="156575" y="9655"/>
                  <a:pt x="157391" y="11482"/>
                  <a:pt x="157391" y="13537"/>
                </a:cubicBezTo>
                <a:cubicBezTo>
                  <a:pt x="157391" y="15592"/>
                  <a:pt x="156575" y="17452"/>
                  <a:pt x="155238" y="18789"/>
                </a:cubicBezTo>
                <a:cubicBezTo>
                  <a:pt x="153835" y="20192"/>
                  <a:pt x="151943" y="20975"/>
                  <a:pt x="149986" y="20975"/>
                </a:cubicBezTo>
                <a:cubicBezTo>
                  <a:pt x="147931" y="20975"/>
                  <a:pt x="146072" y="20126"/>
                  <a:pt x="144734" y="18789"/>
                </a:cubicBezTo>
                <a:cubicBezTo>
                  <a:pt x="143364" y="17452"/>
                  <a:pt x="142549" y="15592"/>
                  <a:pt x="142549" y="13537"/>
                </a:cubicBezTo>
                <a:cubicBezTo>
                  <a:pt x="142549" y="11482"/>
                  <a:pt x="143364" y="9655"/>
                  <a:pt x="144734" y="8285"/>
                </a:cubicBezTo>
                <a:cubicBezTo>
                  <a:pt x="146072" y="6948"/>
                  <a:pt x="147931" y="6100"/>
                  <a:pt x="149986" y="6100"/>
                </a:cubicBezTo>
                <a:close/>
                <a:moveTo>
                  <a:pt x="13537" y="51376"/>
                </a:moveTo>
                <a:cubicBezTo>
                  <a:pt x="15592" y="51376"/>
                  <a:pt x="17452" y="52192"/>
                  <a:pt x="18789" y="53529"/>
                </a:cubicBezTo>
                <a:cubicBezTo>
                  <a:pt x="20192" y="54964"/>
                  <a:pt x="20975" y="56824"/>
                  <a:pt x="20975" y="58814"/>
                </a:cubicBezTo>
                <a:cubicBezTo>
                  <a:pt x="20975" y="60869"/>
                  <a:pt x="20126" y="62695"/>
                  <a:pt x="18789" y="64033"/>
                </a:cubicBezTo>
                <a:cubicBezTo>
                  <a:pt x="17452" y="65403"/>
                  <a:pt x="15592" y="66218"/>
                  <a:pt x="13537" y="66218"/>
                </a:cubicBezTo>
                <a:cubicBezTo>
                  <a:pt x="11482" y="66218"/>
                  <a:pt x="9655" y="65403"/>
                  <a:pt x="8285" y="64033"/>
                </a:cubicBezTo>
                <a:cubicBezTo>
                  <a:pt x="6948" y="62695"/>
                  <a:pt x="6100" y="60836"/>
                  <a:pt x="6100" y="58814"/>
                </a:cubicBezTo>
                <a:cubicBezTo>
                  <a:pt x="6100" y="56726"/>
                  <a:pt x="6948" y="54899"/>
                  <a:pt x="8285" y="53529"/>
                </a:cubicBezTo>
                <a:cubicBezTo>
                  <a:pt x="9655" y="52192"/>
                  <a:pt x="11482" y="51376"/>
                  <a:pt x="13537" y="51376"/>
                </a:cubicBezTo>
                <a:close/>
                <a:moveTo>
                  <a:pt x="195230" y="51376"/>
                </a:moveTo>
                <a:cubicBezTo>
                  <a:pt x="197285" y="51376"/>
                  <a:pt x="199144" y="52192"/>
                  <a:pt x="200482" y="53529"/>
                </a:cubicBezTo>
                <a:cubicBezTo>
                  <a:pt x="201819" y="54899"/>
                  <a:pt x="202667" y="56726"/>
                  <a:pt x="202667" y="58781"/>
                </a:cubicBezTo>
                <a:cubicBezTo>
                  <a:pt x="202667" y="60836"/>
                  <a:pt x="201819" y="62695"/>
                  <a:pt x="200482" y="64033"/>
                </a:cubicBezTo>
                <a:cubicBezTo>
                  <a:pt x="199144" y="65403"/>
                  <a:pt x="197285" y="66218"/>
                  <a:pt x="195230" y="66218"/>
                </a:cubicBezTo>
                <a:cubicBezTo>
                  <a:pt x="193175" y="66218"/>
                  <a:pt x="191316" y="65403"/>
                  <a:pt x="189978" y="64033"/>
                </a:cubicBezTo>
                <a:cubicBezTo>
                  <a:pt x="188575" y="62663"/>
                  <a:pt x="187793" y="60771"/>
                  <a:pt x="187793" y="58781"/>
                </a:cubicBezTo>
                <a:cubicBezTo>
                  <a:pt x="187793" y="56726"/>
                  <a:pt x="188641" y="54867"/>
                  <a:pt x="189978" y="53529"/>
                </a:cubicBezTo>
                <a:cubicBezTo>
                  <a:pt x="191316" y="52192"/>
                  <a:pt x="193175" y="51376"/>
                  <a:pt x="195230" y="51376"/>
                </a:cubicBezTo>
                <a:close/>
                <a:moveTo>
                  <a:pt x="112310" y="88432"/>
                </a:moveTo>
                <a:cubicBezTo>
                  <a:pt x="114104" y="88432"/>
                  <a:pt x="115735" y="89150"/>
                  <a:pt x="116910" y="90324"/>
                </a:cubicBezTo>
                <a:cubicBezTo>
                  <a:pt x="118084" y="91499"/>
                  <a:pt x="118802" y="93097"/>
                  <a:pt x="118802" y="94891"/>
                </a:cubicBezTo>
                <a:cubicBezTo>
                  <a:pt x="118802" y="96653"/>
                  <a:pt x="118084" y="98284"/>
                  <a:pt x="116910" y="99425"/>
                </a:cubicBezTo>
                <a:cubicBezTo>
                  <a:pt x="115735" y="100600"/>
                  <a:pt x="114104" y="101317"/>
                  <a:pt x="112310" y="101317"/>
                </a:cubicBezTo>
                <a:lnTo>
                  <a:pt x="96033" y="101317"/>
                </a:lnTo>
                <a:lnTo>
                  <a:pt x="96033" y="88432"/>
                </a:lnTo>
                <a:close/>
                <a:moveTo>
                  <a:pt x="13537" y="96979"/>
                </a:moveTo>
                <a:cubicBezTo>
                  <a:pt x="15592" y="96979"/>
                  <a:pt x="17452" y="97794"/>
                  <a:pt x="18789" y="99132"/>
                </a:cubicBezTo>
                <a:cubicBezTo>
                  <a:pt x="20192" y="100534"/>
                  <a:pt x="20975" y="102426"/>
                  <a:pt x="20975" y="104384"/>
                </a:cubicBezTo>
                <a:cubicBezTo>
                  <a:pt x="20975" y="106439"/>
                  <a:pt x="20126" y="108298"/>
                  <a:pt x="18789" y="109635"/>
                </a:cubicBezTo>
                <a:cubicBezTo>
                  <a:pt x="17452" y="110973"/>
                  <a:pt x="15592" y="111821"/>
                  <a:pt x="13537" y="111821"/>
                </a:cubicBezTo>
                <a:cubicBezTo>
                  <a:pt x="11482" y="111821"/>
                  <a:pt x="9655" y="110973"/>
                  <a:pt x="8285" y="109635"/>
                </a:cubicBezTo>
                <a:cubicBezTo>
                  <a:pt x="6948" y="108298"/>
                  <a:pt x="6100" y="106439"/>
                  <a:pt x="6100" y="104384"/>
                </a:cubicBezTo>
                <a:cubicBezTo>
                  <a:pt x="6100" y="102329"/>
                  <a:pt x="6948" y="100469"/>
                  <a:pt x="8285" y="99132"/>
                </a:cubicBezTo>
                <a:cubicBezTo>
                  <a:pt x="9655" y="97794"/>
                  <a:pt x="11482" y="96979"/>
                  <a:pt x="13537" y="96979"/>
                </a:cubicBezTo>
                <a:close/>
                <a:moveTo>
                  <a:pt x="195230" y="96979"/>
                </a:moveTo>
                <a:cubicBezTo>
                  <a:pt x="197285" y="96979"/>
                  <a:pt x="199144" y="97794"/>
                  <a:pt x="200482" y="99132"/>
                </a:cubicBezTo>
                <a:cubicBezTo>
                  <a:pt x="201819" y="100469"/>
                  <a:pt x="202667" y="102329"/>
                  <a:pt x="202667" y="104384"/>
                </a:cubicBezTo>
                <a:cubicBezTo>
                  <a:pt x="202667" y="106439"/>
                  <a:pt x="201819" y="108298"/>
                  <a:pt x="200482" y="109635"/>
                </a:cubicBezTo>
                <a:cubicBezTo>
                  <a:pt x="199144" y="110973"/>
                  <a:pt x="197285" y="111821"/>
                  <a:pt x="195230" y="111821"/>
                </a:cubicBezTo>
                <a:cubicBezTo>
                  <a:pt x="193175" y="111821"/>
                  <a:pt x="191316" y="110973"/>
                  <a:pt x="189978" y="109635"/>
                </a:cubicBezTo>
                <a:cubicBezTo>
                  <a:pt x="188575" y="108233"/>
                  <a:pt x="187793" y="106373"/>
                  <a:pt x="187793" y="104384"/>
                </a:cubicBezTo>
                <a:cubicBezTo>
                  <a:pt x="187793" y="102329"/>
                  <a:pt x="188641" y="100469"/>
                  <a:pt x="189978" y="99132"/>
                </a:cubicBezTo>
                <a:cubicBezTo>
                  <a:pt x="191316" y="97794"/>
                  <a:pt x="193175" y="96979"/>
                  <a:pt x="195230" y="96979"/>
                </a:cubicBezTo>
                <a:close/>
                <a:moveTo>
                  <a:pt x="112310" y="107450"/>
                </a:moveTo>
                <a:cubicBezTo>
                  <a:pt x="114104" y="107450"/>
                  <a:pt x="115735" y="108167"/>
                  <a:pt x="116910" y="109342"/>
                </a:cubicBezTo>
                <a:cubicBezTo>
                  <a:pt x="118084" y="110516"/>
                  <a:pt x="118802" y="112114"/>
                  <a:pt x="118802" y="113909"/>
                </a:cubicBezTo>
                <a:cubicBezTo>
                  <a:pt x="118802" y="115670"/>
                  <a:pt x="118084" y="117268"/>
                  <a:pt x="116910" y="118443"/>
                </a:cubicBezTo>
                <a:cubicBezTo>
                  <a:pt x="115735" y="119617"/>
                  <a:pt x="114104" y="120335"/>
                  <a:pt x="112310" y="120335"/>
                </a:cubicBezTo>
                <a:lnTo>
                  <a:pt x="96033" y="120335"/>
                </a:lnTo>
                <a:lnTo>
                  <a:pt x="96033" y="107450"/>
                </a:lnTo>
                <a:close/>
                <a:moveTo>
                  <a:pt x="65533" y="62467"/>
                </a:moveTo>
                <a:cubicBezTo>
                  <a:pt x="63837" y="62467"/>
                  <a:pt x="62467" y="63837"/>
                  <a:pt x="62467" y="65533"/>
                </a:cubicBezTo>
                <a:lnTo>
                  <a:pt x="62467" y="119487"/>
                </a:lnTo>
                <a:cubicBezTo>
                  <a:pt x="62467" y="121183"/>
                  <a:pt x="63837" y="122553"/>
                  <a:pt x="65533" y="122553"/>
                </a:cubicBezTo>
                <a:cubicBezTo>
                  <a:pt x="67197" y="122553"/>
                  <a:pt x="68567" y="121183"/>
                  <a:pt x="68567" y="119487"/>
                </a:cubicBezTo>
                <a:lnTo>
                  <a:pt x="68567" y="68567"/>
                </a:lnTo>
                <a:lnTo>
                  <a:pt x="140200" y="68567"/>
                </a:lnTo>
                <a:lnTo>
                  <a:pt x="140200" y="75417"/>
                </a:lnTo>
                <a:cubicBezTo>
                  <a:pt x="140200" y="77113"/>
                  <a:pt x="141570" y="78483"/>
                  <a:pt x="143266" y="78483"/>
                </a:cubicBezTo>
                <a:cubicBezTo>
                  <a:pt x="144930" y="78483"/>
                  <a:pt x="146300" y="77113"/>
                  <a:pt x="146300" y="75417"/>
                </a:cubicBezTo>
                <a:lnTo>
                  <a:pt x="146300" y="65533"/>
                </a:lnTo>
                <a:cubicBezTo>
                  <a:pt x="146300" y="63837"/>
                  <a:pt x="144930" y="62467"/>
                  <a:pt x="143266" y="62467"/>
                </a:cubicBezTo>
                <a:close/>
                <a:moveTo>
                  <a:pt x="100143" y="75450"/>
                </a:moveTo>
                <a:cubicBezTo>
                  <a:pt x="98479" y="75450"/>
                  <a:pt x="97077" y="76820"/>
                  <a:pt x="97077" y="78516"/>
                </a:cubicBezTo>
                <a:lnTo>
                  <a:pt x="97077" y="82333"/>
                </a:lnTo>
                <a:lnTo>
                  <a:pt x="86899" y="82333"/>
                </a:lnTo>
                <a:cubicBezTo>
                  <a:pt x="85203" y="82333"/>
                  <a:pt x="83833" y="83670"/>
                  <a:pt x="83833" y="85366"/>
                </a:cubicBezTo>
                <a:cubicBezTo>
                  <a:pt x="83833" y="87062"/>
                  <a:pt x="85203" y="88432"/>
                  <a:pt x="86899" y="88432"/>
                </a:cubicBezTo>
                <a:lnTo>
                  <a:pt x="89900" y="88432"/>
                </a:lnTo>
                <a:lnTo>
                  <a:pt x="89900" y="120335"/>
                </a:lnTo>
                <a:lnTo>
                  <a:pt x="86899" y="120335"/>
                </a:lnTo>
                <a:cubicBezTo>
                  <a:pt x="85203" y="120335"/>
                  <a:pt x="83833" y="121705"/>
                  <a:pt x="83833" y="123401"/>
                </a:cubicBezTo>
                <a:cubicBezTo>
                  <a:pt x="83833" y="125097"/>
                  <a:pt x="85203" y="126467"/>
                  <a:pt x="86899" y="126467"/>
                </a:cubicBezTo>
                <a:lnTo>
                  <a:pt x="97077" y="126467"/>
                </a:lnTo>
                <a:lnTo>
                  <a:pt x="97077" y="130251"/>
                </a:lnTo>
                <a:cubicBezTo>
                  <a:pt x="97077" y="131947"/>
                  <a:pt x="98479" y="133317"/>
                  <a:pt x="100143" y="133317"/>
                </a:cubicBezTo>
                <a:cubicBezTo>
                  <a:pt x="101839" y="133317"/>
                  <a:pt x="103209" y="131947"/>
                  <a:pt x="103209" y="130251"/>
                </a:cubicBezTo>
                <a:lnTo>
                  <a:pt x="103209" y="126467"/>
                </a:lnTo>
                <a:lnTo>
                  <a:pt x="109244" y="126467"/>
                </a:lnTo>
                <a:lnTo>
                  <a:pt x="109244" y="130251"/>
                </a:lnTo>
                <a:cubicBezTo>
                  <a:pt x="109244" y="131947"/>
                  <a:pt x="110614" y="133317"/>
                  <a:pt x="112310" y="133317"/>
                </a:cubicBezTo>
                <a:cubicBezTo>
                  <a:pt x="113974" y="133317"/>
                  <a:pt x="115344" y="131947"/>
                  <a:pt x="115344" y="130251"/>
                </a:cubicBezTo>
                <a:lnTo>
                  <a:pt x="115344" y="126076"/>
                </a:lnTo>
                <a:cubicBezTo>
                  <a:pt x="117595" y="125521"/>
                  <a:pt x="119617" y="124347"/>
                  <a:pt x="121215" y="122781"/>
                </a:cubicBezTo>
                <a:cubicBezTo>
                  <a:pt x="123499" y="120498"/>
                  <a:pt x="124934" y="117366"/>
                  <a:pt x="124934" y="113909"/>
                </a:cubicBezTo>
                <a:cubicBezTo>
                  <a:pt x="124934" y="110223"/>
                  <a:pt x="123303" y="106765"/>
                  <a:pt x="120530" y="104384"/>
                </a:cubicBezTo>
                <a:cubicBezTo>
                  <a:pt x="123303" y="102002"/>
                  <a:pt x="124934" y="98545"/>
                  <a:pt x="124934" y="94891"/>
                </a:cubicBezTo>
                <a:cubicBezTo>
                  <a:pt x="124934" y="91433"/>
                  <a:pt x="123499" y="88269"/>
                  <a:pt x="121215" y="86019"/>
                </a:cubicBezTo>
                <a:cubicBezTo>
                  <a:pt x="119617" y="84420"/>
                  <a:pt x="117595" y="83246"/>
                  <a:pt x="115344" y="82691"/>
                </a:cubicBezTo>
                <a:lnTo>
                  <a:pt x="115344" y="78516"/>
                </a:lnTo>
                <a:cubicBezTo>
                  <a:pt x="115344" y="76820"/>
                  <a:pt x="113974" y="75450"/>
                  <a:pt x="112310" y="75450"/>
                </a:cubicBezTo>
                <a:cubicBezTo>
                  <a:pt x="110614" y="75450"/>
                  <a:pt x="109244" y="76820"/>
                  <a:pt x="109244" y="78516"/>
                </a:cubicBezTo>
                <a:lnTo>
                  <a:pt x="109244" y="82333"/>
                </a:lnTo>
                <a:lnTo>
                  <a:pt x="103209" y="82333"/>
                </a:lnTo>
                <a:lnTo>
                  <a:pt x="103209" y="78516"/>
                </a:lnTo>
                <a:cubicBezTo>
                  <a:pt x="103209" y="76820"/>
                  <a:pt x="101839" y="75450"/>
                  <a:pt x="100143" y="75450"/>
                </a:cubicBezTo>
                <a:close/>
                <a:moveTo>
                  <a:pt x="143266" y="86214"/>
                </a:moveTo>
                <a:cubicBezTo>
                  <a:pt x="141570" y="86214"/>
                  <a:pt x="140200" y="87584"/>
                  <a:pt x="140200" y="89281"/>
                </a:cubicBezTo>
                <a:lnTo>
                  <a:pt x="140200" y="140200"/>
                </a:lnTo>
                <a:lnTo>
                  <a:pt x="68567" y="140200"/>
                </a:lnTo>
                <a:lnTo>
                  <a:pt x="68567" y="133350"/>
                </a:lnTo>
                <a:cubicBezTo>
                  <a:pt x="68567" y="131686"/>
                  <a:pt x="67197" y="130284"/>
                  <a:pt x="65533" y="130284"/>
                </a:cubicBezTo>
                <a:cubicBezTo>
                  <a:pt x="63837" y="130284"/>
                  <a:pt x="62467" y="131686"/>
                  <a:pt x="62467" y="133350"/>
                </a:cubicBezTo>
                <a:lnTo>
                  <a:pt x="62467" y="143266"/>
                </a:lnTo>
                <a:cubicBezTo>
                  <a:pt x="62467" y="144930"/>
                  <a:pt x="63837" y="146300"/>
                  <a:pt x="65533" y="146300"/>
                </a:cubicBezTo>
                <a:lnTo>
                  <a:pt x="143266" y="146300"/>
                </a:lnTo>
                <a:cubicBezTo>
                  <a:pt x="144930" y="146300"/>
                  <a:pt x="146300" y="144930"/>
                  <a:pt x="146300" y="143266"/>
                </a:cubicBezTo>
                <a:lnTo>
                  <a:pt x="146300" y="89281"/>
                </a:lnTo>
                <a:cubicBezTo>
                  <a:pt x="146300" y="87584"/>
                  <a:pt x="144930" y="86214"/>
                  <a:pt x="143266" y="86214"/>
                </a:cubicBezTo>
                <a:close/>
                <a:moveTo>
                  <a:pt x="13537" y="142549"/>
                </a:moveTo>
                <a:cubicBezTo>
                  <a:pt x="15592" y="142549"/>
                  <a:pt x="17452" y="143397"/>
                  <a:pt x="18789" y="144734"/>
                </a:cubicBezTo>
                <a:cubicBezTo>
                  <a:pt x="20192" y="146137"/>
                  <a:pt x="20975" y="147996"/>
                  <a:pt x="20975" y="149986"/>
                </a:cubicBezTo>
                <a:cubicBezTo>
                  <a:pt x="20975" y="152041"/>
                  <a:pt x="20126" y="153901"/>
                  <a:pt x="18789" y="155238"/>
                </a:cubicBezTo>
                <a:cubicBezTo>
                  <a:pt x="17452" y="156575"/>
                  <a:pt x="15592" y="157391"/>
                  <a:pt x="13537" y="157391"/>
                </a:cubicBezTo>
                <a:cubicBezTo>
                  <a:pt x="11482" y="157391"/>
                  <a:pt x="9655" y="156575"/>
                  <a:pt x="8285" y="155238"/>
                </a:cubicBezTo>
                <a:cubicBezTo>
                  <a:pt x="6948" y="153901"/>
                  <a:pt x="6100" y="152041"/>
                  <a:pt x="6100" y="149986"/>
                </a:cubicBezTo>
                <a:cubicBezTo>
                  <a:pt x="6100" y="147931"/>
                  <a:pt x="6948" y="146072"/>
                  <a:pt x="8285" y="144734"/>
                </a:cubicBezTo>
                <a:cubicBezTo>
                  <a:pt x="9655" y="143397"/>
                  <a:pt x="11482" y="142549"/>
                  <a:pt x="13537" y="142549"/>
                </a:cubicBezTo>
                <a:close/>
                <a:moveTo>
                  <a:pt x="195230" y="142549"/>
                </a:moveTo>
                <a:cubicBezTo>
                  <a:pt x="197285" y="142549"/>
                  <a:pt x="199144" y="143397"/>
                  <a:pt x="200482" y="144734"/>
                </a:cubicBezTo>
                <a:cubicBezTo>
                  <a:pt x="201819" y="146072"/>
                  <a:pt x="202667" y="147931"/>
                  <a:pt x="202667" y="149986"/>
                </a:cubicBezTo>
                <a:cubicBezTo>
                  <a:pt x="202667" y="152041"/>
                  <a:pt x="201819" y="153901"/>
                  <a:pt x="200482" y="155238"/>
                </a:cubicBezTo>
                <a:cubicBezTo>
                  <a:pt x="199144" y="156575"/>
                  <a:pt x="197285" y="157391"/>
                  <a:pt x="195230" y="157391"/>
                </a:cubicBezTo>
                <a:cubicBezTo>
                  <a:pt x="193175" y="157391"/>
                  <a:pt x="191316" y="156575"/>
                  <a:pt x="189978" y="155238"/>
                </a:cubicBezTo>
                <a:cubicBezTo>
                  <a:pt x="188575" y="153835"/>
                  <a:pt x="187793" y="151943"/>
                  <a:pt x="187793" y="149986"/>
                </a:cubicBezTo>
                <a:cubicBezTo>
                  <a:pt x="187793" y="147931"/>
                  <a:pt x="188641" y="146072"/>
                  <a:pt x="189978" y="144734"/>
                </a:cubicBezTo>
                <a:cubicBezTo>
                  <a:pt x="191316" y="143397"/>
                  <a:pt x="193175" y="142549"/>
                  <a:pt x="195230" y="142549"/>
                </a:cubicBezTo>
                <a:close/>
                <a:moveTo>
                  <a:pt x="149986" y="48180"/>
                </a:moveTo>
                <a:cubicBezTo>
                  <a:pt x="152889" y="48180"/>
                  <a:pt x="155564" y="49354"/>
                  <a:pt x="157456" y="51311"/>
                </a:cubicBezTo>
                <a:cubicBezTo>
                  <a:pt x="159413" y="53236"/>
                  <a:pt x="160588" y="55878"/>
                  <a:pt x="160588" y="58781"/>
                </a:cubicBezTo>
                <a:lnTo>
                  <a:pt x="160588" y="149986"/>
                </a:lnTo>
                <a:cubicBezTo>
                  <a:pt x="160588" y="152889"/>
                  <a:pt x="159413" y="155564"/>
                  <a:pt x="157456" y="157456"/>
                </a:cubicBezTo>
                <a:cubicBezTo>
                  <a:pt x="155564" y="159413"/>
                  <a:pt x="152889" y="160620"/>
                  <a:pt x="149986" y="160620"/>
                </a:cubicBezTo>
                <a:lnTo>
                  <a:pt x="58814" y="160620"/>
                </a:lnTo>
                <a:cubicBezTo>
                  <a:pt x="55878" y="160620"/>
                  <a:pt x="53236" y="159413"/>
                  <a:pt x="51311" y="157456"/>
                </a:cubicBezTo>
                <a:cubicBezTo>
                  <a:pt x="49354" y="155564"/>
                  <a:pt x="48180" y="152889"/>
                  <a:pt x="48180" y="149986"/>
                </a:cubicBezTo>
                <a:lnTo>
                  <a:pt x="48180" y="58781"/>
                </a:lnTo>
                <a:cubicBezTo>
                  <a:pt x="48180" y="55878"/>
                  <a:pt x="49354" y="53236"/>
                  <a:pt x="51311" y="51311"/>
                </a:cubicBezTo>
                <a:cubicBezTo>
                  <a:pt x="53236" y="49354"/>
                  <a:pt x="55878" y="48180"/>
                  <a:pt x="58814" y="48180"/>
                </a:cubicBezTo>
                <a:close/>
                <a:moveTo>
                  <a:pt x="58814" y="187793"/>
                </a:moveTo>
                <a:cubicBezTo>
                  <a:pt x="60869" y="187793"/>
                  <a:pt x="62695" y="188641"/>
                  <a:pt x="64033" y="189978"/>
                </a:cubicBezTo>
                <a:cubicBezTo>
                  <a:pt x="65370" y="191316"/>
                  <a:pt x="66218" y="193175"/>
                  <a:pt x="66218" y="195230"/>
                </a:cubicBezTo>
                <a:cubicBezTo>
                  <a:pt x="66218" y="197285"/>
                  <a:pt x="65370" y="199144"/>
                  <a:pt x="64033" y="200482"/>
                </a:cubicBezTo>
                <a:cubicBezTo>
                  <a:pt x="62695" y="201819"/>
                  <a:pt x="60836" y="202667"/>
                  <a:pt x="58814" y="202667"/>
                </a:cubicBezTo>
                <a:cubicBezTo>
                  <a:pt x="56726" y="202667"/>
                  <a:pt x="54899" y="201819"/>
                  <a:pt x="53529" y="200482"/>
                </a:cubicBezTo>
                <a:cubicBezTo>
                  <a:pt x="52192" y="199144"/>
                  <a:pt x="51376" y="197285"/>
                  <a:pt x="51376" y="195230"/>
                </a:cubicBezTo>
                <a:cubicBezTo>
                  <a:pt x="51376" y="193175"/>
                  <a:pt x="52192" y="191316"/>
                  <a:pt x="53529" y="189978"/>
                </a:cubicBezTo>
                <a:cubicBezTo>
                  <a:pt x="54932" y="188575"/>
                  <a:pt x="56824" y="187793"/>
                  <a:pt x="58814" y="187793"/>
                </a:cubicBezTo>
                <a:close/>
                <a:moveTo>
                  <a:pt x="104384" y="187793"/>
                </a:moveTo>
                <a:cubicBezTo>
                  <a:pt x="106439" y="187793"/>
                  <a:pt x="108298" y="188641"/>
                  <a:pt x="109635" y="189978"/>
                </a:cubicBezTo>
                <a:cubicBezTo>
                  <a:pt x="110973" y="191316"/>
                  <a:pt x="111821" y="193175"/>
                  <a:pt x="111821" y="195230"/>
                </a:cubicBezTo>
                <a:cubicBezTo>
                  <a:pt x="111821" y="197285"/>
                  <a:pt x="110973" y="199144"/>
                  <a:pt x="109635" y="200482"/>
                </a:cubicBezTo>
                <a:cubicBezTo>
                  <a:pt x="108298" y="201819"/>
                  <a:pt x="106439" y="202667"/>
                  <a:pt x="104384" y="202667"/>
                </a:cubicBezTo>
                <a:cubicBezTo>
                  <a:pt x="102329" y="202667"/>
                  <a:pt x="100469" y="201819"/>
                  <a:pt x="99132" y="200482"/>
                </a:cubicBezTo>
                <a:cubicBezTo>
                  <a:pt x="97794" y="199144"/>
                  <a:pt x="96979" y="197285"/>
                  <a:pt x="96979" y="195230"/>
                </a:cubicBezTo>
                <a:cubicBezTo>
                  <a:pt x="96979" y="193175"/>
                  <a:pt x="97794" y="191316"/>
                  <a:pt x="99132" y="189978"/>
                </a:cubicBezTo>
                <a:cubicBezTo>
                  <a:pt x="100534" y="188575"/>
                  <a:pt x="102426" y="187793"/>
                  <a:pt x="104384" y="187793"/>
                </a:cubicBezTo>
                <a:close/>
                <a:moveTo>
                  <a:pt x="149986" y="187793"/>
                </a:moveTo>
                <a:cubicBezTo>
                  <a:pt x="152041" y="187793"/>
                  <a:pt x="153901" y="188641"/>
                  <a:pt x="155238" y="189978"/>
                </a:cubicBezTo>
                <a:cubicBezTo>
                  <a:pt x="156575" y="191316"/>
                  <a:pt x="157391" y="193175"/>
                  <a:pt x="157391" y="195230"/>
                </a:cubicBezTo>
                <a:cubicBezTo>
                  <a:pt x="157391" y="197285"/>
                  <a:pt x="156575" y="199144"/>
                  <a:pt x="155238" y="200482"/>
                </a:cubicBezTo>
                <a:cubicBezTo>
                  <a:pt x="153901" y="201819"/>
                  <a:pt x="152041" y="202667"/>
                  <a:pt x="149986" y="202667"/>
                </a:cubicBezTo>
                <a:cubicBezTo>
                  <a:pt x="147931" y="202667"/>
                  <a:pt x="146072" y="201819"/>
                  <a:pt x="144734" y="200482"/>
                </a:cubicBezTo>
                <a:cubicBezTo>
                  <a:pt x="143364" y="199144"/>
                  <a:pt x="142549" y="197285"/>
                  <a:pt x="142549" y="195230"/>
                </a:cubicBezTo>
                <a:cubicBezTo>
                  <a:pt x="142549" y="193175"/>
                  <a:pt x="143364" y="191316"/>
                  <a:pt x="144734" y="189978"/>
                </a:cubicBezTo>
                <a:cubicBezTo>
                  <a:pt x="146137" y="188575"/>
                  <a:pt x="147996" y="187793"/>
                  <a:pt x="149986" y="187793"/>
                </a:cubicBezTo>
                <a:close/>
                <a:moveTo>
                  <a:pt x="58814" y="0"/>
                </a:moveTo>
                <a:cubicBezTo>
                  <a:pt x="55062" y="0"/>
                  <a:pt x="51670" y="1501"/>
                  <a:pt x="49223" y="3980"/>
                </a:cubicBezTo>
                <a:cubicBezTo>
                  <a:pt x="46777" y="6426"/>
                  <a:pt x="45244" y="9786"/>
                  <a:pt x="45244" y="13537"/>
                </a:cubicBezTo>
                <a:cubicBezTo>
                  <a:pt x="45244" y="17289"/>
                  <a:pt x="46777" y="20681"/>
                  <a:pt x="49223" y="23127"/>
                </a:cubicBezTo>
                <a:cubicBezTo>
                  <a:pt x="50985" y="24889"/>
                  <a:pt x="53236" y="26161"/>
                  <a:pt x="55747" y="26748"/>
                </a:cubicBezTo>
                <a:lnTo>
                  <a:pt x="55747" y="42341"/>
                </a:lnTo>
                <a:cubicBezTo>
                  <a:pt x="52355" y="42960"/>
                  <a:pt x="49321" y="44624"/>
                  <a:pt x="46973" y="46973"/>
                </a:cubicBezTo>
                <a:cubicBezTo>
                  <a:pt x="44624" y="49321"/>
                  <a:pt x="42960" y="52355"/>
                  <a:pt x="42341" y="55747"/>
                </a:cubicBezTo>
                <a:lnTo>
                  <a:pt x="26748" y="55747"/>
                </a:lnTo>
                <a:cubicBezTo>
                  <a:pt x="26161" y="53236"/>
                  <a:pt x="24889" y="50985"/>
                  <a:pt x="23127" y="49223"/>
                </a:cubicBezTo>
                <a:cubicBezTo>
                  <a:pt x="20681" y="46777"/>
                  <a:pt x="17289" y="45244"/>
                  <a:pt x="13537" y="45244"/>
                </a:cubicBezTo>
                <a:cubicBezTo>
                  <a:pt x="9786" y="45244"/>
                  <a:pt x="6426" y="46777"/>
                  <a:pt x="3980" y="49223"/>
                </a:cubicBezTo>
                <a:cubicBezTo>
                  <a:pt x="1501" y="51670"/>
                  <a:pt x="0" y="55062"/>
                  <a:pt x="0" y="58781"/>
                </a:cubicBezTo>
                <a:cubicBezTo>
                  <a:pt x="0" y="62532"/>
                  <a:pt x="1501" y="65925"/>
                  <a:pt x="3980" y="68371"/>
                </a:cubicBezTo>
                <a:cubicBezTo>
                  <a:pt x="6426" y="70818"/>
                  <a:pt x="9786" y="72318"/>
                  <a:pt x="13537" y="72318"/>
                </a:cubicBezTo>
                <a:cubicBezTo>
                  <a:pt x="17289" y="72318"/>
                  <a:pt x="20681" y="70818"/>
                  <a:pt x="23127" y="68371"/>
                </a:cubicBezTo>
                <a:cubicBezTo>
                  <a:pt x="24889" y="66610"/>
                  <a:pt x="26161" y="64359"/>
                  <a:pt x="26748" y="61847"/>
                </a:cubicBezTo>
                <a:lnTo>
                  <a:pt x="42047" y="61847"/>
                </a:lnTo>
                <a:lnTo>
                  <a:pt x="42047" y="78516"/>
                </a:lnTo>
                <a:lnTo>
                  <a:pt x="24041" y="78516"/>
                </a:lnTo>
                <a:cubicBezTo>
                  <a:pt x="22345" y="78516"/>
                  <a:pt x="20975" y="79919"/>
                  <a:pt x="20975" y="81582"/>
                </a:cubicBezTo>
                <a:cubicBezTo>
                  <a:pt x="20975" y="83279"/>
                  <a:pt x="22345" y="84649"/>
                  <a:pt x="24041" y="84649"/>
                </a:cubicBezTo>
                <a:lnTo>
                  <a:pt x="42047" y="84649"/>
                </a:lnTo>
                <a:lnTo>
                  <a:pt x="42047" y="101317"/>
                </a:lnTo>
                <a:lnTo>
                  <a:pt x="26748" y="101317"/>
                </a:lnTo>
                <a:cubicBezTo>
                  <a:pt x="26161" y="98806"/>
                  <a:pt x="24889" y="96555"/>
                  <a:pt x="23127" y="94826"/>
                </a:cubicBezTo>
                <a:cubicBezTo>
                  <a:pt x="20681" y="92379"/>
                  <a:pt x="17289" y="90846"/>
                  <a:pt x="13537" y="90846"/>
                </a:cubicBezTo>
                <a:cubicBezTo>
                  <a:pt x="9786" y="90846"/>
                  <a:pt x="6426" y="92379"/>
                  <a:pt x="3980" y="94826"/>
                </a:cubicBezTo>
                <a:cubicBezTo>
                  <a:pt x="1501" y="97272"/>
                  <a:pt x="0" y="100665"/>
                  <a:pt x="0" y="104384"/>
                </a:cubicBezTo>
                <a:cubicBezTo>
                  <a:pt x="0" y="108135"/>
                  <a:pt x="1501" y="111527"/>
                  <a:pt x="3980" y="113974"/>
                </a:cubicBezTo>
                <a:cubicBezTo>
                  <a:pt x="6426" y="116420"/>
                  <a:pt x="9786" y="117921"/>
                  <a:pt x="13537" y="117921"/>
                </a:cubicBezTo>
                <a:cubicBezTo>
                  <a:pt x="17289" y="117921"/>
                  <a:pt x="20681" y="116420"/>
                  <a:pt x="23127" y="113974"/>
                </a:cubicBezTo>
                <a:cubicBezTo>
                  <a:pt x="24889" y="112212"/>
                  <a:pt x="26161" y="109962"/>
                  <a:pt x="26748" y="107450"/>
                </a:cubicBezTo>
                <a:lnTo>
                  <a:pt x="42047" y="107450"/>
                </a:lnTo>
                <a:lnTo>
                  <a:pt x="42047" y="124119"/>
                </a:lnTo>
                <a:lnTo>
                  <a:pt x="24041" y="124119"/>
                </a:lnTo>
                <a:cubicBezTo>
                  <a:pt x="22345" y="124119"/>
                  <a:pt x="20975" y="125489"/>
                  <a:pt x="20975" y="127185"/>
                </a:cubicBezTo>
                <a:cubicBezTo>
                  <a:pt x="20975" y="128881"/>
                  <a:pt x="22345" y="130251"/>
                  <a:pt x="24041" y="130251"/>
                </a:cubicBezTo>
                <a:lnTo>
                  <a:pt x="42047" y="130251"/>
                </a:lnTo>
                <a:lnTo>
                  <a:pt x="42047" y="146920"/>
                </a:lnTo>
                <a:lnTo>
                  <a:pt x="26748" y="146920"/>
                </a:lnTo>
                <a:cubicBezTo>
                  <a:pt x="26161" y="144408"/>
                  <a:pt x="24889" y="142157"/>
                  <a:pt x="23127" y="140396"/>
                </a:cubicBezTo>
                <a:cubicBezTo>
                  <a:pt x="20681" y="137949"/>
                  <a:pt x="17289" y="136449"/>
                  <a:pt x="13537" y="136449"/>
                </a:cubicBezTo>
                <a:cubicBezTo>
                  <a:pt x="9786" y="136449"/>
                  <a:pt x="6426" y="137949"/>
                  <a:pt x="3980" y="140396"/>
                </a:cubicBezTo>
                <a:cubicBezTo>
                  <a:pt x="1501" y="142842"/>
                  <a:pt x="0" y="146235"/>
                  <a:pt x="0" y="149986"/>
                </a:cubicBezTo>
                <a:cubicBezTo>
                  <a:pt x="0" y="153705"/>
                  <a:pt x="1501" y="157097"/>
                  <a:pt x="3980" y="159544"/>
                </a:cubicBezTo>
                <a:cubicBezTo>
                  <a:pt x="6426" y="161990"/>
                  <a:pt x="9786" y="163523"/>
                  <a:pt x="13537" y="163523"/>
                </a:cubicBezTo>
                <a:cubicBezTo>
                  <a:pt x="17289" y="163523"/>
                  <a:pt x="20681" y="161990"/>
                  <a:pt x="23127" y="159544"/>
                </a:cubicBezTo>
                <a:cubicBezTo>
                  <a:pt x="24889" y="157782"/>
                  <a:pt x="26161" y="155564"/>
                  <a:pt x="26748" y="153020"/>
                </a:cubicBezTo>
                <a:lnTo>
                  <a:pt x="42341" y="153020"/>
                </a:lnTo>
                <a:cubicBezTo>
                  <a:pt x="42960" y="156412"/>
                  <a:pt x="44624" y="159446"/>
                  <a:pt x="46973" y="161795"/>
                </a:cubicBezTo>
                <a:cubicBezTo>
                  <a:pt x="49321" y="164143"/>
                  <a:pt x="52355" y="165807"/>
                  <a:pt x="55747" y="166427"/>
                </a:cubicBezTo>
                <a:lnTo>
                  <a:pt x="55747" y="182019"/>
                </a:lnTo>
                <a:cubicBezTo>
                  <a:pt x="53236" y="182606"/>
                  <a:pt x="50985" y="183878"/>
                  <a:pt x="49223" y="185640"/>
                </a:cubicBezTo>
                <a:cubicBezTo>
                  <a:pt x="46777" y="188086"/>
                  <a:pt x="45244" y="191479"/>
                  <a:pt x="45244" y="195230"/>
                </a:cubicBezTo>
                <a:cubicBezTo>
                  <a:pt x="45244" y="198981"/>
                  <a:pt x="46777" y="202341"/>
                  <a:pt x="49223" y="204788"/>
                </a:cubicBezTo>
                <a:cubicBezTo>
                  <a:pt x="51670" y="207267"/>
                  <a:pt x="55062" y="208767"/>
                  <a:pt x="58781" y="208767"/>
                </a:cubicBezTo>
                <a:cubicBezTo>
                  <a:pt x="62532" y="208767"/>
                  <a:pt x="65925" y="207267"/>
                  <a:pt x="68371" y="204788"/>
                </a:cubicBezTo>
                <a:cubicBezTo>
                  <a:pt x="70818" y="202341"/>
                  <a:pt x="72318" y="198981"/>
                  <a:pt x="72318" y="195230"/>
                </a:cubicBezTo>
                <a:cubicBezTo>
                  <a:pt x="72318" y="191479"/>
                  <a:pt x="70818" y="188086"/>
                  <a:pt x="68371" y="185640"/>
                </a:cubicBezTo>
                <a:cubicBezTo>
                  <a:pt x="66610" y="183878"/>
                  <a:pt x="64359" y="182606"/>
                  <a:pt x="61847" y="182019"/>
                </a:cubicBezTo>
                <a:lnTo>
                  <a:pt x="61847" y="166720"/>
                </a:lnTo>
                <a:lnTo>
                  <a:pt x="78516" y="166720"/>
                </a:lnTo>
                <a:lnTo>
                  <a:pt x="78516" y="184726"/>
                </a:lnTo>
                <a:cubicBezTo>
                  <a:pt x="78516" y="186423"/>
                  <a:pt x="79886" y="187793"/>
                  <a:pt x="81582" y="187793"/>
                </a:cubicBezTo>
                <a:cubicBezTo>
                  <a:pt x="83279" y="187793"/>
                  <a:pt x="84649" y="186423"/>
                  <a:pt x="84649" y="184726"/>
                </a:cubicBezTo>
                <a:lnTo>
                  <a:pt x="84649" y="166720"/>
                </a:lnTo>
                <a:lnTo>
                  <a:pt x="101317" y="166720"/>
                </a:lnTo>
                <a:lnTo>
                  <a:pt x="101317" y="182019"/>
                </a:lnTo>
                <a:cubicBezTo>
                  <a:pt x="98806" y="182606"/>
                  <a:pt x="96555" y="183878"/>
                  <a:pt x="94826" y="185640"/>
                </a:cubicBezTo>
                <a:cubicBezTo>
                  <a:pt x="92379" y="188086"/>
                  <a:pt x="90846" y="191479"/>
                  <a:pt x="90846" y="195230"/>
                </a:cubicBezTo>
                <a:cubicBezTo>
                  <a:pt x="90846" y="198981"/>
                  <a:pt x="92379" y="202341"/>
                  <a:pt x="94826" y="204788"/>
                </a:cubicBezTo>
                <a:cubicBezTo>
                  <a:pt x="97272" y="207267"/>
                  <a:pt x="100665" y="208767"/>
                  <a:pt x="104384" y="208767"/>
                </a:cubicBezTo>
                <a:cubicBezTo>
                  <a:pt x="108135" y="208767"/>
                  <a:pt x="111527" y="207267"/>
                  <a:pt x="113974" y="204788"/>
                </a:cubicBezTo>
                <a:cubicBezTo>
                  <a:pt x="116420" y="202341"/>
                  <a:pt x="117921" y="198981"/>
                  <a:pt x="117921" y="195230"/>
                </a:cubicBezTo>
                <a:cubicBezTo>
                  <a:pt x="117921" y="191479"/>
                  <a:pt x="116420" y="188086"/>
                  <a:pt x="113974" y="185640"/>
                </a:cubicBezTo>
                <a:cubicBezTo>
                  <a:pt x="112212" y="183878"/>
                  <a:pt x="109962" y="182606"/>
                  <a:pt x="107450" y="182019"/>
                </a:cubicBezTo>
                <a:lnTo>
                  <a:pt x="107450" y="166720"/>
                </a:lnTo>
                <a:lnTo>
                  <a:pt x="124119" y="166720"/>
                </a:lnTo>
                <a:lnTo>
                  <a:pt x="124119" y="184726"/>
                </a:lnTo>
                <a:cubicBezTo>
                  <a:pt x="124119" y="186423"/>
                  <a:pt x="125489" y="187793"/>
                  <a:pt x="127185" y="187793"/>
                </a:cubicBezTo>
                <a:cubicBezTo>
                  <a:pt x="128881" y="187793"/>
                  <a:pt x="130251" y="186423"/>
                  <a:pt x="130251" y="184726"/>
                </a:cubicBezTo>
                <a:lnTo>
                  <a:pt x="130251" y="166720"/>
                </a:lnTo>
                <a:lnTo>
                  <a:pt x="146920" y="166720"/>
                </a:lnTo>
                <a:lnTo>
                  <a:pt x="146920" y="182019"/>
                </a:lnTo>
                <a:cubicBezTo>
                  <a:pt x="144408" y="182606"/>
                  <a:pt x="142157" y="183878"/>
                  <a:pt x="140396" y="185640"/>
                </a:cubicBezTo>
                <a:cubicBezTo>
                  <a:pt x="137949" y="188086"/>
                  <a:pt x="136449" y="191479"/>
                  <a:pt x="136449" y="195230"/>
                </a:cubicBezTo>
                <a:cubicBezTo>
                  <a:pt x="136449" y="198981"/>
                  <a:pt x="137949" y="202341"/>
                  <a:pt x="140396" y="204788"/>
                </a:cubicBezTo>
                <a:cubicBezTo>
                  <a:pt x="142842" y="207267"/>
                  <a:pt x="146235" y="208767"/>
                  <a:pt x="149986" y="208767"/>
                </a:cubicBezTo>
                <a:cubicBezTo>
                  <a:pt x="153705" y="208767"/>
                  <a:pt x="157097" y="207267"/>
                  <a:pt x="159544" y="204788"/>
                </a:cubicBezTo>
                <a:cubicBezTo>
                  <a:pt x="161990" y="202341"/>
                  <a:pt x="163523" y="198981"/>
                  <a:pt x="163523" y="195230"/>
                </a:cubicBezTo>
                <a:cubicBezTo>
                  <a:pt x="163523" y="191479"/>
                  <a:pt x="161990" y="188086"/>
                  <a:pt x="159544" y="185640"/>
                </a:cubicBezTo>
                <a:cubicBezTo>
                  <a:pt x="157782" y="183878"/>
                  <a:pt x="155564" y="182606"/>
                  <a:pt x="153020" y="182019"/>
                </a:cubicBezTo>
                <a:lnTo>
                  <a:pt x="153020" y="166427"/>
                </a:lnTo>
                <a:cubicBezTo>
                  <a:pt x="156412" y="165807"/>
                  <a:pt x="159446" y="164143"/>
                  <a:pt x="161795" y="161795"/>
                </a:cubicBezTo>
                <a:cubicBezTo>
                  <a:pt x="164143" y="159446"/>
                  <a:pt x="165807" y="156412"/>
                  <a:pt x="166427" y="153020"/>
                </a:cubicBezTo>
                <a:lnTo>
                  <a:pt x="182019" y="153020"/>
                </a:lnTo>
                <a:cubicBezTo>
                  <a:pt x="182606" y="155564"/>
                  <a:pt x="183878" y="157782"/>
                  <a:pt x="185640" y="159544"/>
                </a:cubicBezTo>
                <a:cubicBezTo>
                  <a:pt x="188086" y="161990"/>
                  <a:pt x="191479" y="163523"/>
                  <a:pt x="195230" y="163523"/>
                </a:cubicBezTo>
                <a:cubicBezTo>
                  <a:pt x="198981" y="163523"/>
                  <a:pt x="202341" y="161990"/>
                  <a:pt x="204788" y="159544"/>
                </a:cubicBezTo>
                <a:cubicBezTo>
                  <a:pt x="207267" y="157097"/>
                  <a:pt x="208767" y="153705"/>
                  <a:pt x="208767" y="149986"/>
                </a:cubicBezTo>
                <a:cubicBezTo>
                  <a:pt x="208767" y="146235"/>
                  <a:pt x="207267" y="142842"/>
                  <a:pt x="204788" y="140396"/>
                </a:cubicBezTo>
                <a:cubicBezTo>
                  <a:pt x="202341" y="137949"/>
                  <a:pt x="198981" y="136449"/>
                  <a:pt x="195230" y="136449"/>
                </a:cubicBezTo>
                <a:cubicBezTo>
                  <a:pt x="191479" y="136449"/>
                  <a:pt x="188086" y="137949"/>
                  <a:pt x="185640" y="140396"/>
                </a:cubicBezTo>
                <a:cubicBezTo>
                  <a:pt x="183878" y="142157"/>
                  <a:pt x="182606" y="144408"/>
                  <a:pt x="182019" y="146920"/>
                </a:cubicBezTo>
                <a:lnTo>
                  <a:pt x="166720" y="146920"/>
                </a:lnTo>
                <a:lnTo>
                  <a:pt x="166720" y="130251"/>
                </a:lnTo>
                <a:lnTo>
                  <a:pt x="184726" y="130251"/>
                </a:lnTo>
                <a:cubicBezTo>
                  <a:pt x="186423" y="130251"/>
                  <a:pt x="187793" y="128881"/>
                  <a:pt x="187793" y="127185"/>
                </a:cubicBezTo>
                <a:cubicBezTo>
                  <a:pt x="187793" y="125489"/>
                  <a:pt x="186423" y="124119"/>
                  <a:pt x="184726" y="124119"/>
                </a:cubicBezTo>
                <a:lnTo>
                  <a:pt x="166720" y="124119"/>
                </a:lnTo>
                <a:lnTo>
                  <a:pt x="166720" y="107450"/>
                </a:lnTo>
                <a:lnTo>
                  <a:pt x="182019" y="107450"/>
                </a:lnTo>
                <a:cubicBezTo>
                  <a:pt x="182606" y="109962"/>
                  <a:pt x="183878" y="112212"/>
                  <a:pt x="185640" y="113974"/>
                </a:cubicBezTo>
                <a:cubicBezTo>
                  <a:pt x="188086" y="116420"/>
                  <a:pt x="191479" y="117921"/>
                  <a:pt x="195230" y="117921"/>
                </a:cubicBezTo>
                <a:cubicBezTo>
                  <a:pt x="198981" y="117921"/>
                  <a:pt x="202341" y="116420"/>
                  <a:pt x="204788" y="113974"/>
                </a:cubicBezTo>
                <a:cubicBezTo>
                  <a:pt x="207267" y="111527"/>
                  <a:pt x="208767" y="108135"/>
                  <a:pt x="208767" y="104384"/>
                </a:cubicBezTo>
                <a:cubicBezTo>
                  <a:pt x="208767" y="100665"/>
                  <a:pt x="207267" y="97272"/>
                  <a:pt x="204820" y="94826"/>
                </a:cubicBezTo>
                <a:cubicBezTo>
                  <a:pt x="202341" y="92379"/>
                  <a:pt x="198981" y="90846"/>
                  <a:pt x="195230" y="90846"/>
                </a:cubicBezTo>
                <a:cubicBezTo>
                  <a:pt x="191479" y="90846"/>
                  <a:pt x="188086" y="92379"/>
                  <a:pt x="185640" y="94826"/>
                </a:cubicBezTo>
                <a:cubicBezTo>
                  <a:pt x="183878" y="96555"/>
                  <a:pt x="182606" y="98806"/>
                  <a:pt x="182019" y="101317"/>
                </a:cubicBezTo>
                <a:lnTo>
                  <a:pt x="166720" y="101317"/>
                </a:lnTo>
                <a:lnTo>
                  <a:pt x="166720" y="84649"/>
                </a:lnTo>
                <a:lnTo>
                  <a:pt x="184726" y="84649"/>
                </a:lnTo>
                <a:cubicBezTo>
                  <a:pt x="186423" y="84649"/>
                  <a:pt x="187793" y="83279"/>
                  <a:pt x="187793" y="81582"/>
                </a:cubicBezTo>
                <a:cubicBezTo>
                  <a:pt x="187793" y="79919"/>
                  <a:pt x="186423" y="78516"/>
                  <a:pt x="184726" y="78516"/>
                </a:cubicBezTo>
                <a:lnTo>
                  <a:pt x="166720" y="78516"/>
                </a:lnTo>
                <a:lnTo>
                  <a:pt x="166720" y="61847"/>
                </a:lnTo>
                <a:lnTo>
                  <a:pt x="182019" y="61847"/>
                </a:lnTo>
                <a:cubicBezTo>
                  <a:pt x="182606" y="64359"/>
                  <a:pt x="183878" y="66610"/>
                  <a:pt x="185640" y="68371"/>
                </a:cubicBezTo>
                <a:cubicBezTo>
                  <a:pt x="188086" y="70818"/>
                  <a:pt x="191479" y="72318"/>
                  <a:pt x="195230" y="72318"/>
                </a:cubicBezTo>
                <a:cubicBezTo>
                  <a:pt x="198981" y="72318"/>
                  <a:pt x="202341" y="70818"/>
                  <a:pt x="204820" y="68371"/>
                </a:cubicBezTo>
                <a:cubicBezTo>
                  <a:pt x="207267" y="65925"/>
                  <a:pt x="208767" y="62532"/>
                  <a:pt x="208767" y="58814"/>
                </a:cubicBezTo>
                <a:cubicBezTo>
                  <a:pt x="208767" y="55062"/>
                  <a:pt x="207267" y="51670"/>
                  <a:pt x="204820" y="49223"/>
                </a:cubicBezTo>
                <a:cubicBezTo>
                  <a:pt x="202341" y="46777"/>
                  <a:pt x="198981" y="45244"/>
                  <a:pt x="195230" y="45244"/>
                </a:cubicBezTo>
                <a:cubicBezTo>
                  <a:pt x="191479" y="45244"/>
                  <a:pt x="188086" y="46777"/>
                  <a:pt x="185640" y="49223"/>
                </a:cubicBezTo>
                <a:cubicBezTo>
                  <a:pt x="183878" y="50985"/>
                  <a:pt x="182606" y="53236"/>
                  <a:pt x="182019" y="55747"/>
                </a:cubicBezTo>
                <a:lnTo>
                  <a:pt x="166427" y="55747"/>
                </a:lnTo>
                <a:cubicBezTo>
                  <a:pt x="165807" y="52355"/>
                  <a:pt x="164143" y="49321"/>
                  <a:pt x="161795" y="46973"/>
                </a:cubicBezTo>
                <a:cubicBezTo>
                  <a:pt x="159446" y="44624"/>
                  <a:pt x="156412" y="42960"/>
                  <a:pt x="153020" y="42341"/>
                </a:cubicBezTo>
                <a:lnTo>
                  <a:pt x="153020" y="26748"/>
                </a:lnTo>
                <a:cubicBezTo>
                  <a:pt x="155564" y="26161"/>
                  <a:pt x="157782" y="24889"/>
                  <a:pt x="159544" y="23127"/>
                </a:cubicBezTo>
                <a:cubicBezTo>
                  <a:pt x="161990" y="20681"/>
                  <a:pt x="163523" y="17289"/>
                  <a:pt x="163523" y="13537"/>
                </a:cubicBezTo>
                <a:cubicBezTo>
                  <a:pt x="163523" y="9786"/>
                  <a:pt x="161990" y="6426"/>
                  <a:pt x="159544" y="3980"/>
                </a:cubicBezTo>
                <a:cubicBezTo>
                  <a:pt x="157097" y="1501"/>
                  <a:pt x="153705" y="0"/>
                  <a:pt x="149986" y="0"/>
                </a:cubicBezTo>
                <a:cubicBezTo>
                  <a:pt x="146235" y="0"/>
                  <a:pt x="142842" y="1501"/>
                  <a:pt x="140396" y="3980"/>
                </a:cubicBezTo>
                <a:cubicBezTo>
                  <a:pt x="137949" y="6426"/>
                  <a:pt x="136449" y="9786"/>
                  <a:pt x="136449" y="13537"/>
                </a:cubicBezTo>
                <a:cubicBezTo>
                  <a:pt x="136449" y="17289"/>
                  <a:pt x="137949" y="20681"/>
                  <a:pt x="140396" y="23127"/>
                </a:cubicBezTo>
                <a:cubicBezTo>
                  <a:pt x="142157" y="24889"/>
                  <a:pt x="144408" y="26161"/>
                  <a:pt x="146920" y="26748"/>
                </a:cubicBezTo>
                <a:lnTo>
                  <a:pt x="146920" y="42047"/>
                </a:lnTo>
                <a:lnTo>
                  <a:pt x="130251" y="42047"/>
                </a:lnTo>
                <a:lnTo>
                  <a:pt x="130251" y="24041"/>
                </a:lnTo>
                <a:cubicBezTo>
                  <a:pt x="130251" y="22345"/>
                  <a:pt x="128881" y="20975"/>
                  <a:pt x="127185" y="20975"/>
                </a:cubicBezTo>
                <a:cubicBezTo>
                  <a:pt x="125489" y="20975"/>
                  <a:pt x="124119" y="22345"/>
                  <a:pt x="124119" y="24041"/>
                </a:cubicBezTo>
                <a:lnTo>
                  <a:pt x="124119" y="42047"/>
                </a:lnTo>
                <a:lnTo>
                  <a:pt x="107450" y="42047"/>
                </a:lnTo>
                <a:lnTo>
                  <a:pt x="107450" y="26748"/>
                </a:lnTo>
                <a:cubicBezTo>
                  <a:pt x="109962" y="26161"/>
                  <a:pt x="112212" y="24889"/>
                  <a:pt x="113974" y="23127"/>
                </a:cubicBezTo>
                <a:cubicBezTo>
                  <a:pt x="116420" y="20681"/>
                  <a:pt x="117921" y="17289"/>
                  <a:pt x="117921" y="13537"/>
                </a:cubicBezTo>
                <a:cubicBezTo>
                  <a:pt x="117921" y="9786"/>
                  <a:pt x="116420" y="6426"/>
                  <a:pt x="113974" y="3980"/>
                </a:cubicBezTo>
                <a:cubicBezTo>
                  <a:pt x="111527" y="1501"/>
                  <a:pt x="108135" y="0"/>
                  <a:pt x="104384" y="0"/>
                </a:cubicBezTo>
                <a:cubicBezTo>
                  <a:pt x="100665" y="0"/>
                  <a:pt x="97272" y="1501"/>
                  <a:pt x="94826" y="3980"/>
                </a:cubicBezTo>
                <a:cubicBezTo>
                  <a:pt x="92379" y="6426"/>
                  <a:pt x="90846" y="9786"/>
                  <a:pt x="90846" y="13537"/>
                </a:cubicBezTo>
                <a:cubicBezTo>
                  <a:pt x="90846" y="17289"/>
                  <a:pt x="92379" y="20681"/>
                  <a:pt x="94826" y="23127"/>
                </a:cubicBezTo>
                <a:cubicBezTo>
                  <a:pt x="96555" y="24889"/>
                  <a:pt x="98806" y="26161"/>
                  <a:pt x="101317" y="26748"/>
                </a:cubicBezTo>
                <a:lnTo>
                  <a:pt x="101317" y="42047"/>
                </a:lnTo>
                <a:lnTo>
                  <a:pt x="84649" y="42047"/>
                </a:lnTo>
                <a:lnTo>
                  <a:pt x="84649" y="24041"/>
                </a:lnTo>
                <a:cubicBezTo>
                  <a:pt x="84649" y="22345"/>
                  <a:pt x="83279" y="20975"/>
                  <a:pt x="81582" y="20975"/>
                </a:cubicBezTo>
                <a:cubicBezTo>
                  <a:pt x="79919" y="20975"/>
                  <a:pt x="78516" y="22345"/>
                  <a:pt x="78516" y="24041"/>
                </a:cubicBezTo>
                <a:lnTo>
                  <a:pt x="78516" y="42047"/>
                </a:lnTo>
                <a:lnTo>
                  <a:pt x="61847" y="42047"/>
                </a:lnTo>
                <a:lnTo>
                  <a:pt x="61847" y="26748"/>
                </a:lnTo>
                <a:cubicBezTo>
                  <a:pt x="64359" y="26161"/>
                  <a:pt x="66610" y="24889"/>
                  <a:pt x="68371" y="23127"/>
                </a:cubicBezTo>
                <a:cubicBezTo>
                  <a:pt x="70818" y="20681"/>
                  <a:pt x="72318" y="17289"/>
                  <a:pt x="72318" y="13537"/>
                </a:cubicBezTo>
                <a:cubicBezTo>
                  <a:pt x="72318" y="9786"/>
                  <a:pt x="70818" y="6426"/>
                  <a:pt x="68371" y="3980"/>
                </a:cubicBezTo>
                <a:cubicBezTo>
                  <a:pt x="65925" y="1501"/>
                  <a:pt x="62532" y="0"/>
                  <a:pt x="58814" y="0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F7FD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g2a55abf12ae_0_2"/>
          <p:cNvSpPr txBox="1"/>
          <p:nvPr>
            <p:ph type="title"/>
          </p:nvPr>
        </p:nvSpPr>
        <p:spPr>
          <a:xfrm>
            <a:off x="4007284" y="1854782"/>
            <a:ext cx="46815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TYPES OF CRYPTOCURRENCY</a:t>
            </a:r>
            <a:endParaRPr sz="3200"/>
          </a:p>
        </p:txBody>
      </p:sp>
      <p:sp>
        <p:nvSpPr>
          <p:cNvPr id="684" name="Google Shape;684;g2a55abf12ae_0_2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685" name="Google Shape;685;g2a55abf12ae_0_2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2a55abf12ae_0_14"/>
          <p:cNvSpPr txBox="1"/>
          <p:nvPr>
            <p:ph idx="1" type="body"/>
          </p:nvPr>
        </p:nvSpPr>
        <p:spPr>
          <a:xfrm>
            <a:off x="272075" y="0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BITCOIN</a:t>
            </a:r>
            <a:endParaRPr/>
          </a:p>
        </p:txBody>
      </p:sp>
      <p:sp>
        <p:nvSpPr>
          <p:cNvPr id="691" name="Google Shape;691;g2a55abf12ae_0_14"/>
          <p:cNvSpPr txBox="1"/>
          <p:nvPr>
            <p:ph idx="1" type="body"/>
          </p:nvPr>
        </p:nvSpPr>
        <p:spPr>
          <a:xfrm>
            <a:off x="1350150" y="894050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ETHEREUM</a:t>
            </a:r>
            <a:endParaRPr/>
          </a:p>
        </p:txBody>
      </p:sp>
      <p:sp>
        <p:nvSpPr>
          <p:cNvPr id="692" name="Google Shape;692;g2a55abf12ae_0_14"/>
          <p:cNvSpPr txBox="1"/>
          <p:nvPr>
            <p:ph idx="1" type="body"/>
          </p:nvPr>
        </p:nvSpPr>
        <p:spPr>
          <a:xfrm>
            <a:off x="3115025" y="1916525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TETHER</a:t>
            </a:r>
            <a:endParaRPr/>
          </a:p>
        </p:txBody>
      </p:sp>
      <p:sp>
        <p:nvSpPr>
          <p:cNvPr id="693" name="Google Shape;693;g2a55abf12ae_0_14"/>
          <p:cNvSpPr txBox="1"/>
          <p:nvPr>
            <p:ph idx="1" type="body"/>
          </p:nvPr>
        </p:nvSpPr>
        <p:spPr>
          <a:xfrm>
            <a:off x="4178175" y="2803125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BINANCE COIN</a:t>
            </a:r>
            <a:endParaRPr/>
          </a:p>
        </p:txBody>
      </p:sp>
      <p:sp>
        <p:nvSpPr>
          <p:cNvPr id="694" name="Google Shape;694;g2a55abf12ae_0_14"/>
          <p:cNvSpPr txBox="1"/>
          <p:nvPr>
            <p:ph idx="1" type="body"/>
          </p:nvPr>
        </p:nvSpPr>
        <p:spPr>
          <a:xfrm>
            <a:off x="6995025" y="3607675"/>
            <a:ext cx="4513800" cy="162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"/>
              <a:t>XRP</a:t>
            </a:r>
            <a:endParaRPr/>
          </a:p>
        </p:txBody>
      </p:sp>
      <p:sp>
        <p:nvSpPr>
          <p:cNvPr id="695" name="Google Shape;695;g2a55abf12ae_0_14"/>
          <p:cNvSpPr txBox="1"/>
          <p:nvPr/>
        </p:nvSpPr>
        <p:spPr>
          <a:xfrm>
            <a:off x="3303425" y="6274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Original cryptocurrency</a:t>
            </a:r>
            <a:endParaRPr sz="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696" name="Google Shape;696;g2a55abf12ae_0_14"/>
          <p:cNvCxnSpPr/>
          <p:nvPr/>
        </p:nvCxnSpPr>
        <p:spPr>
          <a:xfrm>
            <a:off x="2242025" y="848525"/>
            <a:ext cx="1093500" cy="4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2F2F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  <p:sp>
        <p:nvSpPr>
          <p:cNvPr id="697" name="Google Shape;697;g2a55abf12ae_0_14"/>
          <p:cNvSpPr txBox="1"/>
          <p:nvPr/>
        </p:nvSpPr>
        <p:spPr>
          <a:xfrm>
            <a:off x="5736750" y="23090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Stablecoins, reduce volatility</a:t>
            </a:r>
            <a:endParaRPr sz="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698" name="Google Shape;698;g2a55abf12ae_0_14"/>
          <p:cNvCxnSpPr/>
          <p:nvPr/>
        </p:nvCxnSpPr>
        <p:spPr>
          <a:xfrm flipH="1" rot="10800000">
            <a:off x="4942775" y="2722163"/>
            <a:ext cx="972000" cy="5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2F2F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  <p:sp>
        <p:nvSpPr>
          <p:cNvPr id="699" name="Google Shape;699;g2a55abf12ae_0_14"/>
          <p:cNvSpPr txBox="1"/>
          <p:nvPr/>
        </p:nvSpPr>
        <p:spPr>
          <a:xfrm>
            <a:off x="407150" y="3329000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Trading and fee payments on Binance</a:t>
            </a:r>
            <a:endParaRPr sz="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700" name="Google Shape;700;g2a55abf12ae_0_14"/>
          <p:cNvCxnSpPr/>
          <p:nvPr/>
        </p:nvCxnSpPr>
        <p:spPr>
          <a:xfrm>
            <a:off x="3407150" y="3681950"/>
            <a:ext cx="711900" cy="2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2F2F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  <p:sp>
        <p:nvSpPr>
          <p:cNvPr id="701" name="Google Shape;701;g2a55abf12ae_0_14"/>
          <p:cNvSpPr txBox="1"/>
          <p:nvPr/>
        </p:nvSpPr>
        <p:spPr>
          <a:xfrm>
            <a:off x="3115025" y="4195575"/>
            <a:ext cx="30000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XRP Ledger Consensus Protocol</a:t>
            </a:r>
            <a:endParaRPr sz="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702" name="Google Shape;702;g2a55abf12ae_0_14"/>
          <p:cNvCxnSpPr/>
          <p:nvPr/>
        </p:nvCxnSpPr>
        <p:spPr>
          <a:xfrm flipH="1" rot="10800000">
            <a:off x="6023025" y="4472113"/>
            <a:ext cx="972000" cy="5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2F2F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  <p:sp>
        <p:nvSpPr>
          <p:cNvPr id="703" name="Google Shape;703;g2a55abf12ae_0_14"/>
          <p:cNvSpPr txBox="1"/>
          <p:nvPr/>
        </p:nvSpPr>
        <p:spPr>
          <a:xfrm>
            <a:off x="4463650" y="14886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accent3"/>
                </a:solidFill>
                <a:latin typeface="Merriweather"/>
                <a:ea typeface="Merriweather"/>
                <a:cs typeface="Merriweather"/>
                <a:sym typeface="Merriweather"/>
              </a:rPr>
              <a:t>Potential applications</a:t>
            </a:r>
            <a:endParaRPr sz="80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704" name="Google Shape;704;g2a55abf12ae_0_14"/>
          <p:cNvCxnSpPr/>
          <p:nvPr/>
        </p:nvCxnSpPr>
        <p:spPr>
          <a:xfrm>
            <a:off x="3878350" y="1709288"/>
            <a:ext cx="759900" cy="51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rgbClr val="F2F2F2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2a3d49c0b89_0_6"/>
          <p:cNvSpPr txBox="1"/>
          <p:nvPr>
            <p:ph type="title"/>
          </p:nvPr>
        </p:nvSpPr>
        <p:spPr>
          <a:xfrm>
            <a:off x="4007284" y="1854782"/>
            <a:ext cx="46815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FUTURE OF CRYPTOCURRENCY</a:t>
            </a:r>
            <a:endParaRPr sz="3200"/>
          </a:p>
        </p:txBody>
      </p:sp>
      <p:sp>
        <p:nvSpPr>
          <p:cNvPr id="710" name="Google Shape;710;g2a3d49c0b89_0_6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711" name="Google Shape;711;g2a3d49c0b89_0_6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5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1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Regulations</a:t>
            </a:r>
            <a:endParaRPr/>
          </a:p>
        </p:txBody>
      </p:sp>
      <p:sp>
        <p:nvSpPr>
          <p:cNvPr id="717" name="Google Shape;717;p10"/>
          <p:cNvSpPr txBox="1"/>
          <p:nvPr>
            <p:ph idx="1" type="body"/>
          </p:nvPr>
        </p:nvSpPr>
        <p:spPr>
          <a:xfrm>
            <a:off x="720000" y="1518000"/>
            <a:ext cx="4085400" cy="308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DE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8E8B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DE2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8E8BD8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</a:pPr>
            <a:r>
              <a:rPr lang="en"/>
              <a:t>Protecting investors</a:t>
            </a:r>
            <a:endParaRPr>
              <a:solidFill>
                <a:srgbClr val="8E8BD8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</a:pPr>
            <a:r>
              <a:rPr lang="en"/>
              <a:t>Preventing money laundering</a:t>
            </a:r>
            <a:endParaRPr>
              <a:solidFill>
                <a:srgbClr val="8E8BD8"/>
              </a:solidFill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Char char="●"/>
            </a:pPr>
            <a:r>
              <a:rPr lang="en"/>
              <a:t>Ensuring financial stability</a:t>
            </a:r>
            <a:endParaRPr>
              <a:solidFill>
                <a:srgbClr val="8E8BD8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3238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8E8BD8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8E8BD8"/>
              </a:solidFill>
            </a:endParaRPr>
          </a:p>
        </p:txBody>
      </p:sp>
      <p:grpSp>
        <p:nvGrpSpPr>
          <p:cNvPr id="718" name="Google Shape;718;p10"/>
          <p:cNvGrpSpPr/>
          <p:nvPr/>
        </p:nvGrpSpPr>
        <p:grpSpPr>
          <a:xfrm>
            <a:off x="5737775" y="2025425"/>
            <a:ext cx="1803600" cy="1803600"/>
            <a:chOff x="5737775" y="2025425"/>
            <a:chExt cx="1803600" cy="1803600"/>
          </a:xfrm>
        </p:grpSpPr>
        <p:sp>
          <p:nvSpPr>
            <p:cNvPr id="719" name="Google Shape;719;p10"/>
            <p:cNvSpPr/>
            <p:nvPr/>
          </p:nvSpPr>
          <p:spPr>
            <a:xfrm>
              <a:off x="6152448" y="2425929"/>
              <a:ext cx="974250" cy="1002608"/>
            </a:xfrm>
            <a:custGeom>
              <a:rect b="b" l="l" r="r" t="t"/>
              <a:pathLst>
                <a:path extrusionOk="0" h="208768" w="202863">
                  <a:moveTo>
                    <a:pt x="109179" y="12004"/>
                  </a:moveTo>
                  <a:cubicBezTo>
                    <a:pt x="107515" y="12004"/>
                    <a:pt x="106145" y="13374"/>
                    <a:pt x="106145" y="15070"/>
                  </a:cubicBezTo>
                  <a:cubicBezTo>
                    <a:pt x="106145" y="16767"/>
                    <a:pt x="107515" y="18137"/>
                    <a:pt x="109179" y="18137"/>
                  </a:cubicBezTo>
                  <a:lnTo>
                    <a:pt x="115181" y="18137"/>
                  </a:lnTo>
                  <a:cubicBezTo>
                    <a:pt x="116877" y="18137"/>
                    <a:pt x="118247" y="16767"/>
                    <a:pt x="118247" y="15070"/>
                  </a:cubicBezTo>
                  <a:cubicBezTo>
                    <a:pt x="118247" y="13374"/>
                    <a:pt x="116877" y="12004"/>
                    <a:pt x="115181" y="12004"/>
                  </a:cubicBezTo>
                  <a:close/>
                  <a:moveTo>
                    <a:pt x="127185" y="12004"/>
                  </a:moveTo>
                  <a:cubicBezTo>
                    <a:pt x="125488" y="12004"/>
                    <a:pt x="124118" y="13374"/>
                    <a:pt x="124118" y="15070"/>
                  </a:cubicBezTo>
                  <a:cubicBezTo>
                    <a:pt x="124118" y="16767"/>
                    <a:pt x="125488" y="18137"/>
                    <a:pt x="127185" y="18137"/>
                  </a:cubicBezTo>
                  <a:lnTo>
                    <a:pt x="133187" y="18137"/>
                  </a:lnTo>
                  <a:cubicBezTo>
                    <a:pt x="134850" y="18137"/>
                    <a:pt x="136253" y="16767"/>
                    <a:pt x="136253" y="15070"/>
                  </a:cubicBezTo>
                  <a:cubicBezTo>
                    <a:pt x="136253" y="13374"/>
                    <a:pt x="134850" y="12004"/>
                    <a:pt x="133187" y="12004"/>
                  </a:cubicBezTo>
                  <a:close/>
                  <a:moveTo>
                    <a:pt x="145158" y="12004"/>
                  </a:moveTo>
                  <a:cubicBezTo>
                    <a:pt x="143462" y="12004"/>
                    <a:pt x="142124" y="13374"/>
                    <a:pt x="142124" y="15070"/>
                  </a:cubicBezTo>
                  <a:cubicBezTo>
                    <a:pt x="142124" y="16767"/>
                    <a:pt x="143462" y="18137"/>
                    <a:pt x="145158" y="18137"/>
                  </a:cubicBezTo>
                  <a:lnTo>
                    <a:pt x="151160" y="18137"/>
                  </a:lnTo>
                  <a:cubicBezTo>
                    <a:pt x="152856" y="18137"/>
                    <a:pt x="154226" y="16767"/>
                    <a:pt x="154226" y="15070"/>
                  </a:cubicBezTo>
                  <a:cubicBezTo>
                    <a:pt x="154226" y="13374"/>
                    <a:pt x="152856" y="12004"/>
                    <a:pt x="151160" y="12004"/>
                  </a:cubicBezTo>
                  <a:close/>
                  <a:moveTo>
                    <a:pt x="109146" y="63609"/>
                  </a:moveTo>
                  <a:cubicBezTo>
                    <a:pt x="110875" y="63609"/>
                    <a:pt x="112441" y="64294"/>
                    <a:pt x="113550" y="65435"/>
                  </a:cubicBezTo>
                  <a:cubicBezTo>
                    <a:pt x="114691" y="66545"/>
                    <a:pt x="115376" y="68078"/>
                    <a:pt x="115376" y="69807"/>
                  </a:cubicBezTo>
                  <a:cubicBezTo>
                    <a:pt x="115376" y="71503"/>
                    <a:pt x="114691" y="73036"/>
                    <a:pt x="113550" y="74178"/>
                  </a:cubicBezTo>
                  <a:cubicBezTo>
                    <a:pt x="112441" y="75287"/>
                    <a:pt x="110875" y="75972"/>
                    <a:pt x="109146" y="75972"/>
                  </a:cubicBezTo>
                  <a:lnTo>
                    <a:pt x="93391" y="75972"/>
                  </a:lnTo>
                  <a:lnTo>
                    <a:pt x="93391" y="63609"/>
                  </a:lnTo>
                  <a:close/>
                  <a:moveTo>
                    <a:pt x="109146" y="82104"/>
                  </a:moveTo>
                  <a:cubicBezTo>
                    <a:pt x="110875" y="82104"/>
                    <a:pt x="112441" y="82789"/>
                    <a:pt x="113550" y="83931"/>
                  </a:cubicBezTo>
                  <a:cubicBezTo>
                    <a:pt x="114691" y="85040"/>
                    <a:pt x="115376" y="86606"/>
                    <a:pt x="115376" y="88302"/>
                  </a:cubicBezTo>
                  <a:cubicBezTo>
                    <a:pt x="115376" y="89998"/>
                    <a:pt x="114691" y="91564"/>
                    <a:pt x="113550" y="92673"/>
                  </a:cubicBezTo>
                  <a:cubicBezTo>
                    <a:pt x="112441" y="93782"/>
                    <a:pt x="110875" y="94500"/>
                    <a:pt x="109146" y="94500"/>
                  </a:cubicBezTo>
                  <a:lnTo>
                    <a:pt x="93391" y="94500"/>
                  </a:lnTo>
                  <a:lnTo>
                    <a:pt x="93391" y="82104"/>
                  </a:lnTo>
                  <a:close/>
                  <a:moveTo>
                    <a:pt x="97305" y="50822"/>
                  </a:moveTo>
                  <a:cubicBezTo>
                    <a:pt x="95609" y="50822"/>
                    <a:pt x="94271" y="52159"/>
                    <a:pt x="94271" y="53855"/>
                  </a:cubicBezTo>
                  <a:lnTo>
                    <a:pt x="94271" y="57476"/>
                  </a:lnTo>
                  <a:lnTo>
                    <a:pt x="84420" y="57476"/>
                  </a:lnTo>
                  <a:cubicBezTo>
                    <a:pt x="82724" y="57476"/>
                    <a:pt x="81354" y="58846"/>
                    <a:pt x="81354" y="60542"/>
                  </a:cubicBezTo>
                  <a:cubicBezTo>
                    <a:pt x="81354" y="62239"/>
                    <a:pt x="82724" y="63609"/>
                    <a:pt x="84420" y="63609"/>
                  </a:cubicBezTo>
                  <a:lnTo>
                    <a:pt x="87258" y="63609"/>
                  </a:lnTo>
                  <a:lnTo>
                    <a:pt x="87258" y="94500"/>
                  </a:lnTo>
                  <a:lnTo>
                    <a:pt x="84420" y="94500"/>
                  </a:lnTo>
                  <a:cubicBezTo>
                    <a:pt x="82724" y="94500"/>
                    <a:pt x="81354" y="95870"/>
                    <a:pt x="81354" y="97566"/>
                  </a:cubicBezTo>
                  <a:cubicBezTo>
                    <a:pt x="81354" y="99230"/>
                    <a:pt x="82724" y="100632"/>
                    <a:pt x="84420" y="100632"/>
                  </a:cubicBezTo>
                  <a:lnTo>
                    <a:pt x="94271" y="100632"/>
                  </a:lnTo>
                  <a:lnTo>
                    <a:pt x="94271" y="104220"/>
                  </a:lnTo>
                  <a:cubicBezTo>
                    <a:pt x="94271" y="105917"/>
                    <a:pt x="95609" y="107287"/>
                    <a:pt x="97305" y="107287"/>
                  </a:cubicBezTo>
                  <a:cubicBezTo>
                    <a:pt x="99001" y="107287"/>
                    <a:pt x="100371" y="105917"/>
                    <a:pt x="100371" y="104220"/>
                  </a:cubicBezTo>
                  <a:lnTo>
                    <a:pt x="100371" y="100632"/>
                  </a:lnTo>
                  <a:lnTo>
                    <a:pt x="106080" y="100632"/>
                  </a:lnTo>
                  <a:lnTo>
                    <a:pt x="106080" y="104220"/>
                  </a:lnTo>
                  <a:cubicBezTo>
                    <a:pt x="106080" y="105917"/>
                    <a:pt x="107450" y="107287"/>
                    <a:pt x="109146" y="107287"/>
                  </a:cubicBezTo>
                  <a:cubicBezTo>
                    <a:pt x="110810" y="107287"/>
                    <a:pt x="112212" y="105917"/>
                    <a:pt x="112212" y="104220"/>
                  </a:cubicBezTo>
                  <a:lnTo>
                    <a:pt x="112212" y="100208"/>
                  </a:lnTo>
                  <a:cubicBezTo>
                    <a:pt x="114365" y="99654"/>
                    <a:pt x="116322" y="98545"/>
                    <a:pt x="117855" y="97011"/>
                  </a:cubicBezTo>
                  <a:cubicBezTo>
                    <a:pt x="120106" y="94761"/>
                    <a:pt x="121509" y="91694"/>
                    <a:pt x="121509" y="88302"/>
                  </a:cubicBezTo>
                  <a:cubicBezTo>
                    <a:pt x="121509" y="84746"/>
                    <a:pt x="119943" y="81387"/>
                    <a:pt x="117268" y="79038"/>
                  </a:cubicBezTo>
                  <a:cubicBezTo>
                    <a:pt x="119943" y="76722"/>
                    <a:pt x="121509" y="73362"/>
                    <a:pt x="121509" y="69807"/>
                  </a:cubicBezTo>
                  <a:cubicBezTo>
                    <a:pt x="121509" y="66414"/>
                    <a:pt x="120106" y="63315"/>
                    <a:pt x="117855" y="61097"/>
                  </a:cubicBezTo>
                  <a:cubicBezTo>
                    <a:pt x="116322" y="59564"/>
                    <a:pt x="114365" y="58422"/>
                    <a:pt x="112212" y="57868"/>
                  </a:cubicBezTo>
                  <a:lnTo>
                    <a:pt x="112212" y="53855"/>
                  </a:lnTo>
                  <a:cubicBezTo>
                    <a:pt x="112212" y="52159"/>
                    <a:pt x="110810" y="50822"/>
                    <a:pt x="109146" y="50822"/>
                  </a:cubicBezTo>
                  <a:cubicBezTo>
                    <a:pt x="107450" y="50822"/>
                    <a:pt x="106080" y="52159"/>
                    <a:pt x="106080" y="53855"/>
                  </a:cubicBezTo>
                  <a:lnTo>
                    <a:pt x="106080" y="57476"/>
                  </a:lnTo>
                  <a:lnTo>
                    <a:pt x="100371" y="57476"/>
                  </a:lnTo>
                  <a:lnTo>
                    <a:pt x="100371" y="53855"/>
                  </a:lnTo>
                  <a:cubicBezTo>
                    <a:pt x="100371" y="52159"/>
                    <a:pt x="99001" y="50822"/>
                    <a:pt x="97305" y="50822"/>
                  </a:cubicBezTo>
                  <a:close/>
                  <a:moveTo>
                    <a:pt x="101448" y="37187"/>
                  </a:moveTo>
                  <a:cubicBezTo>
                    <a:pt x="89868" y="37187"/>
                    <a:pt x="79397" y="41851"/>
                    <a:pt x="71829" y="49452"/>
                  </a:cubicBezTo>
                  <a:cubicBezTo>
                    <a:pt x="64261" y="57020"/>
                    <a:pt x="59564" y="67491"/>
                    <a:pt x="59564" y="79038"/>
                  </a:cubicBezTo>
                  <a:cubicBezTo>
                    <a:pt x="59564" y="90618"/>
                    <a:pt x="64261" y="101089"/>
                    <a:pt x="71829" y="108657"/>
                  </a:cubicBezTo>
                  <a:cubicBezTo>
                    <a:pt x="79397" y="116225"/>
                    <a:pt x="89868" y="120922"/>
                    <a:pt x="101448" y="120922"/>
                  </a:cubicBezTo>
                  <a:cubicBezTo>
                    <a:pt x="112995" y="120922"/>
                    <a:pt x="123466" y="116225"/>
                    <a:pt x="131034" y="108657"/>
                  </a:cubicBezTo>
                  <a:cubicBezTo>
                    <a:pt x="138634" y="101089"/>
                    <a:pt x="143299" y="90618"/>
                    <a:pt x="143299" y="79038"/>
                  </a:cubicBezTo>
                  <a:cubicBezTo>
                    <a:pt x="143299" y="75809"/>
                    <a:pt x="142940" y="72612"/>
                    <a:pt x="142222" y="69546"/>
                  </a:cubicBezTo>
                  <a:cubicBezTo>
                    <a:pt x="141472" y="66381"/>
                    <a:pt x="140396" y="63380"/>
                    <a:pt x="138993" y="60542"/>
                  </a:cubicBezTo>
                  <a:cubicBezTo>
                    <a:pt x="138454" y="59465"/>
                    <a:pt x="137360" y="58842"/>
                    <a:pt x="136231" y="58842"/>
                  </a:cubicBezTo>
                  <a:cubicBezTo>
                    <a:pt x="135787" y="58842"/>
                    <a:pt x="135338" y="58938"/>
                    <a:pt x="134916" y="59140"/>
                  </a:cubicBezTo>
                  <a:cubicBezTo>
                    <a:pt x="133382" y="59923"/>
                    <a:pt x="132795" y="61749"/>
                    <a:pt x="133513" y="63250"/>
                  </a:cubicBezTo>
                  <a:cubicBezTo>
                    <a:pt x="134720" y="65664"/>
                    <a:pt x="135633" y="68241"/>
                    <a:pt x="136253" y="70916"/>
                  </a:cubicBezTo>
                  <a:cubicBezTo>
                    <a:pt x="136873" y="73525"/>
                    <a:pt x="137199" y="76233"/>
                    <a:pt x="137199" y="79038"/>
                  </a:cubicBezTo>
                  <a:cubicBezTo>
                    <a:pt x="137199" y="88922"/>
                    <a:pt x="133187" y="97860"/>
                    <a:pt x="126728" y="104318"/>
                  </a:cubicBezTo>
                  <a:cubicBezTo>
                    <a:pt x="120237" y="110810"/>
                    <a:pt x="111299" y="114789"/>
                    <a:pt x="101448" y="114789"/>
                  </a:cubicBezTo>
                  <a:cubicBezTo>
                    <a:pt x="91564" y="114789"/>
                    <a:pt x="82626" y="110810"/>
                    <a:pt x="76135" y="104318"/>
                  </a:cubicBezTo>
                  <a:cubicBezTo>
                    <a:pt x="69676" y="97860"/>
                    <a:pt x="65664" y="88922"/>
                    <a:pt x="65664" y="79038"/>
                  </a:cubicBezTo>
                  <a:cubicBezTo>
                    <a:pt x="65664" y="69187"/>
                    <a:pt x="69676" y="60216"/>
                    <a:pt x="76135" y="53758"/>
                  </a:cubicBezTo>
                  <a:cubicBezTo>
                    <a:pt x="82626" y="47299"/>
                    <a:pt x="91564" y="43287"/>
                    <a:pt x="101448" y="43287"/>
                  </a:cubicBezTo>
                  <a:cubicBezTo>
                    <a:pt x="106112" y="43287"/>
                    <a:pt x="110581" y="44167"/>
                    <a:pt x="114626" y="45798"/>
                  </a:cubicBezTo>
                  <a:cubicBezTo>
                    <a:pt x="118867" y="47462"/>
                    <a:pt x="122683" y="49941"/>
                    <a:pt x="125978" y="53007"/>
                  </a:cubicBezTo>
                  <a:cubicBezTo>
                    <a:pt x="126557" y="53571"/>
                    <a:pt x="127301" y="53849"/>
                    <a:pt x="128048" y="53849"/>
                  </a:cubicBezTo>
                  <a:cubicBezTo>
                    <a:pt x="128859" y="53849"/>
                    <a:pt x="129673" y="53522"/>
                    <a:pt x="130284" y="52877"/>
                  </a:cubicBezTo>
                  <a:cubicBezTo>
                    <a:pt x="131425" y="51670"/>
                    <a:pt x="131360" y="49745"/>
                    <a:pt x="130153" y="48571"/>
                  </a:cubicBezTo>
                  <a:cubicBezTo>
                    <a:pt x="126337" y="44983"/>
                    <a:pt x="121835" y="42112"/>
                    <a:pt x="116877" y="40122"/>
                  </a:cubicBezTo>
                  <a:cubicBezTo>
                    <a:pt x="112082" y="38230"/>
                    <a:pt x="106863" y="37187"/>
                    <a:pt x="101448" y="37187"/>
                  </a:cubicBezTo>
                  <a:close/>
                  <a:moveTo>
                    <a:pt x="159576" y="30141"/>
                  </a:moveTo>
                  <a:lnTo>
                    <a:pt x="159576" y="127935"/>
                  </a:lnTo>
                  <a:lnTo>
                    <a:pt x="43287" y="127935"/>
                  </a:lnTo>
                  <a:lnTo>
                    <a:pt x="43287" y="30141"/>
                  </a:lnTo>
                  <a:close/>
                  <a:moveTo>
                    <a:pt x="165676" y="43678"/>
                  </a:moveTo>
                  <a:cubicBezTo>
                    <a:pt x="167796" y="44233"/>
                    <a:pt x="169688" y="45342"/>
                    <a:pt x="171189" y="46842"/>
                  </a:cubicBezTo>
                  <a:cubicBezTo>
                    <a:pt x="173374" y="49060"/>
                    <a:pt x="174744" y="52094"/>
                    <a:pt x="174744" y="55421"/>
                  </a:cubicBezTo>
                  <a:lnTo>
                    <a:pt x="174744" y="143495"/>
                  </a:lnTo>
                  <a:lnTo>
                    <a:pt x="28119" y="143495"/>
                  </a:lnTo>
                  <a:lnTo>
                    <a:pt x="28119" y="55421"/>
                  </a:lnTo>
                  <a:cubicBezTo>
                    <a:pt x="28119" y="52094"/>
                    <a:pt x="29489" y="49060"/>
                    <a:pt x="31674" y="46842"/>
                  </a:cubicBezTo>
                  <a:cubicBezTo>
                    <a:pt x="33175" y="45342"/>
                    <a:pt x="35067" y="44233"/>
                    <a:pt x="37187" y="43678"/>
                  </a:cubicBezTo>
                  <a:lnTo>
                    <a:pt x="37187" y="131001"/>
                  </a:lnTo>
                  <a:cubicBezTo>
                    <a:pt x="37187" y="132698"/>
                    <a:pt x="38557" y="134068"/>
                    <a:pt x="40253" y="134068"/>
                  </a:cubicBezTo>
                  <a:lnTo>
                    <a:pt x="162642" y="134068"/>
                  </a:lnTo>
                  <a:cubicBezTo>
                    <a:pt x="164306" y="134068"/>
                    <a:pt x="165676" y="132698"/>
                    <a:pt x="165676" y="131001"/>
                  </a:cubicBezTo>
                  <a:lnTo>
                    <a:pt x="165676" y="43678"/>
                  </a:lnTo>
                  <a:close/>
                  <a:moveTo>
                    <a:pt x="36926" y="155564"/>
                  </a:moveTo>
                  <a:cubicBezTo>
                    <a:pt x="35230" y="155564"/>
                    <a:pt x="33892" y="156902"/>
                    <a:pt x="33892" y="158598"/>
                  </a:cubicBezTo>
                  <a:cubicBezTo>
                    <a:pt x="33892" y="160294"/>
                    <a:pt x="35230" y="161664"/>
                    <a:pt x="36926" y="161664"/>
                  </a:cubicBezTo>
                  <a:lnTo>
                    <a:pt x="165937" y="161664"/>
                  </a:lnTo>
                  <a:cubicBezTo>
                    <a:pt x="167633" y="161664"/>
                    <a:pt x="169003" y="160294"/>
                    <a:pt x="169003" y="158598"/>
                  </a:cubicBezTo>
                  <a:cubicBezTo>
                    <a:pt x="169003" y="156902"/>
                    <a:pt x="167633" y="155564"/>
                    <a:pt x="165937" y="155564"/>
                  </a:cubicBezTo>
                  <a:close/>
                  <a:moveTo>
                    <a:pt x="30989" y="167438"/>
                  </a:moveTo>
                  <a:cubicBezTo>
                    <a:pt x="29293" y="167438"/>
                    <a:pt x="27923" y="168775"/>
                    <a:pt x="27923" y="170471"/>
                  </a:cubicBezTo>
                  <a:cubicBezTo>
                    <a:pt x="27923" y="172168"/>
                    <a:pt x="29293" y="173538"/>
                    <a:pt x="30989" y="173538"/>
                  </a:cubicBezTo>
                  <a:lnTo>
                    <a:pt x="171874" y="173538"/>
                  </a:lnTo>
                  <a:cubicBezTo>
                    <a:pt x="173570" y="173538"/>
                    <a:pt x="174940" y="172168"/>
                    <a:pt x="174940" y="170471"/>
                  </a:cubicBezTo>
                  <a:cubicBezTo>
                    <a:pt x="174940" y="168775"/>
                    <a:pt x="173570" y="167438"/>
                    <a:pt x="171874" y="167438"/>
                  </a:cubicBezTo>
                  <a:close/>
                  <a:moveTo>
                    <a:pt x="176114" y="149627"/>
                  </a:moveTo>
                  <a:lnTo>
                    <a:pt x="194349" y="179474"/>
                  </a:lnTo>
                  <a:lnTo>
                    <a:pt x="108363" y="179474"/>
                  </a:lnTo>
                  <a:cubicBezTo>
                    <a:pt x="106667" y="179474"/>
                    <a:pt x="105297" y="180845"/>
                    <a:pt x="105297" y="182541"/>
                  </a:cubicBezTo>
                  <a:cubicBezTo>
                    <a:pt x="105297" y="184204"/>
                    <a:pt x="106667" y="185607"/>
                    <a:pt x="108363" y="185607"/>
                  </a:cubicBezTo>
                  <a:lnTo>
                    <a:pt x="196730" y="185607"/>
                  </a:lnTo>
                  <a:lnTo>
                    <a:pt x="196730" y="190533"/>
                  </a:lnTo>
                  <a:cubicBezTo>
                    <a:pt x="196730" y="193860"/>
                    <a:pt x="195360" y="196894"/>
                    <a:pt x="193174" y="199079"/>
                  </a:cubicBezTo>
                  <a:cubicBezTo>
                    <a:pt x="190989" y="201297"/>
                    <a:pt x="187923" y="202667"/>
                    <a:pt x="184595" y="202667"/>
                  </a:cubicBezTo>
                  <a:lnTo>
                    <a:pt x="18267" y="202667"/>
                  </a:lnTo>
                  <a:cubicBezTo>
                    <a:pt x="14940" y="202667"/>
                    <a:pt x="11907" y="201297"/>
                    <a:pt x="9688" y="199079"/>
                  </a:cubicBezTo>
                  <a:cubicBezTo>
                    <a:pt x="7503" y="196894"/>
                    <a:pt x="6133" y="193860"/>
                    <a:pt x="6133" y="190533"/>
                  </a:cubicBezTo>
                  <a:lnTo>
                    <a:pt x="6133" y="185607"/>
                  </a:lnTo>
                  <a:lnTo>
                    <a:pt x="94500" y="185607"/>
                  </a:lnTo>
                  <a:cubicBezTo>
                    <a:pt x="96196" y="185607"/>
                    <a:pt x="97566" y="184204"/>
                    <a:pt x="97566" y="182541"/>
                  </a:cubicBezTo>
                  <a:cubicBezTo>
                    <a:pt x="97566" y="180845"/>
                    <a:pt x="96196" y="179474"/>
                    <a:pt x="94500" y="179474"/>
                  </a:cubicBezTo>
                  <a:lnTo>
                    <a:pt x="8514" y="179474"/>
                  </a:lnTo>
                  <a:lnTo>
                    <a:pt x="26749" y="149627"/>
                  </a:lnTo>
                  <a:close/>
                  <a:moveTo>
                    <a:pt x="48245" y="0"/>
                  </a:moveTo>
                  <a:cubicBezTo>
                    <a:pt x="45211" y="0"/>
                    <a:pt x="42439" y="1240"/>
                    <a:pt x="40416" y="3262"/>
                  </a:cubicBezTo>
                  <a:cubicBezTo>
                    <a:pt x="38426" y="5252"/>
                    <a:pt x="37187" y="8024"/>
                    <a:pt x="37187" y="11058"/>
                  </a:cubicBezTo>
                  <a:lnTo>
                    <a:pt x="37187" y="37448"/>
                  </a:lnTo>
                  <a:cubicBezTo>
                    <a:pt x="33370" y="38100"/>
                    <a:pt x="29978" y="39927"/>
                    <a:pt x="27368" y="42536"/>
                  </a:cubicBezTo>
                  <a:cubicBezTo>
                    <a:pt x="24041" y="45831"/>
                    <a:pt x="21986" y="50398"/>
                    <a:pt x="21986" y="55421"/>
                  </a:cubicBezTo>
                  <a:lnTo>
                    <a:pt x="21986" y="145713"/>
                  </a:lnTo>
                  <a:lnTo>
                    <a:pt x="751" y="180486"/>
                  </a:lnTo>
                  <a:cubicBezTo>
                    <a:pt x="327" y="181203"/>
                    <a:pt x="0" y="181627"/>
                    <a:pt x="0" y="182541"/>
                  </a:cubicBezTo>
                  <a:lnTo>
                    <a:pt x="0" y="190533"/>
                  </a:lnTo>
                  <a:cubicBezTo>
                    <a:pt x="0" y="195556"/>
                    <a:pt x="2088" y="200123"/>
                    <a:pt x="5383" y="203417"/>
                  </a:cubicBezTo>
                  <a:cubicBezTo>
                    <a:pt x="8677" y="206712"/>
                    <a:pt x="13244" y="208767"/>
                    <a:pt x="18267" y="208767"/>
                  </a:cubicBezTo>
                  <a:lnTo>
                    <a:pt x="184595" y="208767"/>
                  </a:lnTo>
                  <a:cubicBezTo>
                    <a:pt x="189619" y="208767"/>
                    <a:pt x="194186" y="206712"/>
                    <a:pt x="197513" y="203417"/>
                  </a:cubicBezTo>
                  <a:cubicBezTo>
                    <a:pt x="200807" y="200123"/>
                    <a:pt x="202862" y="195556"/>
                    <a:pt x="202862" y="190533"/>
                  </a:cubicBezTo>
                  <a:lnTo>
                    <a:pt x="202862" y="182541"/>
                  </a:lnTo>
                  <a:cubicBezTo>
                    <a:pt x="202862" y="181595"/>
                    <a:pt x="202471" y="181040"/>
                    <a:pt x="202014" y="180323"/>
                  </a:cubicBezTo>
                  <a:lnTo>
                    <a:pt x="180877" y="145713"/>
                  </a:lnTo>
                  <a:lnTo>
                    <a:pt x="180877" y="55421"/>
                  </a:lnTo>
                  <a:cubicBezTo>
                    <a:pt x="180877" y="50398"/>
                    <a:pt x="178822" y="45831"/>
                    <a:pt x="175527" y="42536"/>
                  </a:cubicBezTo>
                  <a:cubicBezTo>
                    <a:pt x="172885" y="39927"/>
                    <a:pt x="169492" y="38100"/>
                    <a:pt x="165676" y="37448"/>
                  </a:cubicBezTo>
                  <a:lnTo>
                    <a:pt x="165676" y="11058"/>
                  </a:lnTo>
                  <a:cubicBezTo>
                    <a:pt x="165676" y="8024"/>
                    <a:pt x="164436" y="5252"/>
                    <a:pt x="162447" y="3262"/>
                  </a:cubicBezTo>
                  <a:cubicBezTo>
                    <a:pt x="160457" y="1240"/>
                    <a:pt x="157651" y="0"/>
                    <a:pt x="154618" y="0"/>
                  </a:cubicBezTo>
                  <a:lnTo>
                    <a:pt x="108363" y="0"/>
                  </a:lnTo>
                  <a:cubicBezTo>
                    <a:pt x="106667" y="0"/>
                    <a:pt x="105297" y="1370"/>
                    <a:pt x="105297" y="3066"/>
                  </a:cubicBezTo>
                  <a:cubicBezTo>
                    <a:pt x="105297" y="4763"/>
                    <a:pt x="106667" y="6100"/>
                    <a:pt x="108363" y="6100"/>
                  </a:cubicBezTo>
                  <a:lnTo>
                    <a:pt x="154618" y="6100"/>
                  </a:lnTo>
                  <a:cubicBezTo>
                    <a:pt x="155988" y="6100"/>
                    <a:pt x="157227" y="6687"/>
                    <a:pt x="158108" y="7568"/>
                  </a:cubicBezTo>
                  <a:cubicBezTo>
                    <a:pt x="159022" y="8449"/>
                    <a:pt x="159576" y="9688"/>
                    <a:pt x="159576" y="11058"/>
                  </a:cubicBezTo>
                  <a:lnTo>
                    <a:pt x="159576" y="24041"/>
                  </a:lnTo>
                  <a:lnTo>
                    <a:pt x="43287" y="24041"/>
                  </a:lnTo>
                  <a:lnTo>
                    <a:pt x="43287" y="11058"/>
                  </a:lnTo>
                  <a:cubicBezTo>
                    <a:pt x="43287" y="9688"/>
                    <a:pt x="43874" y="8449"/>
                    <a:pt x="44755" y="7568"/>
                  </a:cubicBezTo>
                  <a:cubicBezTo>
                    <a:pt x="45668" y="6654"/>
                    <a:pt x="46875" y="6100"/>
                    <a:pt x="48245" y="6100"/>
                  </a:cubicBezTo>
                  <a:lnTo>
                    <a:pt x="94500" y="6100"/>
                  </a:lnTo>
                  <a:cubicBezTo>
                    <a:pt x="96196" y="6100"/>
                    <a:pt x="97566" y="4763"/>
                    <a:pt x="97566" y="3066"/>
                  </a:cubicBezTo>
                  <a:cubicBezTo>
                    <a:pt x="97566" y="1370"/>
                    <a:pt x="96196" y="0"/>
                    <a:pt x="94500" y="0"/>
                  </a:cubicBezTo>
                  <a:close/>
                </a:path>
              </a:pathLst>
            </a:custGeom>
            <a:solidFill>
              <a:srgbClr val="775EF5"/>
            </a:solidFill>
            <a:ln>
              <a:noFill/>
            </a:ln>
            <a:effectLst>
              <a:outerShdw blurRad="71438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10"/>
            <p:cNvSpPr/>
            <p:nvPr/>
          </p:nvSpPr>
          <p:spPr>
            <a:xfrm>
              <a:off x="5737775" y="2025425"/>
              <a:ext cx="1803600" cy="1803600"/>
            </a:xfrm>
            <a:prstGeom prst="rect">
              <a:avLst/>
            </a:prstGeom>
            <a:noFill/>
            <a:ln cap="flat" cmpd="sng" w="19050">
              <a:solidFill>
                <a:srgbClr val="775EF5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>
                <a:srgbClr val="DFDEFF">
                  <a:alpha val="49803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5" name="Google Shape;725;p13"/>
          <p:cNvCxnSpPr/>
          <p:nvPr/>
        </p:nvCxnSpPr>
        <p:spPr>
          <a:xfrm>
            <a:off x="1226400" y="1938400"/>
            <a:ext cx="3391500" cy="0"/>
          </a:xfrm>
          <a:prstGeom prst="straightConnector1">
            <a:avLst/>
          </a:prstGeom>
          <a:noFill/>
          <a:ln cap="flat" cmpd="sng" w="9525">
            <a:solidFill>
              <a:srgbClr val="3F30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13"/>
          <p:cNvCxnSpPr/>
          <p:nvPr/>
        </p:nvCxnSpPr>
        <p:spPr>
          <a:xfrm>
            <a:off x="1226400" y="2728300"/>
            <a:ext cx="3391500" cy="0"/>
          </a:xfrm>
          <a:prstGeom prst="straightConnector1">
            <a:avLst/>
          </a:prstGeom>
          <a:noFill/>
          <a:ln cap="flat" cmpd="sng" w="9525">
            <a:solidFill>
              <a:srgbClr val="3F30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7" name="Google Shape;727;p13"/>
          <p:cNvCxnSpPr/>
          <p:nvPr/>
        </p:nvCxnSpPr>
        <p:spPr>
          <a:xfrm>
            <a:off x="1226400" y="3389425"/>
            <a:ext cx="3391500" cy="0"/>
          </a:xfrm>
          <a:prstGeom prst="straightConnector1">
            <a:avLst/>
          </a:prstGeom>
          <a:noFill/>
          <a:ln cap="flat" cmpd="sng" w="9525">
            <a:solidFill>
              <a:srgbClr val="3F308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8" name="Google Shape;728;p13"/>
          <p:cNvCxnSpPr/>
          <p:nvPr/>
        </p:nvCxnSpPr>
        <p:spPr>
          <a:xfrm>
            <a:off x="1226400" y="4102050"/>
            <a:ext cx="3391500" cy="0"/>
          </a:xfrm>
          <a:prstGeom prst="straightConnector1">
            <a:avLst/>
          </a:prstGeom>
          <a:noFill/>
          <a:ln cap="flat" cmpd="sng" w="9525">
            <a:solidFill>
              <a:srgbClr val="3F308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9" name="Google Shape;729;p1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Predicted Growth</a:t>
            </a:r>
            <a:endParaRPr/>
          </a:p>
        </p:txBody>
      </p:sp>
      <p:pic>
        <p:nvPicPr>
          <p:cNvPr id="730" name="Google Shape;730;p13" title="Gráfico"/>
          <p:cNvPicPr preferRelativeResize="0"/>
          <p:nvPr/>
        </p:nvPicPr>
        <p:blipFill rotWithShape="1">
          <a:blip r:embed="rId3">
            <a:alphaModFix/>
          </a:blip>
          <a:srcRect b="8916" l="7080" r="0" t="0"/>
          <a:stretch/>
        </p:blipFill>
        <p:spPr>
          <a:xfrm>
            <a:off x="1405825" y="1642175"/>
            <a:ext cx="3309051" cy="2490425"/>
          </a:xfrm>
          <a:prstGeom prst="rect">
            <a:avLst/>
          </a:prstGeom>
          <a:noFill/>
          <a:ln>
            <a:noFill/>
          </a:ln>
        </p:spPr>
      </p:pic>
      <p:sp>
        <p:nvSpPr>
          <p:cNvPr id="731" name="Google Shape;731;p13"/>
          <p:cNvSpPr/>
          <p:nvPr/>
        </p:nvSpPr>
        <p:spPr>
          <a:xfrm>
            <a:off x="1366375" y="3333600"/>
            <a:ext cx="111600" cy="1116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13"/>
          <p:cNvSpPr/>
          <p:nvPr/>
        </p:nvSpPr>
        <p:spPr>
          <a:xfrm>
            <a:off x="2439600" y="2663900"/>
            <a:ext cx="111600" cy="1116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3" name="Google Shape;733;p13"/>
          <p:cNvSpPr/>
          <p:nvPr/>
        </p:nvSpPr>
        <p:spPr>
          <a:xfrm>
            <a:off x="3504275" y="2663900"/>
            <a:ext cx="111600" cy="1116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4" name="Google Shape;734;p13"/>
          <p:cNvSpPr/>
          <p:nvPr/>
        </p:nvSpPr>
        <p:spPr>
          <a:xfrm>
            <a:off x="4551750" y="1882600"/>
            <a:ext cx="111600" cy="111600"/>
          </a:xfrm>
          <a:prstGeom prst="rect">
            <a:avLst/>
          </a:prstGeom>
          <a:solidFill>
            <a:srgbClr val="775EF5"/>
          </a:solidFill>
          <a:ln>
            <a:noFill/>
          </a:ln>
          <a:effectLst>
            <a:outerShdw blurRad="57150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5" name="Google Shape;735;p13"/>
          <p:cNvSpPr txBox="1"/>
          <p:nvPr>
            <p:ph idx="4294967295" type="subTitle"/>
          </p:nvPr>
        </p:nvSpPr>
        <p:spPr>
          <a:xfrm>
            <a:off x="720000" y="3902500"/>
            <a:ext cx="5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00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36" name="Google Shape;736;p13"/>
          <p:cNvSpPr txBox="1"/>
          <p:nvPr>
            <p:ph idx="4294967295" type="subTitle"/>
          </p:nvPr>
        </p:nvSpPr>
        <p:spPr>
          <a:xfrm>
            <a:off x="720000" y="3179550"/>
            <a:ext cx="5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25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37" name="Google Shape;737;p13"/>
          <p:cNvSpPr txBox="1"/>
          <p:nvPr>
            <p:ph idx="4294967295" type="subTitle"/>
          </p:nvPr>
        </p:nvSpPr>
        <p:spPr>
          <a:xfrm>
            <a:off x="720000" y="2509850"/>
            <a:ext cx="5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50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38" name="Google Shape;738;p13"/>
          <p:cNvSpPr txBox="1"/>
          <p:nvPr>
            <p:ph idx="4294967295" type="subTitle"/>
          </p:nvPr>
        </p:nvSpPr>
        <p:spPr>
          <a:xfrm>
            <a:off x="720000" y="1728550"/>
            <a:ext cx="506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100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39" name="Google Shape;739;p13"/>
          <p:cNvSpPr txBox="1"/>
          <p:nvPr>
            <p:ph idx="4294967295" type="subTitle"/>
          </p:nvPr>
        </p:nvSpPr>
        <p:spPr>
          <a:xfrm>
            <a:off x="1101475" y="4183800"/>
            <a:ext cx="641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2021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0" name="Google Shape;740;p13"/>
          <p:cNvSpPr txBox="1"/>
          <p:nvPr>
            <p:ph idx="4294967295" type="subTitle"/>
          </p:nvPr>
        </p:nvSpPr>
        <p:spPr>
          <a:xfrm>
            <a:off x="2174700" y="4183800"/>
            <a:ext cx="641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2022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1" name="Google Shape;741;p13"/>
          <p:cNvSpPr txBox="1"/>
          <p:nvPr>
            <p:ph idx="4294967295" type="subTitle"/>
          </p:nvPr>
        </p:nvSpPr>
        <p:spPr>
          <a:xfrm>
            <a:off x="3247925" y="4183800"/>
            <a:ext cx="641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2023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2" name="Google Shape;742;p13"/>
          <p:cNvSpPr txBox="1"/>
          <p:nvPr>
            <p:ph idx="4294967295" type="subTitle"/>
          </p:nvPr>
        </p:nvSpPr>
        <p:spPr>
          <a:xfrm>
            <a:off x="4251300" y="4183800"/>
            <a:ext cx="6414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16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2024</a:t>
            </a:r>
            <a:endParaRPr b="0" i="0" sz="16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3" name="Google Shape;743;p13"/>
          <p:cNvSpPr txBox="1"/>
          <p:nvPr>
            <p:ph idx="4294967295" type="subTitle"/>
          </p:nvPr>
        </p:nvSpPr>
        <p:spPr>
          <a:xfrm>
            <a:off x="5723098" y="2716325"/>
            <a:ext cx="2700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23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2023-</a:t>
            </a:r>
            <a:r>
              <a:rPr lang="en" sz="2300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ON</a:t>
            </a:r>
            <a:endParaRPr b="0" i="0" sz="23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4" name="Google Shape;744;p13"/>
          <p:cNvSpPr txBox="1"/>
          <p:nvPr>
            <p:ph idx="4294967295" type="subTitle"/>
          </p:nvPr>
        </p:nvSpPr>
        <p:spPr>
          <a:xfrm>
            <a:off x="5723093" y="3128050"/>
            <a:ext cx="2700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lang="en"/>
              <a:t>Grow and mature</a:t>
            </a:r>
            <a:endParaRPr b="0" i="0" sz="1600" u="none" cap="none" strike="noStrike">
              <a:solidFill>
                <a:srgbClr val="8E8BD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745" name="Google Shape;745;p13"/>
          <p:cNvSpPr txBox="1"/>
          <p:nvPr>
            <p:ph idx="4294967295" type="subTitle"/>
          </p:nvPr>
        </p:nvSpPr>
        <p:spPr>
          <a:xfrm>
            <a:off x="5723075" y="1618675"/>
            <a:ext cx="2700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b="0" i="0" lang="en" sz="2300" u="none" cap="none" strike="noStrike">
                <a:solidFill>
                  <a:srgbClr val="FFFFFF"/>
                </a:solidFill>
                <a:latin typeface="Squada One"/>
                <a:ea typeface="Squada One"/>
                <a:cs typeface="Squada One"/>
                <a:sym typeface="Squada One"/>
              </a:rPr>
              <a:t>2022</a:t>
            </a:r>
            <a:endParaRPr b="0" i="0" sz="2300" u="none" cap="none" strike="noStrike">
              <a:solidFill>
                <a:srgbClr val="FFFFFF"/>
              </a:solidFill>
              <a:latin typeface="Squada One"/>
              <a:ea typeface="Squada One"/>
              <a:cs typeface="Squada One"/>
              <a:sym typeface="Squada One"/>
            </a:endParaRPr>
          </a:p>
        </p:txBody>
      </p:sp>
      <p:sp>
        <p:nvSpPr>
          <p:cNvPr id="746" name="Google Shape;746;p13"/>
          <p:cNvSpPr txBox="1"/>
          <p:nvPr>
            <p:ph idx="4294967295" type="subTitle"/>
          </p:nvPr>
        </p:nvSpPr>
        <p:spPr>
          <a:xfrm>
            <a:off x="5723075" y="2030399"/>
            <a:ext cx="27009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E8BD8"/>
              </a:buClr>
              <a:buSzPts val="1600"/>
              <a:buFont typeface="Titillium Web"/>
              <a:buNone/>
            </a:pPr>
            <a:r>
              <a:rPr lang="en"/>
              <a:t>Market </a:t>
            </a:r>
            <a:r>
              <a:rPr lang="en"/>
              <a:t>crashed</a:t>
            </a:r>
            <a:endParaRPr b="0" i="0" sz="1600" u="none" cap="none" strike="noStrike">
              <a:solidFill>
                <a:srgbClr val="8E8BD8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a55abf12ae_0_8"/>
          <p:cNvSpPr txBox="1"/>
          <p:nvPr>
            <p:ph type="title"/>
          </p:nvPr>
        </p:nvSpPr>
        <p:spPr>
          <a:xfrm>
            <a:off x="4007284" y="1854782"/>
            <a:ext cx="4681500" cy="56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" sz="3200"/>
              <a:t>SECURITY</a:t>
            </a:r>
            <a:endParaRPr sz="3200"/>
          </a:p>
        </p:txBody>
      </p:sp>
      <p:sp>
        <p:nvSpPr>
          <p:cNvPr id="752" name="Google Shape;752;g2a55abf12ae_0_8"/>
          <p:cNvSpPr txBox="1"/>
          <p:nvPr>
            <p:ph idx="2" type="title"/>
          </p:nvPr>
        </p:nvSpPr>
        <p:spPr>
          <a:xfrm>
            <a:off x="2179475" y="1841300"/>
            <a:ext cx="2077800" cy="1340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rPr lang="en"/>
              <a:t>05</a:t>
            </a:r>
            <a:endParaRPr/>
          </a:p>
        </p:txBody>
      </p:sp>
      <p:cxnSp>
        <p:nvCxnSpPr>
          <p:cNvPr id="753" name="Google Shape;753;g2a55abf12ae_0_8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p15"/>
          <p:cNvSpPr txBox="1"/>
          <p:nvPr>
            <p:ph idx="5" type="subTitle"/>
          </p:nvPr>
        </p:nvSpPr>
        <p:spPr>
          <a:xfrm>
            <a:off x="2203850" y="208735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Fake websites</a:t>
            </a:r>
            <a:endParaRPr/>
          </a:p>
        </p:txBody>
      </p:sp>
      <p:sp>
        <p:nvSpPr>
          <p:cNvPr id="759" name="Google Shape;759;p15"/>
          <p:cNvSpPr txBox="1"/>
          <p:nvPr>
            <p:ph idx="1" type="subTitle"/>
          </p:nvPr>
        </p:nvSpPr>
        <p:spPr>
          <a:xfrm>
            <a:off x="4252400" y="3481700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“Celebrity” endorsements</a:t>
            </a:r>
            <a:endParaRPr/>
          </a:p>
        </p:txBody>
      </p:sp>
      <p:sp>
        <p:nvSpPr>
          <p:cNvPr id="760" name="Google Shape;760;p15"/>
          <p:cNvSpPr txBox="1"/>
          <p:nvPr>
            <p:ph idx="7" type="subTitle"/>
          </p:nvPr>
        </p:nvSpPr>
        <p:spPr>
          <a:xfrm>
            <a:off x="6399300" y="1952975"/>
            <a:ext cx="22368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SzPts val="2000"/>
              <a:buNone/>
            </a:pPr>
            <a:r>
              <a:rPr lang="en"/>
              <a:t>Virtual Ponzi schemes</a:t>
            </a:r>
            <a:endParaRPr/>
          </a:p>
        </p:txBody>
      </p:sp>
      <p:sp>
        <p:nvSpPr>
          <p:cNvPr id="761" name="Google Shape;761;p1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Cryptocurrency scams</a:t>
            </a:r>
            <a:endParaRPr/>
          </a:p>
        </p:txBody>
      </p:sp>
      <p:pic>
        <p:nvPicPr>
          <p:cNvPr id="762" name="Google Shape;76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1949" y="1716725"/>
            <a:ext cx="1726000" cy="107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15"/>
          <p:cNvPicPr preferRelativeResize="0"/>
          <p:nvPr/>
        </p:nvPicPr>
        <p:blipFill rotWithShape="1">
          <a:blip r:embed="rId4">
            <a:alphaModFix/>
          </a:blip>
          <a:srcRect b="0" l="0" r="49829" t="0"/>
          <a:stretch/>
        </p:blipFill>
        <p:spPr>
          <a:xfrm>
            <a:off x="4839725" y="1400975"/>
            <a:ext cx="1224476" cy="1627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4" name="Google Shape;76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94826" y="3425400"/>
            <a:ext cx="2029875" cy="117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1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"/>
              <a:t>Tips to invest in cryptocurrency</a:t>
            </a:r>
            <a:endParaRPr/>
          </a:p>
        </p:txBody>
      </p:sp>
      <p:sp>
        <p:nvSpPr>
          <p:cNvPr id="770" name="Google Shape;770;p12"/>
          <p:cNvSpPr txBox="1"/>
          <p:nvPr>
            <p:ph idx="1" type="subTitle"/>
          </p:nvPr>
        </p:nvSpPr>
        <p:spPr>
          <a:xfrm>
            <a:off x="72000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Research exchanges</a:t>
            </a:r>
            <a:endParaRPr/>
          </a:p>
        </p:txBody>
      </p:sp>
      <p:sp>
        <p:nvSpPr>
          <p:cNvPr id="771" name="Google Shape;771;p12"/>
          <p:cNvSpPr txBox="1"/>
          <p:nvPr>
            <p:ph idx="3" type="subTitle"/>
          </p:nvPr>
        </p:nvSpPr>
        <p:spPr>
          <a:xfrm>
            <a:off x="336975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Know how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to store it</a:t>
            </a:r>
            <a:endParaRPr/>
          </a:p>
        </p:txBody>
      </p:sp>
      <p:sp>
        <p:nvSpPr>
          <p:cNvPr id="772" name="Google Shape;772;p12"/>
          <p:cNvSpPr txBox="1"/>
          <p:nvPr>
            <p:ph idx="5" type="subTitle"/>
          </p:nvPr>
        </p:nvSpPr>
        <p:spPr>
          <a:xfrm>
            <a:off x="6019500" y="3188875"/>
            <a:ext cx="2404500" cy="41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"/>
              <a:t>Diversify your investments</a:t>
            </a:r>
            <a:endParaRPr/>
          </a:p>
        </p:txBody>
      </p:sp>
      <p:sp>
        <p:nvSpPr>
          <p:cNvPr id="773" name="Google Shape;773;p12"/>
          <p:cNvSpPr/>
          <p:nvPr/>
        </p:nvSpPr>
        <p:spPr>
          <a:xfrm>
            <a:off x="1543301" y="2175497"/>
            <a:ext cx="757597" cy="595310"/>
          </a:xfrm>
          <a:custGeom>
            <a:rect b="b" l="l" r="r" t="t"/>
            <a:pathLst>
              <a:path extrusionOk="0" h="208515" w="265358">
                <a:moveTo>
                  <a:pt x="202667" y="14596"/>
                </a:moveTo>
                <a:cubicBezTo>
                  <a:pt x="200511" y="14596"/>
                  <a:pt x="198770" y="16337"/>
                  <a:pt x="198770" y="18493"/>
                </a:cubicBezTo>
                <a:cubicBezTo>
                  <a:pt x="198770" y="20649"/>
                  <a:pt x="200511" y="22349"/>
                  <a:pt x="202667" y="22349"/>
                </a:cubicBezTo>
                <a:lnTo>
                  <a:pt x="207145" y="22349"/>
                </a:lnTo>
                <a:cubicBezTo>
                  <a:pt x="209343" y="22349"/>
                  <a:pt x="211042" y="20649"/>
                  <a:pt x="211042" y="18493"/>
                </a:cubicBezTo>
                <a:cubicBezTo>
                  <a:pt x="211042" y="16337"/>
                  <a:pt x="209343" y="14596"/>
                  <a:pt x="207145" y="14596"/>
                </a:cubicBezTo>
                <a:close/>
                <a:moveTo>
                  <a:pt x="222279" y="14596"/>
                </a:moveTo>
                <a:cubicBezTo>
                  <a:pt x="220123" y="14596"/>
                  <a:pt x="218381" y="16337"/>
                  <a:pt x="218381" y="18493"/>
                </a:cubicBezTo>
                <a:cubicBezTo>
                  <a:pt x="218381" y="20649"/>
                  <a:pt x="220123" y="22349"/>
                  <a:pt x="222279" y="22349"/>
                </a:cubicBezTo>
                <a:lnTo>
                  <a:pt x="226798" y="22349"/>
                </a:lnTo>
                <a:cubicBezTo>
                  <a:pt x="228913" y="22349"/>
                  <a:pt x="230654" y="20649"/>
                  <a:pt x="230654" y="18493"/>
                </a:cubicBezTo>
                <a:cubicBezTo>
                  <a:pt x="230654" y="16337"/>
                  <a:pt x="228913" y="14596"/>
                  <a:pt x="226798" y="14596"/>
                </a:cubicBezTo>
                <a:close/>
                <a:moveTo>
                  <a:pt x="241849" y="14596"/>
                </a:moveTo>
                <a:cubicBezTo>
                  <a:pt x="239734" y="14596"/>
                  <a:pt x="237993" y="16337"/>
                  <a:pt x="237993" y="18493"/>
                </a:cubicBezTo>
                <a:cubicBezTo>
                  <a:pt x="237993" y="20649"/>
                  <a:pt x="239734" y="22349"/>
                  <a:pt x="241849" y="22349"/>
                </a:cubicBezTo>
                <a:lnTo>
                  <a:pt x="246368" y="22349"/>
                </a:lnTo>
                <a:cubicBezTo>
                  <a:pt x="248524" y="22349"/>
                  <a:pt x="250266" y="20649"/>
                  <a:pt x="250266" y="18493"/>
                </a:cubicBezTo>
                <a:cubicBezTo>
                  <a:pt x="250266" y="16337"/>
                  <a:pt x="248524" y="14596"/>
                  <a:pt x="246368" y="14596"/>
                </a:cubicBezTo>
                <a:close/>
                <a:moveTo>
                  <a:pt x="67583" y="77701"/>
                </a:moveTo>
                <a:cubicBezTo>
                  <a:pt x="69491" y="77701"/>
                  <a:pt x="71273" y="78447"/>
                  <a:pt x="72517" y="79733"/>
                </a:cubicBezTo>
                <a:cubicBezTo>
                  <a:pt x="73761" y="80977"/>
                  <a:pt x="74549" y="82677"/>
                  <a:pt x="74549" y="84584"/>
                </a:cubicBezTo>
                <a:cubicBezTo>
                  <a:pt x="74549" y="86450"/>
                  <a:pt x="73761" y="88191"/>
                  <a:pt x="72517" y="89435"/>
                </a:cubicBezTo>
                <a:cubicBezTo>
                  <a:pt x="71232" y="90679"/>
                  <a:pt x="69491" y="91467"/>
                  <a:pt x="67583" y="91467"/>
                </a:cubicBezTo>
                <a:lnTo>
                  <a:pt x="49589" y="91467"/>
                </a:lnTo>
                <a:lnTo>
                  <a:pt x="49589" y="77701"/>
                </a:lnTo>
                <a:close/>
                <a:moveTo>
                  <a:pt x="67583" y="99220"/>
                </a:moveTo>
                <a:cubicBezTo>
                  <a:pt x="69491" y="99220"/>
                  <a:pt x="71232" y="100008"/>
                  <a:pt x="72517" y="101252"/>
                </a:cubicBezTo>
                <a:cubicBezTo>
                  <a:pt x="73761" y="102496"/>
                  <a:pt x="74549" y="104237"/>
                  <a:pt x="74549" y="106144"/>
                </a:cubicBezTo>
                <a:cubicBezTo>
                  <a:pt x="74549" y="108010"/>
                  <a:pt x="73761" y="109751"/>
                  <a:pt x="72517" y="110954"/>
                </a:cubicBezTo>
                <a:cubicBezTo>
                  <a:pt x="71232" y="112239"/>
                  <a:pt x="69491" y="112985"/>
                  <a:pt x="67583" y="112985"/>
                </a:cubicBezTo>
                <a:lnTo>
                  <a:pt x="49589" y="112985"/>
                </a:lnTo>
                <a:lnTo>
                  <a:pt x="49589" y="99220"/>
                </a:lnTo>
                <a:close/>
                <a:moveTo>
                  <a:pt x="121629" y="88813"/>
                </a:moveTo>
                <a:cubicBezTo>
                  <a:pt x="120634" y="88813"/>
                  <a:pt x="119639" y="89186"/>
                  <a:pt x="118872" y="89932"/>
                </a:cubicBezTo>
                <a:lnTo>
                  <a:pt x="108963" y="99883"/>
                </a:lnTo>
                <a:cubicBezTo>
                  <a:pt x="108216" y="100588"/>
                  <a:pt x="107802" y="101583"/>
                  <a:pt x="107802" y="102620"/>
                </a:cubicBezTo>
                <a:cubicBezTo>
                  <a:pt x="107802" y="103656"/>
                  <a:pt x="108216" y="104652"/>
                  <a:pt x="108921" y="105398"/>
                </a:cubicBezTo>
                <a:lnTo>
                  <a:pt x="118872" y="115307"/>
                </a:lnTo>
                <a:cubicBezTo>
                  <a:pt x="119639" y="116074"/>
                  <a:pt x="120634" y="116458"/>
                  <a:pt x="121629" y="116458"/>
                </a:cubicBezTo>
                <a:cubicBezTo>
                  <a:pt x="122624" y="116458"/>
                  <a:pt x="123619" y="116074"/>
                  <a:pt x="124387" y="115307"/>
                </a:cubicBezTo>
                <a:cubicBezTo>
                  <a:pt x="125879" y="113815"/>
                  <a:pt x="125879" y="111368"/>
                  <a:pt x="124387" y="109834"/>
                </a:cubicBezTo>
                <a:lnTo>
                  <a:pt x="121070" y="106517"/>
                </a:lnTo>
                <a:lnTo>
                  <a:pt x="153700" y="106517"/>
                </a:lnTo>
                <a:cubicBezTo>
                  <a:pt x="155815" y="106517"/>
                  <a:pt x="157556" y="104776"/>
                  <a:pt x="157556" y="102620"/>
                </a:cubicBezTo>
                <a:cubicBezTo>
                  <a:pt x="157556" y="100464"/>
                  <a:pt x="155815" y="98764"/>
                  <a:pt x="153700" y="98764"/>
                </a:cubicBezTo>
                <a:lnTo>
                  <a:pt x="121070" y="98764"/>
                </a:lnTo>
                <a:lnTo>
                  <a:pt x="124387" y="95447"/>
                </a:lnTo>
                <a:cubicBezTo>
                  <a:pt x="125879" y="93913"/>
                  <a:pt x="125879" y="91425"/>
                  <a:pt x="124387" y="89932"/>
                </a:cubicBezTo>
                <a:cubicBezTo>
                  <a:pt x="123619" y="89186"/>
                  <a:pt x="122624" y="88813"/>
                  <a:pt x="121629" y="88813"/>
                </a:cubicBezTo>
                <a:close/>
                <a:moveTo>
                  <a:pt x="53818" y="62153"/>
                </a:moveTo>
                <a:cubicBezTo>
                  <a:pt x="51662" y="62153"/>
                  <a:pt x="49920" y="63894"/>
                  <a:pt x="49920" y="66050"/>
                </a:cubicBezTo>
                <a:lnTo>
                  <a:pt x="49920" y="69906"/>
                </a:lnTo>
                <a:lnTo>
                  <a:pt x="38809" y="69906"/>
                </a:lnTo>
                <a:cubicBezTo>
                  <a:pt x="36653" y="69906"/>
                  <a:pt x="34911" y="71648"/>
                  <a:pt x="34911" y="73804"/>
                </a:cubicBezTo>
                <a:cubicBezTo>
                  <a:pt x="34911" y="75960"/>
                  <a:pt x="36653" y="77701"/>
                  <a:pt x="38809" y="77701"/>
                </a:cubicBezTo>
                <a:lnTo>
                  <a:pt x="41794" y="77701"/>
                </a:lnTo>
                <a:lnTo>
                  <a:pt x="41794" y="112985"/>
                </a:lnTo>
                <a:lnTo>
                  <a:pt x="38809" y="112985"/>
                </a:lnTo>
                <a:cubicBezTo>
                  <a:pt x="36653" y="112985"/>
                  <a:pt x="34911" y="114727"/>
                  <a:pt x="34911" y="116883"/>
                </a:cubicBezTo>
                <a:cubicBezTo>
                  <a:pt x="34911" y="119039"/>
                  <a:pt x="36653" y="120780"/>
                  <a:pt x="38809" y="120780"/>
                </a:cubicBezTo>
                <a:lnTo>
                  <a:pt x="49920" y="120780"/>
                </a:lnTo>
                <a:lnTo>
                  <a:pt x="49920" y="124678"/>
                </a:lnTo>
                <a:cubicBezTo>
                  <a:pt x="49920" y="126792"/>
                  <a:pt x="51662" y="128534"/>
                  <a:pt x="53818" y="128534"/>
                </a:cubicBezTo>
                <a:cubicBezTo>
                  <a:pt x="55974" y="128534"/>
                  <a:pt x="57715" y="126792"/>
                  <a:pt x="57715" y="124678"/>
                </a:cubicBezTo>
                <a:lnTo>
                  <a:pt x="57715" y="120780"/>
                </a:lnTo>
                <a:lnTo>
                  <a:pt x="63686" y="120780"/>
                </a:lnTo>
                <a:lnTo>
                  <a:pt x="63686" y="124678"/>
                </a:lnTo>
                <a:cubicBezTo>
                  <a:pt x="63686" y="126792"/>
                  <a:pt x="65427" y="128534"/>
                  <a:pt x="67583" y="128534"/>
                </a:cubicBezTo>
                <a:cubicBezTo>
                  <a:pt x="69739" y="128534"/>
                  <a:pt x="71481" y="126792"/>
                  <a:pt x="71481" y="124678"/>
                </a:cubicBezTo>
                <a:lnTo>
                  <a:pt x="71481" y="120241"/>
                </a:lnTo>
                <a:cubicBezTo>
                  <a:pt x="73969" y="119578"/>
                  <a:pt x="76207" y="118251"/>
                  <a:pt x="77949" y="116468"/>
                </a:cubicBezTo>
                <a:cubicBezTo>
                  <a:pt x="80644" y="113815"/>
                  <a:pt x="82302" y="110166"/>
                  <a:pt x="82302" y="106103"/>
                </a:cubicBezTo>
                <a:cubicBezTo>
                  <a:pt x="82302" y="101998"/>
                  <a:pt x="80561" y="98101"/>
                  <a:pt x="77534" y="95323"/>
                </a:cubicBezTo>
                <a:cubicBezTo>
                  <a:pt x="80561" y="92545"/>
                  <a:pt x="82302" y="88689"/>
                  <a:pt x="82302" y="84584"/>
                </a:cubicBezTo>
                <a:cubicBezTo>
                  <a:pt x="82302" y="80562"/>
                  <a:pt x="80644" y="76872"/>
                  <a:pt x="77949" y="74218"/>
                </a:cubicBezTo>
                <a:cubicBezTo>
                  <a:pt x="76207" y="72435"/>
                  <a:pt x="73969" y="71109"/>
                  <a:pt x="71481" y="70445"/>
                </a:cubicBezTo>
                <a:lnTo>
                  <a:pt x="71481" y="66050"/>
                </a:lnTo>
                <a:cubicBezTo>
                  <a:pt x="71481" y="63894"/>
                  <a:pt x="69739" y="62153"/>
                  <a:pt x="67583" y="62153"/>
                </a:cubicBezTo>
                <a:cubicBezTo>
                  <a:pt x="65427" y="62153"/>
                  <a:pt x="63686" y="63894"/>
                  <a:pt x="63686" y="66050"/>
                </a:cubicBezTo>
                <a:lnTo>
                  <a:pt x="63686" y="69906"/>
                </a:lnTo>
                <a:lnTo>
                  <a:pt x="57715" y="69906"/>
                </a:lnTo>
                <a:lnTo>
                  <a:pt x="57715" y="66050"/>
                </a:lnTo>
                <a:cubicBezTo>
                  <a:pt x="57715" y="63894"/>
                  <a:pt x="55974" y="62153"/>
                  <a:pt x="53818" y="62153"/>
                </a:cubicBezTo>
                <a:close/>
                <a:moveTo>
                  <a:pt x="206772" y="62153"/>
                </a:moveTo>
                <a:cubicBezTo>
                  <a:pt x="204616" y="62153"/>
                  <a:pt x="202874" y="63894"/>
                  <a:pt x="202874" y="66050"/>
                </a:cubicBezTo>
                <a:lnTo>
                  <a:pt x="202874" y="69989"/>
                </a:lnTo>
                <a:lnTo>
                  <a:pt x="197609" y="69989"/>
                </a:lnTo>
                <a:cubicBezTo>
                  <a:pt x="194623" y="69989"/>
                  <a:pt x="191928" y="71316"/>
                  <a:pt x="190021" y="73513"/>
                </a:cubicBezTo>
                <a:cubicBezTo>
                  <a:pt x="188197" y="75545"/>
                  <a:pt x="187077" y="78365"/>
                  <a:pt x="187077" y="81391"/>
                </a:cubicBezTo>
                <a:lnTo>
                  <a:pt x="187077" y="88067"/>
                </a:lnTo>
                <a:cubicBezTo>
                  <a:pt x="187077" y="91093"/>
                  <a:pt x="188197" y="93871"/>
                  <a:pt x="190021" y="95944"/>
                </a:cubicBezTo>
                <a:cubicBezTo>
                  <a:pt x="191928" y="98101"/>
                  <a:pt x="194623" y="99469"/>
                  <a:pt x="197609" y="99469"/>
                </a:cubicBezTo>
                <a:lnTo>
                  <a:pt x="215894" y="99469"/>
                </a:lnTo>
                <a:cubicBezTo>
                  <a:pt x="216557" y="99469"/>
                  <a:pt x="217179" y="99800"/>
                  <a:pt x="217676" y="100339"/>
                </a:cubicBezTo>
                <a:cubicBezTo>
                  <a:pt x="218298" y="101044"/>
                  <a:pt x="218672" y="101998"/>
                  <a:pt x="218672" y="103076"/>
                </a:cubicBezTo>
                <a:lnTo>
                  <a:pt x="218672" y="109793"/>
                </a:lnTo>
                <a:cubicBezTo>
                  <a:pt x="218672" y="110871"/>
                  <a:pt x="218298" y="111866"/>
                  <a:pt x="217676" y="112529"/>
                </a:cubicBezTo>
                <a:cubicBezTo>
                  <a:pt x="217179" y="113068"/>
                  <a:pt x="216557" y="113400"/>
                  <a:pt x="215894" y="113400"/>
                </a:cubicBezTo>
                <a:lnTo>
                  <a:pt x="197609" y="113400"/>
                </a:lnTo>
                <a:cubicBezTo>
                  <a:pt x="196945" y="113400"/>
                  <a:pt x="196282" y="113068"/>
                  <a:pt x="195826" y="112529"/>
                </a:cubicBezTo>
                <a:cubicBezTo>
                  <a:pt x="195204" y="111866"/>
                  <a:pt x="194831" y="110871"/>
                  <a:pt x="194831" y="109793"/>
                </a:cubicBezTo>
                <a:cubicBezTo>
                  <a:pt x="194831" y="107637"/>
                  <a:pt x="193089" y="105895"/>
                  <a:pt x="190975" y="105895"/>
                </a:cubicBezTo>
                <a:cubicBezTo>
                  <a:pt x="188819" y="105895"/>
                  <a:pt x="187077" y="107637"/>
                  <a:pt x="187077" y="109793"/>
                </a:cubicBezTo>
                <a:cubicBezTo>
                  <a:pt x="187077" y="112820"/>
                  <a:pt x="188197" y="115598"/>
                  <a:pt x="190021" y="117671"/>
                </a:cubicBezTo>
                <a:cubicBezTo>
                  <a:pt x="191928" y="119827"/>
                  <a:pt x="194623" y="121195"/>
                  <a:pt x="197609" y="121195"/>
                </a:cubicBezTo>
                <a:lnTo>
                  <a:pt x="202874" y="121195"/>
                </a:lnTo>
                <a:lnTo>
                  <a:pt x="202874" y="124678"/>
                </a:lnTo>
                <a:cubicBezTo>
                  <a:pt x="202874" y="126792"/>
                  <a:pt x="204616" y="128534"/>
                  <a:pt x="206772" y="128534"/>
                </a:cubicBezTo>
                <a:cubicBezTo>
                  <a:pt x="208886" y="128534"/>
                  <a:pt x="210628" y="126792"/>
                  <a:pt x="210628" y="124678"/>
                </a:cubicBezTo>
                <a:lnTo>
                  <a:pt x="210628" y="121195"/>
                </a:lnTo>
                <a:lnTo>
                  <a:pt x="215894" y="121195"/>
                </a:lnTo>
                <a:cubicBezTo>
                  <a:pt x="218879" y="121195"/>
                  <a:pt x="221574" y="119827"/>
                  <a:pt x="223481" y="117671"/>
                </a:cubicBezTo>
                <a:cubicBezTo>
                  <a:pt x="225305" y="115598"/>
                  <a:pt x="226425" y="112820"/>
                  <a:pt x="226425" y="109793"/>
                </a:cubicBezTo>
                <a:lnTo>
                  <a:pt x="226425" y="103076"/>
                </a:lnTo>
                <a:cubicBezTo>
                  <a:pt x="226425" y="100091"/>
                  <a:pt x="225305" y="97271"/>
                  <a:pt x="223481" y="95240"/>
                </a:cubicBezTo>
                <a:cubicBezTo>
                  <a:pt x="221574" y="93042"/>
                  <a:pt x="218879" y="91715"/>
                  <a:pt x="215894" y="91715"/>
                </a:cubicBezTo>
                <a:lnTo>
                  <a:pt x="197609" y="91715"/>
                </a:lnTo>
                <a:cubicBezTo>
                  <a:pt x="196945" y="91715"/>
                  <a:pt x="196282" y="91342"/>
                  <a:pt x="195826" y="90803"/>
                </a:cubicBezTo>
                <a:cubicBezTo>
                  <a:pt x="195204" y="90140"/>
                  <a:pt x="194831" y="89145"/>
                  <a:pt x="194831" y="88067"/>
                </a:cubicBezTo>
                <a:lnTo>
                  <a:pt x="194831" y="81391"/>
                </a:lnTo>
                <a:cubicBezTo>
                  <a:pt x="194831" y="80272"/>
                  <a:pt x="195204" y="79318"/>
                  <a:pt x="195826" y="78655"/>
                </a:cubicBezTo>
                <a:cubicBezTo>
                  <a:pt x="196282" y="78074"/>
                  <a:pt x="196945" y="77743"/>
                  <a:pt x="197609" y="77743"/>
                </a:cubicBezTo>
                <a:lnTo>
                  <a:pt x="215894" y="77743"/>
                </a:lnTo>
                <a:cubicBezTo>
                  <a:pt x="216557" y="77743"/>
                  <a:pt x="217179" y="78074"/>
                  <a:pt x="217676" y="78655"/>
                </a:cubicBezTo>
                <a:cubicBezTo>
                  <a:pt x="218298" y="79318"/>
                  <a:pt x="218672" y="80272"/>
                  <a:pt x="218672" y="81391"/>
                </a:cubicBezTo>
                <a:cubicBezTo>
                  <a:pt x="218672" y="83547"/>
                  <a:pt x="220413" y="85289"/>
                  <a:pt x="222527" y="85289"/>
                </a:cubicBezTo>
                <a:cubicBezTo>
                  <a:pt x="224684" y="85289"/>
                  <a:pt x="226425" y="83547"/>
                  <a:pt x="226425" y="81391"/>
                </a:cubicBezTo>
                <a:cubicBezTo>
                  <a:pt x="226425" y="78365"/>
                  <a:pt x="225305" y="75545"/>
                  <a:pt x="223481" y="73513"/>
                </a:cubicBezTo>
                <a:cubicBezTo>
                  <a:pt x="221574" y="71316"/>
                  <a:pt x="218879" y="69989"/>
                  <a:pt x="215894" y="69989"/>
                </a:cubicBezTo>
                <a:lnTo>
                  <a:pt x="210628" y="69989"/>
                </a:lnTo>
                <a:lnTo>
                  <a:pt x="210628" y="66050"/>
                </a:lnTo>
                <a:cubicBezTo>
                  <a:pt x="210628" y="63894"/>
                  <a:pt x="208886" y="62153"/>
                  <a:pt x="206772" y="62153"/>
                </a:cubicBezTo>
                <a:close/>
                <a:moveTo>
                  <a:pt x="39721" y="135417"/>
                </a:moveTo>
                <a:cubicBezTo>
                  <a:pt x="37565" y="135417"/>
                  <a:pt x="35865" y="137158"/>
                  <a:pt x="35865" y="139314"/>
                </a:cubicBezTo>
                <a:cubicBezTo>
                  <a:pt x="35865" y="141429"/>
                  <a:pt x="37565" y="143170"/>
                  <a:pt x="39721" y="143170"/>
                </a:cubicBezTo>
                <a:lnTo>
                  <a:pt x="77493" y="143170"/>
                </a:lnTo>
                <a:cubicBezTo>
                  <a:pt x="79649" y="143170"/>
                  <a:pt x="81390" y="141429"/>
                  <a:pt x="81390" y="139314"/>
                </a:cubicBezTo>
                <a:cubicBezTo>
                  <a:pt x="81390" y="137158"/>
                  <a:pt x="79649" y="135417"/>
                  <a:pt x="77493" y="135417"/>
                </a:cubicBezTo>
                <a:close/>
                <a:moveTo>
                  <a:pt x="187865" y="135417"/>
                </a:moveTo>
                <a:cubicBezTo>
                  <a:pt x="185709" y="135417"/>
                  <a:pt x="183968" y="137158"/>
                  <a:pt x="183968" y="139314"/>
                </a:cubicBezTo>
                <a:cubicBezTo>
                  <a:pt x="183968" y="141429"/>
                  <a:pt x="185709" y="143170"/>
                  <a:pt x="187865" y="143170"/>
                </a:cubicBezTo>
                <a:lnTo>
                  <a:pt x="225637" y="143170"/>
                </a:lnTo>
                <a:cubicBezTo>
                  <a:pt x="227793" y="143170"/>
                  <a:pt x="229493" y="141429"/>
                  <a:pt x="229493" y="139314"/>
                </a:cubicBezTo>
                <a:cubicBezTo>
                  <a:pt x="229493" y="137158"/>
                  <a:pt x="227793" y="135417"/>
                  <a:pt x="225637" y="135417"/>
                </a:cubicBezTo>
                <a:close/>
                <a:moveTo>
                  <a:pt x="143749" y="121496"/>
                </a:moveTo>
                <a:cubicBezTo>
                  <a:pt x="142754" y="121496"/>
                  <a:pt x="141759" y="121879"/>
                  <a:pt x="141013" y="122646"/>
                </a:cubicBezTo>
                <a:cubicBezTo>
                  <a:pt x="139479" y="124139"/>
                  <a:pt x="139479" y="126627"/>
                  <a:pt x="141013" y="128119"/>
                </a:cubicBezTo>
                <a:lnTo>
                  <a:pt x="144288" y="131436"/>
                </a:lnTo>
                <a:lnTo>
                  <a:pt x="111699" y="131436"/>
                </a:lnTo>
                <a:cubicBezTo>
                  <a:pt x="109543" y="131436"/>
                  <a:pt x="107802" y="133178"/>
                  <a:pt x="107802" y="135334"/>
                </a:cubicBezTo>
                <a:cubicBezTo>
                  <a:pt x="107802" y="137490"/>
                  <a:pt x="109543" y="139231"/>
                  <a:pt x="111699" y="139231"/>
                </a:cubicBezTo>
                <a:lnTo>
                  <a:pt x="144288" y="139231"/>
                </a:lnTo>
                <a:lnTo>
                  <a:pt x="141013" y="142548"/>
                </a:lnTo>
                <a:cubicBezTo>
                  <a:pt x="139479" y="144041"/>
                  <a:pt x="139479" y="146528"/>
                  <a:pt x="141013" y="148021"/>
                </a:cubicBezTo>
                <a:cubicBezTo>
                  <a:pt x="141759" y="148788"/>
                  <a:pt x="142754" y="149172"/>
                  <a:pt x="143749" y="149172"/>
                </a:cubicBezTo>
                <a:cubicBezTo>
                  <a:pt x="144744" y="149172"/>
                  <a:pt x="145740" y="148788"/>
                  <a:pt x="146486" y="148021"/>
                </a:cubicBezTo>
                <a:lnTo>
                  <a:pt x="156437" y="138070"/>
                </a:lnTo>
                <a:cubicBezTo>
                  <a:pt x="157142" y="137365"/>
                  <a:pt x="157556" y="136370"/>
                  <a:pt x="157556" y="135334"/>
                </a:cubicBezTo>
                <a:cubicBezTo>
                  <a:pt x="157556" y="134297"/>
                  <a:pt x="157142" y="133302"/>
                  <a:pt x="156395" y="132556"/>
                </a:cubicBezTo>
                <a:lnTo>
                  <a:pt x="146486" y="122646"/>
                </a:lnTo>
                <a:cubicBezTo>
                  <a:pt x="145740" y="121879"/>
                  <a:pt x="144744" y="121496"/>
                  <a:pt x="143749" y="121496"/>
                </a:cubicBezTo>
                <a:close/>
                <a:moveTo>
                  <a:pt x="39721" y="150177"/>
                </a:moveTo>
                <a:cubicBezTo>
                  <a:pt x="37565" y="150177"/>
                  <a:pt x="35865" y="151918"/>
                  <a:pt x="35865" y="154074"/>
                </a:cubicBezTo>
                <a:cubicBezTo>
                  <a:pt x="35865" y="156231"/>
                  <a:pt x="37565" y="157972"/>
                  <a:pt x="39721" y="157972"/>
                </a:cubicBezTo>
                <a:lnTo>
                  <a:pt x="77493" y="157972"/>
                </a:lnTo>
                <a:cubicBezTo>
                  <a:pt x="79649" y="157972"/>
                  <a:pt x="81390" y="156231"/>
                  <a:pt x="81390" y="154074"/>
                </a:cubicBezTo>
                <a:cubicBezTo>
                  <a:pt x="81390" y="151918"/>
                  <a:pt x="79649" y="150177"/>
                  <a:pt x="77493" y="150177"/>
                </a:cubicBezTo>
                <a:close/>
                <a:moveTo>
                  <a:pt x="187865" y="150177"/>
                </a:moveTo>
                <a:cubicBezTo>
                  <a:pt x="185709" y="150177"/>
                  <a:pt x="183968" y="151918"/>
                  <a:pt x="183968" y="154074"/>
                </a:cubicBezTo>
                <a:cubicBezTo>
                  <a:pt x="183968" y="156231"/>
                  <a:pt x="185709" y="157972"/>
                  <a:pt x="187865" y="157972"/>
                </a:cubicBezTo>
                <a:lnTo>
                  <a:pt x="225637" y="157972"/>
                </a:lnTo>
                <a:cubicBezTo>
                  <a:pt x="227793" y="157972"/>
                  <a:pt x="229493" y="156231"/>
                  <a:pt x="229493" y="154074"/>
                </a:cubicBezTo>
                <a:cubicBezTo>
                  <a:pt x="229493" y="151918"/>
                  <a:pt x="227793" y="150177"/>
                  <a:pt x="225637" y="150177"/>
                </a:cubicBezTo>
                <a:close/>
                <a:moveTo>
                  <a:pt x="39721" y="164979"/>
                </a:moveTo>
                <a:cubicBezTo>
                  <a:pt x="37565" y="164979"/>
                  <a:pt x="35865" y="166679"/>
                  <a:pt x="35865" y="168835"/>
                </a:cubicBezTo>
                <a:cubicBezTo>
                  <a:pt x="35865" y="170991"/>
                  <a:pt x="37565" y="172732"/>
                  <a:pt x="39721" y="172732"/>
                </a:cubicBezTo>
                <a:lnTo>
                  <a:pt x="69242" y="172732"/>
                </a:lnTo>
                <a:cubicBezTo>
                  <a:pt x="71398" y="172732"/>
                  <a:pt x="73139" y="170991"/>
                  <a:pt x="73139" y="168835"/>
                </a:cubicBezTo>
                <a:cubicBezTo>
                  <a:pt x="73139" y="166679"/>
                  <a:pt x="71398" y="164979"/>
                  <a:pt x="69242" y="164979"/>
                </a:cubicBezTo>
                <a:close/>
                <a:moveTo>
                  <a:pt x="187865" y="164979"/>
                </a:moveTo>
                <a:cubicBezTo>
                  <a:pt x="185709" y="164979"/>
                  <a:pt x="183968" y="166679"/>
                  <a:pt x="183968" y="168835"/>
                </a:cubicBezTo>
                <a:cubicBezTo>
                  <a:pt x="183968" y="170991"/>
                  <a:pt x="185709" y="172732"/>
                  <a:pt x="187865" y="172732"/>
                </a:cubicBezTo>
                <a:lnTo>
                  <a:pt x="217386" y="172732"/>
                </a:lnTo>
                <a:cubicBezTo>
                  <a:pt x="219542" y="172732"/>
                  <a:pt x="221284" y="170991"/>
                  <a:pt x="221284" y="168835"/>
                </a:cubicBezTo>
                <a:cubicBezTo>
                  <a:pt x="221284" y="166679"/>
                  <a:pt x="219542" y="164979"/>
                  <a:pt x="217386" y="164979"/>
                </a:cubicBezTo>
                <a:close/>
                <a:moveTo>
                  <a:pt x="22058" y="47351"/>
                </a:moveTo>
                <a:cubicBezTo>
                  <a:pt x="19902" y="47351"/>
                  <a:pt x="18160" y="49092"/>
                  <a:pt x="18160" y="51248"/>
                </a:cubicBezTo>
                <a:lnTo>
                  <a:pt x="18160" y="186705"/>
                </a:lnTo>
                <a:cubicBezTo>
                  <a:pt x="18160" y="188861"/>
                  <a:pt x="19902" y="190603"/>
                  <a:pt x="22058" y="190603"/>
                </a:cubicBezTo>
                <a:lnTo>
                  <a:pt x="49796" y="190603"/>
                </a:lnTo>
                <a:cubicBezTo>
                  <a:pt x="51952" y="190603"/>
                  <a:pt x="53694" y="188861"/>
                  <a:pt x="53694" y="186705"/>
                </a:cubicBezTo>
                <a:cubicBezTo>
                  <a:pt x="53694" y="184591"/>
                  <a:pt x="51952" y="182808"/>
                  <a:pt x="49796" y="182808"/>
                </a:cubicBezTo>
                <a:lnTo>
                  <a:pt x="25955" y="182808"/>
                </a:lnTo>
                <a:lnTo>
                  <a:pt x="25955" y="55146"/>
                </a:lnTo>
                <a:lnTo>
                  <a:pt x="91258" y="55146"/>
                </a:lnTo>
                <a:lnTo>
                  <a:pt x="91258" y="182808"/>
                </a:lnTo>
                <a:lnTo>
                  <a:pt x="67417" y="182808"/>
                </a:lnTo>
                <a:cubicBezTo>
                  <a:pt x="65261" y="182808"/>
                  <a:pt x="63520" y="184591"/>
                  <a:pt x="63520" y="186705"/>
                </a:cubicBezTo>
                <a:cubicBezTo>
                  <a:pt x="63520" y="188861"/>
                  <a:pt x="65261" y="190603"/>
                  <a:pt x="67417" y="190603"/>
                </a:cubicBezTo>
                <a:lnTo>
                  <a:pt x="95156" y="190603"/>
                </a:lnTo>
                <a:cubicBezTo>
                  <a:pt x="97312" y="190603"/>
                  <a:pt x="99053" y="188861"/>
                  <a:pt x="99053" y="186705"/>
                </a:cubicBezTo>
                <a:lnTo>
                  <a:pt x="99053" y="51248"/>
                </a:lnTo>
                <a:cubicBezTo>
                  <a:pt x="99053" y="49092"/>
                  <a:pt x="97312" y="47351"/>
                  <a:pt x="95156" y="47351"/>
                </a:cubicBezTo>
                <a:close/>
                <a:moveTo>
                  <a:pt x="170202" y="47351"/>
                </a:moveTo>
                <a:cubicBezTo>
                  <a:pt x="168046" y="47351"/>
                  <a:pt x="166305" y="49092"/>
                  <a:pt x="166305" y="51248"/>
                </a:cubicBezTo>
                <a:lnTo>
                  <a:pt x="166305" y="186705"/>
                </a:lnTo>
                <a:cubicBezTo>
                  <a:pt x="166305" y="188861"/>
                  <a:pt x="168046" y="190603"/>
                  <a:pt x="170202" y="190603"/>
                </a:cubicBezTo>
                <a:lnTo>
                  <a:pt x="197940" y="190603"/>
                </a:lnTo>
                <a:cubicBezTo>
                  <a:pt x="200096" y="190603"/>
                  <a:pt x="201838" y="188861"/>
                  <a:pt x="201838" y="186705"/>
                </a:cubicBezTo>
                <a:cubicBezTo>
                  <a:pt x="201838" y="184591"/>
                  <a:pt x="200096" y="182808"/>
                  <a:pt x="197940" y="182808"/>
                </a:cubicBezTo>
                <a:lnTo>
                  <a:pt x="174058" y="182808"/>
                </a:lnTo>
                <a:lnTo>
                  <a:pt x="174058" y="55146"/>
                </a:lnTo>
                <a:lnTo>
                  <a:pt x="239403" y="55146"/>
                </a:lnTo>
                <a:lnTo>
                  <a:pt x="239403" y="182808"/>
                </a:lnTo>
                <a:lnTo>
                  <a:pt x="215562" y="182808"/>
                </a:lnTo>
                <a:cubicBezTo>
                  <a:pt x="213406" y="182808"/>
                  <a:pt x="211664" y="184591"/>
                  <a:pt x="211664" y="186705"/>
                </a:cubicBezTo>
                <a:cubicBezTo>
                  <a:pt x="211664" y="188861"/>
                  <a:pt x="213406" y="190603"/>
                  <a:pt x="215562" y="190603"/>
                </a:cubicBezTo>
                <a:lnTo>
                  <a:pt x="243300" y="190603"/>
                </a:lnTo>
                <a:cubicBezTo>
                  <a:pt x="245456" y="190603"/>
                  <a:pt x="247197" y="188861"/>
                  <a:pt x="247197" y="186705"/>
                </a:cubicBezTo>
                <a:lnTo>
                  <a:pt x="247197" y="51248"/>
                </a:lnTo>
                <a:cubicBezTo>
                  <a:pt x="247197" y="49092"/>
                  <a:pt x="245456" y="47351"/>
                  <a:pt x="243300" y="47351"/>
                </a:cubicBezTo>
                <a:close/>
                <a:moveTo>
                  <a:pt x="257604" y="7796"/>
                </a:moveTo>
                <a:lnTo>
                  <a:pt x="257604" y="29190"/>
                </a:lnTo>
                <a:lnTo>
                  <a:pt x="141469" y="29190"/>
                </a:lnTo>
                <a:cubicBezTo>
                  <a:pt x="139313" y="29190"/>
                  <a:pt x="137613" y="30932"/>
                  <a:pt x="137613" y="33088"/>
                </a:cubicBezTo>
                <a:cubicBezTo>
                  <a:pt x="137613" y="35244"/>
                  <a:pt x="139313" y="36944"/>
                  <a:pt x="141469" y="36944"/>
                </a:cubicBezTo>
                <a:lnTo>
                  <a:pt x="257604" y="36944"/>
                </a:lnTo>
                <a:lnTo>
                  <a:pt x="257604" y="200761"/>
                </a:lnTo>
                <a:lnTo>
                  <a:pt x="7753" y="200761"/>
                </a:lnTo>
                <a:lnTo>
                  <a:pt x="7753" y="36944"/>
                </a:lnTo>
                <a:lnTo>
                  <a:pt x="123889" y="36944"/>
                </a:lnTo>
                <a:cubicBezTo>
                  <a:pt x="126045" y="36944"/>
                  <a:pt x="127786" y="35244"/>
                  <a:pt x="127786" y="33088"/>
                </a:cubicBezTo>
                <a:cubicBezTo>
                  <a:pt x="127786" y="30932"/>
                  <a:pt x="126045" y="29190"/>
                  <a:pt x="123889" y="29190"/>
                </a:cubicBezTo>
                <a:lnTo>
                  <a:pt x="7753" y="29190"/>
                </a:lnTo>
                <a:lnTo>
                  <a:pt x="7753" y="7796"/>
                </a:lnTo>
                <a:close/>
                <a:moveTo>
                  <a:pt x="3897" y="1"/>
                </a:moveTo>
                <a:cubicBezTo>
                  <a:pt x="1741" y="1"/>
                  <a:pt x="0" y="1742"/>
                  <a:pt x="0" y="3898"/>
                </a:cubicBezTo>
                <a:lnTo>
                  <a:pt x="0" y="204617"/>
                </a:lnTo>
                <a:cubicBezTo>
                  <a:pt x="0" y="206773"/>
                  <a:pt x="1741" y="208514"/>
                  <a:pt x="3897" y="208514"/>
                </a:cubicBezTo>
                <a:lnTo>
                  <a:pt x="261460" y="208514"/>
                </a:lnTo>
                <a:cubicBezTo>
                  <a:pt x="263617" y="208514"/>
                  <a:pt x="265358" y="206773"/>
                  <a:pt x="265358" y="204617"/>
                </a:cubicBezTo>
                <a:lnTo>
                  <a:pt x="265358" y="3898"/>
                </a:lnTo>
                <a:cubicBezTo>
                  <a:pt x="265358" y="1742"/>
                  <a:pt x="263617" y="1"/>
                  <a:pt x="261460" y="1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775EF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4" name="Google Shape;774;p12"/>
          <p:cNvSpPr/>
          <p:nvPr/>
        </p:nvSpPr>
        <p:spPr>
          <a:xfrm>
            <a:off x="6914124" y="2086048"/>
            <a:ext cx="615321" cy="684759"/>
          </a:xfrm>
          <a:custGeom>
            <a:rect b="b" l="l" r="r" t="t"/>
            <a:pathLst>
              <a:path extrusionOk="0" h="208768" w="187598">
                <a:moveTo>
                  <a:pt x="114855" y="6100"/>
                </a:moveTo>
                <a:cubicBezTo>
                  <a:pt x="116780" y="6165"/>
                  <a:pt x="118443" y="6785"/>
                  <a:pt x="119813" y="8155"/>
                </a:cubicBezTo>
                <a:cubicBezTo>
                  <a:pt x="121053" y="9395"/>
                  <a:pt x="121836" y="11156"/>
                  <a:pt x="121836" y="13081"/>
                </a:cubicBezTo>
                <a:lnTo>
                  <a:pt x="121836" y="21301"/>
                </a:lnTo>
                <a:lnTo>
                  <a:pt x="107907" y="21301"/>
                </a:lnTo>
                <a:lnTo>
                  <a:pt x="107907" y="13081"/>
                </a:lnTo>
                <a:cubicBezTo>
                  <a:pt x="107907" y="11156"/>
                  <a:pt x="108657" y="9395"/>
                  <a:pt x="109930" y="8155"/>
                </a:cubicBezTo>
                <a:cubicBezTo>
                  <a:pt x="111202" y="6883"/>
                  <a:pt x="112931" y="6100"/>
                  <a:pt x="114855" y="6100"/>
                </a:cubicBezTo>
                <a:close/>
                <a:moveTo>
                  <a:pt x="37775" y="25280"/>
                </a:moveTo>
                <a:cubicBezTo>
                  <a:pt x="36078" y="25280"/>
                  <a:pt x="34708" y="26650"/>
                  <a:pt x="34708" y="28347"/>
                </a:cubicBezTo>
                <a:cubicBezTo>
                  <a:pt x="34708" y="30010"/>
                  <a:pt x="36078" y="31380"/>
                  <a:pt x="37775" y="31380"/>
                </a:cubicBezTo>
                <a:lnTo>
                  <a:pt x="87650" y="31380"/>
                </a:lnTo>
                <a:cubicBezTo>
                  <a:pt x="89347" y="31380"/>
                  <a:pt x="90717" y="30010"/>
                  <a:pt x="90717" y="28347"/>
                </a:cubicBezTo>
                <a:cubicBezTo>
                  <a:pt x="90717" y="26650"/>
                  <a:pt x="89347" y="25280"/>
                  <a:pt x="87650" y="25280"/>
                </a:cubicBezTo>
                <a:close/>
                <a:moveTo>
                  <a:pt x="37775" y="37154"/>
                </a:moveTo>
                <a:cubicBezTo>
                  <a:pt x="36078" y="37154"/>
                  <a:pt x="34708" y="38524"/>
                  <a:pt x="34708" y="40188"/>
                </a:cubicBezTo>
                <a:cubicBezTo>
                  <a:pt x="34708" y="41884"/>
                  <a:pt x="36078" y="43254"/>
                  <a:pt x="37775" y="43254"/>
                </a:cubicBezTo>
                <a:lnTo>
                  <a:pt x="55781" y="43254"/>
                </a:lnTo>
                <a:cubicBezTo>
                  <a:pt x="57477" y="43254"/>
                  <a:pt x="58847" y="41884"/>
                  <a:pt x="58847" y="40188"/>
                </a:cubicBezTo>
                <a:cubicBezTo>
                  <a:pt x="58847" y="38524"/>
                  <a:pt x="57477" y="37154"/>
                  <a:pt x="55781" y="37154"/>
                </a:cubicBezTo>
                <a:close/>
                <a:moveTo>
                  <a:pt x="69644" y="37154"/>
                </a:moveTo>
                <a:cubicBezTo>
                  <a:pt x="67948" y="37154"/>
                  <a:pt x="66578" y="38524"/>
                  <a:pt x="66578" y="40188"/>
                </a:cubicBezTo>
                <a:cubicBezTo>
                  <a:pt x="66578" y="41884"/>
                  <a:pt x="67948" y="43254"/>
                  <a:pt x="69644" y="43254"/>
                </a:cubicBezTo>
                <a:lnTo>
                  <a:pt x="87650" y="43254"/>
                </a:lnTo>
                <a:cubicBezTo>
                  <a:pt x="89347" y="43254"/>
                  <a:pt x="90717" y="41884"/>
                  <a:pt x="90717" y="40188"/>
                </a:cubicBezTo>
                <a:cubicBezTo>
                  <a:pt x="90717" y="38524"/>
                  <a:pt x="89347" y="37154"/>
                  <a:pt x="87650" y="37154"/>
                </a:cubicBezTo>
                <a:close/>
                <a:moveTo>
                  <a:pt x="37775" y="49028"/>
                </a:moveTo>
                <a:cubicBezTo>
                  <a:pt x="36078" y="49028"/>
                  <a:pt x="34708" y="50398"/>
                  <a:pt x="34708" y="52094"/>
                </a:cubicBezTo>
                <a:cubicBezTo>
                  <a:pt x="34708" y="53758"/>
                  <a:pt x="36078" y="55128"/>
                  <a:pt x="37775" y="55128"/>
                </a:cubicBezTo>
                <a:lnTo>
                  <a:pt x="87650" y="55128"/>
                </a:lnTo>
                <a:cubicBezTo>
                  <a:pt x="89347" y="55128"/>
                  <a:pt x="90717" y="53758"/>
                  <a:pt x="90717" y="52094"/>
                </a:cubicBezTo>
                <a:cubicBezTo>
                  <a:pt x="90717" y="50398"/>
                  <a:pt x="89347" y="49028"/>
                  <a:pt x="87650" y="49028"/>
                </a:cubicBezTo>
                <a:close/>
                <a:moveTo>
                  <a:pt x="153184" y="73297"/>
                </a:moveTo>
                <a:cubicBezTo>
                  <a:pt x="155141" y="73297"/>
                  <a:pt x="156935" y="73982"/>
                  <a:pt x="158207" y="75091"/>
                </a:cubicBezTo>
                <a:cubicBezTo>
                  <a:pt x="159349" y="76102"/>
                  <a:pt x="160066" y="77505"/>
                  <a:pt x="160066" y="79005"/>
                </a:cubicBezTo>
                <a:cubicBezTo>
                  <a:pt x="160066" y="80473"/>
                  <a:pt x="159349" y="81876"/>
                  <a:pt x="158207" y="82887"/>
                </a:cubicBezTo>
                <a:cubicBezTo>
                  <a:pt x="156935" y="83996"/>
                  <a:pt x="155141" y="84681"/>
                  <a:pt x="153184" y="84681"/>
                </a:cubicBezTo>
                <a:lnTo>
                  <a:pt x="136123" y="84681"/>
                </a:lnTo>
                <a:lnTo>
                  <a:pt x="136123" y="73297"/>
                </a:lnTo>
                <a:close/>
                <a:moveTo>
                  <a:pt x="153184" y="90814"/>
                </a:moveTo>
                <a:cubicBezTo>
                  <a:pt x="155141" y="90814"/>
                  <a:pt x="156935" y="91499"/>
                  <a:pt x="158207" y="92608"/>
                </a:cubicBezTo>
                <a:cubicBezTo>
                  <a:pt x="159349" y="93652"/>
                  <a:pt x="160066" y="95022"/>
                  <a:pt x="160066" y="96522"/>
                </a:cubicBezTo>
                <a:cubicBezTo>
                  <a:pt x="160066" y="98023"/>
                  <a:pt x="159349" y="99393"/>
                  <a:pt x="158207" y="100404"/>
                </a:cubicBezTo>
                <a:cubicBezTo>
                  <a:pt x="156935" y="101546"/>
                  <a:pt x="155141" y="102231"/>
                  <a:pt x="153184" y="102231"/>
                </a:cubicBezTo>
                <a:lnTo>
                  <a:pt x="136123" y="102231"/>
                </a:lnTo>
                <a:lnTo>
                  <a:pt x="136123" y="90814"/>
                </a:lnTo>
                <a:close/>
                <a:moveTo>
                  <a:pt x="62729" y="61032"/>
                </a:moveTo>
                <a:cubicBezTo>
                  <a:pt x="61033" y="61032"/>
                  <a:pt x="59663" y="62402"/>
                  <a:pt x="59663" y="64098"/>
                </a:cubicBezTo>
                <a:lnTo>
                  <a:pt x="59663" y="67360"/>
                </a:lnTo>
                <a:lnTo>
                  <a:pt x="54378" y="67360"/>
                </a:lnTo>
                <a:cubicBezTo>
                  <a:pt x="51899" y="67360"/>
                  <a:pt x="49583" y="68371"/>
                  <a:pt x="47952" y="70035"/>
                </a:cubicBezTo>
                <a:cubicBezTo>
                  <a:pt x="46288" y="71698"/>
                  <a:pt x="45277" y="73982"/>
                  <a:pt x="45277" y="76494"/>
                </a:cubicBezTo>
                <a:lnTo>
                  <a:pt x="45277" y="81876"/>
                </a:lnTo>
                <a:cubicBezTo>
                  <a:pt x="45277" y="84388"/>
                  <a:pt x="46288" y="86671"/>
                  <a:pt x="47952" y="88335"/>
                </a:cubicBezTo>
                <a:cubicBezTo>
                  <a:pt x="49583" y="89966"/>
                  <a:pt x="51899" y="91009"/>
                  <a:pt x="54378" y="91009"/>
                </a:cubicBezTo>
                <a:lnTo>
                  <a:pt x="71047" y="91009"/>
                </a:lnTo>
                <a:cubicBezTo>
                  <a:pt x="71862" y="91009"/>
                  <a:pt x="72613" y="91336"/>
                  <a:pt x="73167" y="91890"/>
                </a:cubicBezTo>
                <a:cubicBezTo>
                  <a:pt x="73722" y="92445"/>
                  <a:pt x="74048" y="93195"/>
                  <a:pt x="74048" y="94010"/>
                </a:cubicBezTo>
                <a:lnTo>
                  <a:pt x="74048" y="99393"/>
                </a:lnTo>
                <a:cubicBezTo>
                  <a:pt x="74048" y="100241"/>
                  <a:pt x="73722" y="100991"/>
                  <a:pt x="73167" y="101546"/>
                </a:cubicBezTo>
                <a:cubicBezTo>
                  <a:pt x="72613" y="102068"/>
                  <a:pt x="71862" y="102426"/>
                  <a:pt x="71047" y="102426"/>
                </a:cubicBezTo>
                <a:lnTo>
                  <a:pt x="54378" y="102426"/>
                </a:lnTo>
                <a:cubicBezTo>
                  <a:pt x="53563" y="102426"/>
                  <a:pt x="52812" y="102068"/>
                  <a:pt x="52258" y="101546"/>
                </a:cubicBezTo>
                <a:cubicBezTo>
                  <a:pt x="51736" y="100991"/>
                  <a:pt x="51377" y="100241"/>
                  <a:pt x="51377" y="99393"/>
                </a:cubicBezTo>
                <a:cubicBezTo>
                  <a:pt x="51377" y="97729"/>
                  <a:pt x="50007" y="96359"/>
                  <a:pt x="48311" y="96359"/>
                </a:cubicBezTo>
                <a:cubicBezTo>
                  <a:pt x="46647" y="96359"/>
                  <a:pt x="45277" y="97729"/>
                  <a:pt x="45277" y="99393"/>
                </a:cubicBezTo>
                <a:cubicBezTo>
                  <a:pt x="45277" y="101904"/>
                  <a:pt x="46288" y="104188"/>
                  <a:pt x="47952" y="105851"/>
                </a:cubicBezTo>
                <a:cubicBezTo>
                  <a:pt x="49583" y="107515"/>
                  <a:pt x="51899" y="108526"/>
                  <a:pt x="54378" y="108526"/>
                </a:cubicBezTo>
                <a:lnTo>
                  <a:pt x="59663" y="108526"/>
                </a:lnTo>
                <a:lnTo>
                  <a:pt x="59663" y="111429"/>
                </a:lnTo>
                <a:cubicBezTo>
                  <a:pt x="59663" y="113093"/>
                  <a:pt x="61033" y="114496"/>
                  <a:pt x="62729" y="114496"/>
                </a:cubicBezTo>
                <a:cubicBezTo>
                  <a:pt x="64425" y="114496"/>
                  <a:pt x="65762" y="113093"/>
                  <a:pt x="65762" y="111429"/>
                </a:cubicBezTo>
                <a:lnTo>
                  <a:pt x="65762" y="108526"/>
                </a:lnTo>
                <a:lnTo>
                  <a:pt x="71047" y="108526"/>
                </a:lnTo>
                <a:cubicBezTo>
                  <a:pt x="73559" y="108526"/>
                  <a:pt x="75842" y="107515"/>
                  <a:pt x="77506" y="105851"/>
                </a:cubicBezTo>
                <a:cubicBezTo>
                  <a:pt x="79137" y="104220"/>
                  <a:pt x="80180" y="101904"/>
                  <a:pt x="80180" y="99393"/>
                </a:cubicBezTo>
                <a:lnTo>
                  <a:pt x="80180" y="94010"/>
                </a:lnTo>
                <a:cubicBezTo>
                  <a:pt x="80180" y="91499"/>
                  <a:pt x="79137" y="89215"/>
                  <a:pt x="77506" y="87584"/>
                </a:cubicBezTo>
                <a:cubicBezTo>
                  <a:pt x="75842" y="85921"/>
                  <a:pt x="73559" y="84877"/>
                  <a:pt x="71047" y="84877"/>
                </a:cubicBezTo>
                <a:lnTo>
                  <a:pt x="54378" y="84877"/>
                </a:lnTo>
                <a:cubicBezTo>
                  <a:pt x="53563" y="84877"/>
                  <a:pt x="52812" y="84551"/>
                  <a:pt x="52258" y="83996"/>
                </a:cubicBezTo>
                <a:cubicBezTo>
                  <a:pt x="51736" y="83442"/>
                  <a:pt x="51377" y="82691"/>
                  <a:pt x="51377" y="81876"/>
                </a:cubicBezTo>
                <a:lnTo>
                  <a:pt x="51377" y="76494"/>
                </a:lnTo>
                <a:cubicBezTo>
                  <a:pt x="51377" y="75678"/>
                  <a:pt x="51736" y="74928"/>
                  <a:pt x="52258" y="74373"/>
                </a:cubicBezTo>
                <a:cubicBezTo>
                  <a:pt x="52812" y="73819"/>
                  <a:pt x="53563" y="73460"/>
                  <a:pt x="54378" y="73460"/>
                </a:cubicBezTo>
                <a:lnTo>
                  <a:pt x="71047" y="73460"/>
                </a:lnTo>
                <a:cubicBezTo>
                  <a:pt x="71862" y="73460"/>
                  <a:pt x="72613" y="73819"/>
                  <a:pt x="73167" y="74373"/>
                </a:cubicBezTo>
                <a:cubicBezTo>
                  <a:pt x="73722" y="74928"/>
                  <a:pt x="74048" y="75678"/>
                  <a:pt x="74048" y="76494"/>
                </a:cubicBezTo>
                <a:cubicBezTo>
                  <a:pt x="74048" y="78157"/>
                  <a:pt x="75418" y="79560"/>
                  <a:pt x="77114" y="79560"/>
                </a:cubicBezTo>
                <a:cubicBezTo>
                  <a:pt x="78810" y="79560"/>
                  <a:pt x="80180" y="78157"/>
                  <a:pt x="80180" y="76494"/>
                </a:cubicBezTo>
                <a:cubicBezTo>
                  <a:pt x="80180" y="73982"/>
                  <a:pt x="79137" y="71698"/>
                  <a:pt x="77506" y="70035"/>
                </a:cubicBezTo>
                <a:cubicBezTo>
                  <a:pt x="75842" y="68371"/>
                  <a:pt x="73559" y="67360"/>
                  <a:pt x="71047" y="67360"/>
                </a:cubicBezTo>
                <a:lnTo>
                  <a:pt x="65762" y="67360"/>
                </a:lnTo>
                <a:lnTo>
                  <a:pt x="65762" y="64098"/>
                </a:lnTo>
                <a:cubicBezTo>
                  <a:pt x="65762" y="62402"/>
                  <a:pt x="64425" y="61032"/>
                  <a:pt x="62729" y="61032"/>
                </a:cubicBezTo>
                <a:close/>
                <a:moveTo>
                  <a:pt x="140527" y="60836"/>
                </a:moveTo>
                <a:cubicBezTo>
                  <a:pt x="138831" y="60836"/>
                  <a:pt x="137461" y="62206"/>
                  <a:pt x="137461" y="63902"/>
                </a:cubicBezTo>
                <a:lnTo>
                  <a:pt x="137461" y="67164"/>
                </a:lnTo>
                <a:lnTo>
                  <a:pt x="126729" y="67164"/>
                </a:lnTo>
                <a:cubicBezTo>
                  <a:pt x="125033" y="67164"/>
                  <a:pt x="123695" y="68534"/>
                  <a:pt x="123695" y="70231"/>
                </a:cubicBezTo>
                <a:cubicBezTo>
                  <a:pt x="123695" y="71927"/>
                  <a:pt x="125033" y="73297"/>
                  <a:pt x="126729" y="73297"/>
                </a:cubicBezTo>
                <a:lnTo>
                  <a:pt x="129991" y="73297"/>
                </a:lnTo>
                <a:lnTo>
                  <a:pt x="129991" y="102231"/>
                </a:lnTo>
                <a:lnTo>
                  <a:pt x="126729" y="102231"/>
                </a:lnTo>
                <a:cubicBezTo>
                  <a:pt x="125033" y="102231"/>
                  <a:pt x="123695" y="103601"/>
                  <a:pt x="123695" y="105297"/>
                </a:cubicBezTo>
                <a:cubicBezTo>
                  <a:pt x="123695" y="106993"/>
                  <a:pt x="125033" y="108331"/>
                  <a:pt x="126729" y="108331"/>
                </a:cubicBezTo>
                <a:lnTo>
                  <a:pt x="137461" y="108331"/>
                </a:lnTo>
                <a:lnTo>
                  <a:pt x="137461" y="111625"/>
                </a:lnTo>
                <a:cubicBezTo>
                  <a:pt x="137461" y="113289"/>
                  <a:pt x="138831" y="114659"/>
                  <a:pt x="140527" y="114659"/>
                </a:cubicBezTo>
                <a:cubicBezTo>
                  <a:pt x="142223" y="114659"/>
                  <a:pt x="143593" y="113289"/>
                  <a:pt x="143593" y="111625"/>
                </a:cubicBezTo>
                <a:lnTo>
                  <a:pt x="143593" y="108331"/>
                </a:lnTo>
                <a:lnTo>
                  <a:pt x="150117" y="108331"/>
                </a:lnTo>
                <a:lnTo>
                  <a:pt x="150117" y="111625"/>
                </a:lnTo>
                <a:cubicBezTo>
                  <a:pt x="150117" y="113289"/>
                  <a:pt x="151487" y="114659"/>
                  <a:pt x="153184" y="114659"/>
                </a:cubicBezTo>
                <a:cubicBezTo>
                  <a:pt x="154880" y="114659"/>
                  <a:pt x="156217" y="113289"/>
                  <a:pt x="156217" y="111625"/>
                </a:cubicBezTo>
                <a:lnTo>
                  <a:pt x="156217" y="108004"/>
                </a:lnTo>
                <a:cubicBezTo>
                  <a:pt x="158533" y="107515"/>
                  <a:pt x="160588" y="106439"/>
                  <a:pt x="162219" y="105003"/>
                </a:cubicBezTo>
                <a:cubicBezTo>
                  <a:pt x="164666" y="102850"/>
                  <a:pt x="166199" y="99849"/>
                  <a:pt x="166199" y="96522"/>
                </a:cubicBezTo>
                <a:cubicBezTo>
                  <a:pt x="166199" y="93064"/>
                  <a:pt x="164568" y="89933"/>
                  <a:pt x="161893" y="87747"/>
                </a:cubicBezTo>
                <a:cubicBezTo>
                  <a:pt x="164568" y="85595"/>
                  <a:pt x="166199" y="82463"/>
                  <a:pt x="166199" y="79005"/>
                </a:cubicBezTo>
                <a:cubicBezTo>
                  <a:pt x="166199" y="75678"/>
                  <a:pt x="164666" y="72644"/>
                  <a:pt x="162219" y="70524"/>
                </a:cubicBezTo>
                <a:cubicBezTo>
                  <a:pt x="160588" y="69056"/>
                  <a:pt x="158533" y="68012"/>
                  <a:pt x="156217" y="67491"/>
                </a:cubicBezTo>
                <a:lnTo>
                  <a:pt x="156217" y="63902"/>
                </a:lnTo>
                <a:cubicBezTo>
                  <a:pt x="156217" y="62206"/>
                  <a:pt x="154880" y="60836"/>
                  <a:pt x="153184" y="60836"/>
                </a:cubicBezTo>
                <a:cubicBezTo>
                  <a:pt x="151487" y="60836"/>
                  <a:pt x="150117" y="62206"/>
                  <a:pt x="150117" y="63902"/>
                </a:cubicBezTo>
                <a:lnTo>
                  <a:pt x="150117" y="67164"/>
                </a:lnTo>
                <a:lnTo>
                  <a:pt x="143593" y="67164"/>
                </a:lnTo>
                <a:lnTo>
                  <a:pt x="143593" y="63902"/>
                </a:lnTo>
                <a:cubicBezTo>
                  <a:pt x="143593" y="62206"/>
                  <a:pt x="142223" y="60836"/>
                  <a:pt x="140527" y="60836"/>
                </a:cubicBezTo>
                <a:close/>
                <a:moveTo>
                  <a:pt x="37775" y="120726"/>
                </a:moveTo>
                <a:cubicBezTo>
                  <a:pt x="36078" y="120726"/>
                  <a:pt x="34708" y="122096"/>
                  <a:pt x="34708" y="123792"/>
                </a:cubicBezTo>
                <a:cubicBezTo>
                  <a:pt x="34708" y="125489"/>
                  <a:pt x="36078" y="126826"/>
                  <a:pt x="37775" y="126826"/>
                </a:cubicBezTo>
                <a:lnTo>
                  <a:pt x="55781" y="126826"/>
                </a:lnTo>
                <a:cubicBezTo>
                  <a:pt x="57477" y="126826"/>
                  <a:pt x="58847" y="125489"/>
                  <a:pt x="58847" y="123792"/>
                </a:cubicBezTo>
                <a:cubicBezTo>
                  <a:pt x="58847" y="122096"/>
                  <a:pt x="57477" y="120726"/>
                  <a:pt x="55781" y="120726"/>
                </a:cubicBezTo>
                <a:close/>
                <a:moveTo>
                  <a:pt x="69644" y="120726"/>
                </a:moveTo>
                <a:cubicBezTo>
                  <a:pt x="67948" y="120726"/>
                  <a:pt x="66578" y="122096"/>
                  <a:pt x="66578" y="123792"/>
                </a:cubicBezTo>
                <a:cubicBezTo>
                  <a:pt x="66578" y="125489"/>
                  <a:pt x="67948" y="126826"/>
                  <a:pt x="69644" y="126826"/>
                </a:cubicBezTo>
                <a:lnTo>
                  <a:pt x="87650" y="126826"/>
                </a:lnTo>
                <a:cubicBezTo>
                  <a:pt x="89347" y="126826"/>
                  <a:pt x="90717" y="125489"/>
                  <a:pt x="90717" y="123792"/>
                </a:cubicBezTo>
                <a:cubicBezTo>
                  <a:pt x="90717" y="122096"/>
                  <a:pt x="89347" y="120726"/>
                  <a:pt x="87650" y="120726"/>
                </a:cubicBezTo>
                <a:close/>
                <a:moveTo>
                  <a:pt x="17550" y="42406"/>
                </a:moveTo>
                <a:lnTo>
                  <a:pt x="17550" y="134590"/>
                </a:lnTo>
                <a:lnTo>
                  <a:pt x="6101" y="134590"/>
                </a:lnTo>
                <a:lnTo>
                  <a:pt x="6101" y="52355"/>
                </a:lnTo>
                <a:cubicBezTo>
                  <a:pt x="6101" y="49615"/>
                  <a:pt x="7243" y="47136"/>
                  <a:pt x="9037" y="45342"/>
                </a:cubicBezTo>
                <a:cubicBezTo>
                  <a:pt x="10863" y="43515"/>
                  <a:pt x="13342" y="42406"/>
                  <a:pt x="16050" y="42406"/>
                </a:cubicBezTo>
                <a:close/>
                <a:moveTo>
                  <a:pt x="103797" y="6100"/>
                </a:moveTo>
                <a:cubicBezTo>
                  <a:pt x="102525" y="8122"/>
                  <a:pt x="101775" y="10504"/>
                  <a:pt x="101775" y="13081"/>
                </a:cubicBezTo>
                <a:lnTo>
                  <a:pt x="101775" y="134590"/>
                </a:lnTo>
                <a:lnTo>
                  <a:pt x="23650" y="134590"/>
                </a:lnTo>
                <a:lnTo>
                  <a:pt x="23650" y="13081"/>
                </a:lnTo>
                <a:cubicBezTo>
                  <a:pt x="23650" y="11189"/>
                  <a:pt x="24401" y="9460"/>
                  <a:pt x="25705" y="8122"/>
                </a:cubicBezTo>
                <a:cubicBezTo>
                  <a:pt x="26978" y="6883"/>
                  <a:pt x="28641" y="6100"/>
                  <a:pt x="30500" y="6100"/>
                </a:cubicBezTo>
                <a:cubicBezTo>
                  <a:pt x="38634" y="6154"/>
                  <a:pt x="46774" y="6172"/>
                  <a:pt x="54918" y="6172"/>
                </a:cubicBezTo>
                <a:cubicBezTo>
                  <a:pt x="71206" y="6172"/>
                  <a:pt x="87509" y="6100"/>
                  <a:pt x="103797" y="6100"/>
                </a:cubicBezTo>
                <a:close/>
                <a:moveTo>
                  <a:pt x="88466" y="145680"/>
                </a:moveTo>
                <a:cubicBezTo>
                  <a:pt x="86770" y="145680"/>
                  <a:pt x="85400" y="147050"/>
                  <a:pt x="85400" y="148747"/>
                </a:cubicBezTo>
                <a:cubicBezTo>
                  <a:pt x="85400" y="150410"/>
                  <a:pt x="86770" y="151780"/>
                  <a:pt x="88466" y="151780"/>
                </a:cubicBezTo>
                <a:lnTo>
                  <a:pt x="99133" y="151780"/>
                </a:lnTo>
                <a:cubicBezTo>
                  <a:pt x="100829" y="151780"/>
                  <a:pt x="102199" y="150410"/>
                  <a:pt x="102199" y="148747"/>
                </a:cubicBezTo>
                <a:cubicBezTo>
                  <a:pt x="102199" y="147050"/>
                  <a:pt x="100829" y="145680"/>
                  <a:pt x="99133" y="145680"/>
                </a:cubicBezTo>
                <a:close/>
                <a:moveTo>
                  <a:pt x="181465" y="140689"/>
                </a:moveTo>
                <a:lnTo>
                  <a:pt x="181465" y="146789"/>
                </a:lnTo>
                <a:cubicBezTo>
                  <a:pt x="181465" y="149529"/>
                  <a:pt x="180356" y="152009"/>
                  <a:pt x="178562" y="153835"/>
                </a:cubicBezTo>
                <a:cubicBezTo>
                  <a:pt x="176735" y="155629"/>
                  <a:pt x="174256" y="156738"/>
                  <a:pt x="171516" y="156738"/>
                </a:cubicBezTo>
                <a:lnTo>
                  <a:pt x="16050" y="156738"/>
                </a:lnTo>
                <a:cubicBezTo>
                  <a:pt x="13342" y="156738"/>
                  <a:pt x="10863" y="155629"/>
                  <a:pt x="9037" y="153835"/>
                </a:cubicBezTo>
                <a:cubicBezTo>
                  <a:pt x="7243" y="152009"/>
                  <a:pt x="6101" y="149529"/>
                  <a:pt x="6101" y="146789"/>
                </a:cubicBezTo>
                <a:lnTo>
                  <a:pt x="6101" y="140689"/>
                </a:lnTo>
                <a:close/>
                <a:moveTo>
                  <a:pt x="111365" y="162871"/>
                </a:moveTo>
                <a:lnTo>
                  <a:pt x="116584" y="187825"/>
                </a:lnTo>
                <a:lnTo>
                  <a:pt x="100731" y="187825"/>
                </a:lnTo>
                <a:cubicBezTo>
                  <a:pt x="99035" y="187825"/>
                  <a:pt x="97665" y="189195"/>
                  <a:pt x="97665" y="190891"/>
                </a:cubicBezTo>
                <a:cubicBezTo>
                  <a:pt x="97665" y="192588"/>
                  <a:pt x="99035" y="193925"/>
                  <a:pt x="100731" y="193925"/>
                </a:cubicBezTo>
                <a:lnTo>
                  <a:pt x="126501" y="193925"/>
                </a:lnTo>
                <a:cubicBezTo>
                  <a:pt x="127675" y="193925"/>
                  <a:pt x="128784" y="194447"/>
                  <a:pt x="129567" y="195230"/>
                </a:cubicBezTo>
                <a:cubicBezTo>
                  <a:pt x="130350" y="196013"/>
                  <a:pt x="130839" y="197089"/>
                  <a:pt x="130839" y="198296"/>
                </a:cubicBezTo>
                <a:cubicBezTo>
                  <a:pt x="130839" y="199503"/>
                  <a:pt x="130350" y="200580"/>
                  <a:pt x="129567" y="201362"/>
                </a:cubicBezTo>
                <a:cubicBezTo>
                  <a:pt x="128784" y="202178"/>
                  <a:pt x="127675" y="202667"/>
                  <a:pt x="126501" y="202667"/>
                </a:cubicBezTo>
                <a:lnTo>
                  <a:pt x="61098" y="202667"/>
                </a:lnTo>
                <a:cubicBezTo>
                  <a:pt x="59891" y="202667"/>
                  <a:pt x="58814" y="202178"/>
                  <a:pt x="58032" y="201362"/>
                </a:cubicBezTo>
                <a:cubicBezTo>
                  <a:pt x="57249" y="200580"/>
                  <a:pt x="56727" y="199503"/>
                  <a:pt x="56727" y="198296"/>
                </a:cubicBezTo>
                <a:cubicBezTo>
                  <a:pt x="56727" y="197089"/>
                  <a:pt x="57249" y="196013"/>
                  <a:pt x="58032" y="195230"/>
                </a:cubicBezTo>
                <a:cubicBezTo>
                  <a:pt x="58814" y="194447"/>
                  <a:pt x="59891" y="193925"/>
                  <a:pt x="61098" y="193925"/>
                </a:cubicBezTo>
                <a:lnTo>
                  <a:pt x="86867" y="193925"/>
                </a:lnTo>
                <a:cubicBezTo>
                  <a:pt x="88564" y="193925"/>
                  <a:pt x="89934" y="192588"/>
                  <a:pt x="89934" y="190891"/>
                </a:cubicBezTo>
                <a:cubicBezTo>
                  <a:pt x="89934" y="189195"/>
                  <a:pt x="88564" y="187825"/>
                  <a:pt x="86867" y="187825"/>
                </a:cubicBezTo>
                <a:lnTo>
                  <a:pt x="71014" y="187825"/>
                </a:lnTo>
                <a:lnTo>
                  <a:pt x="76233" y="162871"/>
                </a:lnTo>
                <a:close/>
                <a:moveTo>
                  <a:pt x="30533" y="0"/>
                </a:moveTo>
                <a:cubicBezTo>
                  <a:pt x="26945" y="0"/>
                  <a:pt x="23716" y="1468"/>
                  <a:pt x="21400" y="3849"/>
                </a:cubicBezTo>
                <a:cubicBezTo>
                  <a:pt x="18986" y="6263"/>
                  <a:pt x="17550" y="9655"/>
                  <a:pt x="17550" y="13081"/>
                </a:cubicBezTo>
                <a:lnTo>
                  <a:pt x="17550" y="36273"/>
                </a:lnTo>
                <a:lnTo>
                  <a:pt x="16050" y="36273"/>
                </a:lnTo>
                <a:cubicBezTo>
                  <a:pt x="11646" y="36273"/>
                  <a:pt x="7634" y="38100"/>
                  <a:pt x="4698" y="41003"/>
                </a:cubicBezTo>
                <a:cubicBezTo>
                  <a:pt x="1795" y="43906"/>
                  <a:pt x="1" y="47951"/>
                  <a:pt x="1" y="52355"/>
                </a:cubicBezTo>
                <a:lnTo>
                  <a:pt x="1" y="146789"/>
                </a:lnTo>
                <a:cubicBezTo>
                  <a:pt x="1" y="151226"/>
                  <a:pt x="1795" y="155238"/>
                  <a:pt x="4698" y="158141"/>
                </a:cubicBezTo>
                <a:cubicBezTo>
                  <a:pt x="7634" y="161077"/>
                  <a:pt x="11646" y="162871"/>
                  <a:pt x="16050" y="162871"/>
                </a:cubicBezTo>
                <a:lnTo>
                  <a:pt x="70003" y="162871"/>
                </a:lnTo>
                <a:lnTo>
                  <a:pt x="64784" y="187825"/>
                </a:lnTo>
                <a:lnTo>
                  <a:pt x="61098" y="187825"/>
                </a:lnTo>
                <a:cubicBezTo>
                  <a:pt x="58227" y="187825"/>
                  <a:pt x="55585" y="188999"/>
                  <a:pt x="53693" y="190891"/>
                </a:cubicBezTo>
                <a:cubicBezTo>
                  <a:pt x="51801" y="192783"/>
                  <a:pt x="50627" y="195426"/>
                  <a:pt x="50627" y="198296"/>
                </a:cubicBezTo>
                <a:cubicBezTo>
                  <a:pt x="50627" y="201199"/>
                  <a:pt x="51801" y="203809"/>
                  <a:pt x="53693" y="205701"/>
                </a:cubicBezTo>
                <a:cubicBezTo>
                  <a:pt x="55585" y="207593"/>
                  <a:pt x="58227" y="208767"/>
                  <a:pt x="61098" y="208767"/>
                </a:cubicBezTo>
                <a:lnTo>
                  <a:pt x="126501" y="208767"/>
                </a:lnTo>
                <a:cubicBezTo>
                  <a:pt x="129371" y="208767"/>
                  <a:pt x="131981" y="207593"/>
                  <a:pt x="133873" y="205701"/>
                </a:cubicBezTo>
                <a:cubicBezTo>
                  <a:pt x="135797" y="203809"/>
                  <a:pt x="136971" y="201199"/>
                  <a:pt x="136971" y="198296"/>
                </a:cubicBezTo>
                <a:cubicBezTo>
                  <a:pt x="136971" y="195426"/>
                  <a:pt x="135797" y="192783"/>
                  <a:pt x="133873" y="190891"/>
                </a:cubicBezTo>
                <a:cubicBezTo>
                  <a:pt x="131981" y="188999"/>
                  <a:pt x="129371" y="187825"/>
                  <a:pt x="126501" y="187825"/>
                </a:cubicBezTo>
                <a:lnTo>
                  <a:pt x="122814" y="187825"/>
                </a:lnTo>
                <a:lnTo>
                  <a:pt x="117595" y="162871"/>
                </a:lnTo>
                <a:lnTo>
                  <a:pt x="171516" y="162871"/>
                </a:lnTo>
                <a:cubicBezTo>
                  <a:pt x="175952" y="162871"/>
                  <a:pt x="179964" y="161077"/>
                  <a:pt x="182868" y="158141"/>
                </a:cubicBezTo>
                <a:cubicBezTo>
                  <a:pt x="185771" y="155238"/>
                  <a:pt x="187597" y="151226"/>
                  <a:pt x="187597" y="146789"/>
                </a:cubicBezTo>
                <a:lnTo>
                  <a:pt x="187597" y="95185"/>
                </a:lnTo>
                <a:cubicBezTo>
                  <a:pt x="187597" y="93489"/>
                  <a:pt x="186227" y="92118"/>
                  <a:pt x="184531" y="92118"/>
                </a:cubicBezTo>
                <a:cubicBezTo>
                  <a:pt x="182835" y="92118"/>
                  <a:pt x="181465" y="93489"/>
                  <a:pt x="181465" y="95185"/>
                </a:cubicBezTo>
                <a:lnTo>
                  <a:pt x="181465" y="134590"/>
                </a:lnTo>
                <a:lnTo>
                  <a:pt x="107907" y="134590"/>
                </a:lnTo>
                <a:lnTo>
                  <a:pt x="107907" y="42406"/>
                </a:lnTo>
                <a:lnTo>
                  <a:pt x="171516" y="42406"/>
                </a:lnTo>
                <a:cubicBezTo>
                  <a:pt x="174256" y="42406"/>
                  <a:pt x="176735" y="43515"/>
                  <a:pt x="178562" y="45342"/>
                </a:cubicBezTo>
                <a:cubicBezTo>
                  <a:pt x="180356" y="47136"/>
                  <a:pt x="181465" y="49615"/>
                  <a:pt x="181465" y="52355"/>
                </a:cubicBezTo>
                <a:lnTo>
                  <a:pt x="181465" y="81321"/>
                </a:lnTo>
                <a:cubicBezTo>
                  <a:pt x="181465" y="83018"/>
                  <a:pt x="182835" y="84388"/>
                  <a:pt x="184531" y="84388"/>
                </a:cubicBezTo>
                <a:cubicBezTo>
                  <a:pt x="186227" y="84388"/>
                  <a:pt x="187597" y="83018"/>
                  <a:pt x="187597" y="81321"/>
                </a:cubicBezTo>
                <a:lnTo>
                  <a:pt x="187597" y="52355"/>
                </a:lnTo>
                <a:cubicBezTo>
                  <a:pt x="187597" y="47951"/>
                  <a:pt x="185771" y="43906"/>
                  <a:pt x="182868" y="41003"/>
                </a:cubicBezTo>
                <a:cubicBezTo>
                  <a:pt x="179964" y="38100"/>
                  <a:pt x="175952" y="36273"/>
                  <a:pt x="171516" y="36273"/>
                </a:cubicBezTo>
                <a:lnTo>
                  <a:pt x="107907" y="36273"/>
                </a:lnTo>
                <a:lnTo>
                  <a:pt x="107907" y="27433"/>
                </a:lnTo>
                <a:lnTo>
                  <a:pt x="122847" y="27433"/>
                </a:lnTo>
                <a:cubicBezTo>
                  <a:pt x="124315" y="27433"/>
                  <a:pt x="125522" y="27042"/>
                  <a:pt x="126501" y="26096"/>
                </a:cubicBezTo>
                <a:cubicBezTo>
                  <a:pt x="127479" y="25183"/>
                  <a:pt x="127968" y="23943"/>
                  <a:pt x="127968" y="22312"/>
                </a:cubicBezTo>
                <a:lnTo>
                  <a:pt x="127968" y="13081"/>
                </a:lnTo>
                <a:cubicBezTo>
                  <a:pt x="127968" y="9460"/>
                  <a:pt x="126501" y="6198"/>
                  <a:pt x="124119" y="3817"/>
                </a:cubicBezTo>
                <a:cubicBezTo>
                  <a:pt x="121510" y="1207"/>
                  <a:pt x="117987" y="0"/>
                  <a:pt x="114301" y="0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775EF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12"/>
          <p:cNvSpPr/>
          <p:nvPr/>
        </p:nvSpPr>
        <p:spPr>
          <a:xfrm>
            <a:off x="4215125" y="2118638"/>
            <a:ext cx="713835" cy="652169"/>
          </a:xfrm>
          <a:custGeom>
            <a:rect b="b" l="l" r="r" t="t"/>
            <a:pathLst>
              <a:path extrusionOk="0" h="207532" w="227155">
                <a:moveTo>
                  <a:pt x="208130" y="6640"/>
                </a:moveTo>
                <a:cubicBezTo>
                  <a:pt x="211537" y="6640"/>
                  <a:pt x="214625" y="8024"/>
                  <a:pt x="216861" y="10260"/>
                </a:cubicBezTo>
                <a:cubicBezTo>
                  <a:pt x="219133" y="12496"/>
                  <a:pt x="220517" y="15584"/>
                  <a:pt x="220517" y="19027"/>
                </a:cubicBezTo>
                <a:lnTo>
                  <a:pt x="220517" y="33366"/>
                </a:lnTo>
                <a:lnTo>
                  <a:pt x="195743" y="33366"/>
                </a:lnTo>
                <a:lnTo>
                  <a:pt x="195743" y="19027"/>
                </a:lnTo>
                <a:cubicBezTo>
                  <a:pt x="195743" y="15584"/>
                  <a:pt x="197127" y="12496"/>
                  <a:pt x="199363" y="10260"/>
                </a:cubicBezTo>
                <a:cubicBezTo>
                  <a:pt x="201599" y="8024"/>
                  <a:pt x="204723" y="6640"/>
                  <a:pt x="208130" y="6640"/>
                </a:cubicBezTo>
                <a:close/>
                <a:moveTo>
                  <a:pt x="156310" y="38122"/>
                </a:moveTo>
                <a:cubicBezTo>
                  <a:pt x="158263" y="38122"/>
                  <a:pt x="159966" y="38832"/>
                  <a:pt x="161208" y="39897"/>
                </a:cubicBezTo>
                <a:cubicBezTo>
                  <a:pt x="162344" y="40891"/>
                  <a:pt x="163054" y="42239"/>
                  <a:pt x="163054" y="43659"/>
                </a:cubicBezTo>
                <a:cubicBezTo>
                  <a:pt x="163054" y="45079"/>
                  <a:pt x="162344" y="46428"/>
                  <a:pt x="161208" y="47421"/>
                </a:cubicBezTo>
                <a:cubicBezTo>
                  <a:pt x="159966" y="48486"/>
                  <a:pt x="158263" y="49196"/>
                  <a:pt x="156310" y="49196"/>
                </a:cubicBezTo>
                <a:lnTo>
                  <a:pt x="139345" y="49196"/>
                </a:lnTo>
                <a:lnTo>
                  <a:pt x="139345" y="38122"/>
                </a:lnTo>
                <a:close/>
                <a:moveTo>
                  <a:pt x="18492" y="40252"/>
                </a:moveTo>
                <a:cubicBezTo>
                  <a:pt x="16646" y="40252"/>
                  <a:pt x="15155" y="41743"/>
                  <a:pt x="15155" y="43588"/>
                </a:cubicBezTo>
                <a:lnTo>
                  <a:pt x="15155" y="60447"/>
                </a:lnTo>
                <a:cubicBezTo>
                  <a:pt x="15155" y="62257"/>
                  <a:pt x="16646" y="63748"/>
                  <a:pt x="18492" y="63748"/>
                </a:cubicBezTo>
                <a:lnTo>
                  <a:pt x="45928" y="63748"/>
                </a:lnTo>
                <a:cubicBezTo>
                  <a:pt x="47738" y="63748"/>
                  <a:pt x="49264" y="62257"/>
                  <a:pt x="49264" y="60447"/>
                </a:cubicBezTo>
                <a:cubicBezTo>
                  <a:pt x="49264" y="58602"/>
                  <a:pt x="47738" y="57111"/>
                  <a:pt x="45928" y="57111"/>
                </a:cubicBezTo>
                <a:lnTo>
                  <a:pt x="21793" y="57111"/>
                </a:lnTo>
                <a:lnTo>
                  <a:pt x="21793" y="46889"/>
                </a:lnTo>
                <a:lnTo>
                  <a:pt x="85112" y="46889"/>
                </a:lnTo>
                <a:lnTo>
                  <a:pt x="85112" y="57111"/>
                </a:lnTo>
                <a:lnTo>
                  <a:pt x="61012" y="57111"/>
                </a:lnTo>
                <a:cubicBezTo>
                  <a:pt x="59131" y="57111"/>
                  <a:pt x="57676" y="58602"/>
                  <a:pt x="57676" y="60447"/>
                </a:cubicBezTo>
                <a:cubicBezTo>
                  <a:pt x="57676" y="62257"/>
                  <a:pt x="59131" y="63748"/>
                  <a:pt x="61012" y="63748"/>
                </a:cubicBezTo>
                <a:lnTo>
                  <a:pt x="88413" y="63748"/>
                </a:lnTo>
                <a:cubicBezTo>
                  <a:pt x="90258" y="63748"/>
                  <a:pt x="91749" y="62257"/>
                  <a:pt x="91749" y="60447"/>
                </a:cubicBezTo>
                <a:lnTo>
                  <a:pt x="91749" y="43588"/>
                </a:lnTo>
                <a:cubicBezTo>
                  <a:pt x="91749" y="41743"/>
                  <a:pt x="90258" y="40252"/>
                  <a:pt x="88413" y="40252"/>
                </a:cubicBezTo>
                <a:close/>
                <a:moveTo>
                  <a:pt x="156310" y="55833"/>
                </a:moveTo>
                <a:cubicBezTo>
                  <a:pt x="158263" y="55833"/>
                  <a:pt x="159966" y="56508"/>
                  <a:pt x="161208" y="57608"/>
                </a:cubicBezTo>
                <a:cubicBezTo>
                  <a:pt x="162344" y="58602"/>
                  <a:pt x="163054" y="59915"/>
                  <a:pt x="163054" y="61370"/>
                </a:cubicBezTo>
                <a:cubicBezTo>
                  <a:pt x="163054" y="62790"/>
                  <a:pt x="162344" y="64103"/>
                  <a:pt x="161208" y="65097"/>
                </a:cubicBezTo>
                <a:cubicBezTo>
                  <a:pt x="159966" y="66197"/>
                  <a:pt x="158263" y="66872"/>
                  <a:pt x="156310" y="66872"/>
                </a:cubicBezTo>
                <a:lnTo>
                  <a:pt x="139345" y="66872"/>
                </a:lnTo>
                <a:lnTo>
                  <a:pt x="139345" y="55833"/>
                </a:lnTo>
                <a:close/>
                <a:moveTo>
                  <a:pt x="143533" y="25096"/>
                </a:moveTo>
                <a:cubicBezTo>
                  <a:pt x="141723" y="25096"/>
                  <a:pt x="140232" y="26587"/>
                  <a:pt x="140232" y="28433"/>
                </a:cubicBezTo>
                <a:lnTo>
                  <a:pt x="140232" y="31485"/>
                </a:lnTo>
                <a:lnTo>
                  <a:pt x="129620" y="31485"/>
                </a:lnTo>
                <a:cubicBezTo>
                  <a:pt x="127774" y="31485"/>
                  <a:pt x="126319" y="32976"/>
                  <a:pt x="126319" y="34821"/>
                </a:cubicBezTo>
                <a:cubicBezTo>
                  <a:pt x="126319" y="36667"/>
                  <a:pt x="127774" y="38122"/>
                  <a:pt x="129620" y="38122"/>
                </a:cubicBezTo>
                <a:lnTo>
                  <a:pt x="132672" y="38122"/>
                </a:lnTo>
                <a:lnTo>
                  <a:pt x="132672" y="66872"/>
                </a:lnTo>
                <a:lnTo>
                  <a:pt x="129620" y="66872"/>
                </a:lnTo>
                <a:cubicBezTo>
                  <a:pt x="127774" y="66872"/>
                  <a:pt x="126319" y="68362"/>
                  <a:pt x="126319" y="70208"/>
                </a:cubicBezTo>
                <a:cubicBezTo>
                  <a:pt x="126319" y="72018"/>
                  <a:pt x="127774" y="73544"/>
                  <a:pt x="129620" y="73544"/>
                </a:cubicBezTo>
                <a:lnTo>
                  <a:pt x="140232" y="73544"/>
                </a:lnTo>
                <a:lnTo>
                  <a:pt x="140232" y="76597"/>
                </a:lnTo>
                <a:cubicBezTo>
                  <a:pt x="140232" y="78407"/>
                  <a:pt x="141723" y="79897"/>
                  <a:pt x="143533" y="79897"/>
                </a:cubicBezTo>
                <a:cubicBezTo>
                  <a:pt x="145379" y="79897"/>
                  <a:pt x="146869" y="78407"/>
                  <a:pt x="146869" y="76597"/>
                </a:cubicBezTo>
                <a:lnTo>
                  <a:pt x="146869" y="73544"/>
                </a:lnTo>
                <a:lnTo>
                  <a:pt x="152974" y="73544"/>
                </a:lnTo>
                <a:lnTo>
                  <a:pt x="152974" y="76597"/>
                </a:lnTo>
                <a:cubicBezTo>
                  <a:pt x="152974" y="78407"/>
                  <a:pt x="154465" y="79897"/>
                  <a:pt x="156310" y="79897"/>
                </a:cubicBezTo>
                <a:cubicBezTo>
                  <a:pt x="158156" y="79897"/>
                  <a:pt x="159647" y="78407"/>
                  <a:pt x="159647" y="76597"/>
                </a:cubicBezTo>
                <a:lnTo>
                  <a:pt x="159647" y="73154"/>
                </a:lnTo>
                <a:cubicBezTo>
                  <a:pt x="161918" y="72621"/>
                  <a:pt x="163977" y="71557"/>
                  <a:pt x="165610" y="70101"/>
                </a:cubicBezTo>
                <a:cubicBezTo>
                  <a:pt x="168130" y="67865"/>
                  <a:pt x="169691" y="64777"/>
                  <a:pt x="169691" y="61370"/>
                </a:cubicBezTo>
                <a:cubicBezTo>
                  <a:pt x="169691" y="57856"/>
                  <a:pt x="168094" y="54768"/>
                  <a:pt x="165503" y="52497"/>
                </a:cubicBezTo>
                <a:cubicBezTo>
                  <a:pt x="168094" y="50225"/>
                  <a:pt x="169691" y="47137"/>
                  <a:pt x="169691" y="43659"/>
                </a:cubicBezTo>
                <a:cubicBezTo>
                  <a:pt x="169691" y="40216"/>
                  <a:pt x="168130" y="37128"/>
                  <a:pt x="165610" y="34928"/>
                </a:cubicBezTo>
                <a:cubicBezTo>
                  <a:pt x="163977" y="33473"/>
                  <a:pt x="161918" y="32408"/>
                  <a:pt x="159647" y="31876"/>
                </a:cubicBezTo>
                <a:lnTo>
                  <a:pt x="159647" y="28433"/>
                </a:lnTo>
                <a:cubicBezTo>
                  <a:pt x="159647" y="26587"/>
                  <a:pt x="158156" y="25096"/>
                  <a:pt x="156310" y="25096"/>
                </a:cubicBezTo>
                <a:cubicBezTo>
                  <a:pt x="154465" y="25096"/>
                  <a:pt x="152974" y="26587"/>
                  <a:pt x="152974" y="28433"/>
                </a:cubicBezTo>
                <a:lnTo>
                  <a:pt x="152974" y="31485"/>
                </a:lnTo>
                <a:lnTo>
                  <a:pt x="146869" y="31485"/>
                </a:lnTo>
                <a:lnTo>
                  <a:pt x="146869" y="28433"/>
                </a:lnTo>
                <a:cubicBezTo>
                  <a:pt x="146869" y="26587"/>
                  <a:pt x="145379" y="25096"/>
                  <a:pt x="143533" y="25096"/>
                </a:cubicBezTo>
                <a:close/>
                <a:moveTo>
                  <a:pt x="30240" y="88451"/>
                </a:moveTo>
                <a:cubicBezTo>
                  <a:pt x="28394" y="88451"/>
                  <a:pt x="26904" y="89942"/>
                  <a:pt x="26904" y="91788"/>
                </a:cubicBezTo>
                <a:cubicBezTo>
                  <a:pt x="26904" y="93598"/>
                  <a:pt x="28394" y="95124"/>
                  <a:pt x="30240" y="95124"/>
                </a:cubicBezTo>
                <a:lnTo>
                  <a:pt x="41669" y="95124"/>
                </a:lnTo>
                <a:cubicBezTo>
                  <a:pt x="43514" y="95124"/>
                  <a:pt x="45005" y="93598"/>
                  <a:pt x="45005" y="91788"/>
                </a:cubicBezTo>
                <a:cubicBezTo>
                  <a:pt x="45005" y="89942"/>
                  <a:pt x="43514" y="88451"/>
                  <a:pt x="41669" y="88451"/>
                </a:cubicBezTo>
                <a:close/>
                <a:moveTo>
                  <a:pt x="65236" y="88451"/>
                </a:moveTo>
                <a:cubicBezTo>
                  <a:pt x="63390" y="88451"/>
                  <a:pt x="61900" y="89942"/>
                  <a:pt x="61900" y="91788"/>
                </a:cubicBezTo>
                <a:cubicBezTo>
                  <a:pt x="61900" y="93598"/>
                  <a:pt x="63390" y="95124"/>
                  <a:pt x="65236" y="95124"/>
                </a:cubicBezTo>
                <a:lnTo>
                  <a:pt x="76665" y="95124"/>
                </a:lnTo>
                <a:cubicBezTo>
                  <a:pt x="78510" y="95124"/>
                  <a:pt x="80001" y="93598"/>
                  <a:pt x="80001" y="91788"/>
                </a:cubicBezTo>
                <a:cubicBezTo>
                  <a:pt x="80001" y="89942"/>
                  <a:pt x="78510" y="88451"/>
                  <a:pt x="76665" y="88451"/>
                </a:cubicBezTo>
                <a:close/>
                <a:moveTo>
                  <a:pt x="50116" y="78904"/>
                </a:moveTo>
                <a:lnTo>
                  <a:pt x="50116" y="104636"/>
                </a:lnTo>
                <a:lnTo>
                  <a:pt x="21793" y="104636"/>
                </a:lnTo>
                <a:lnTo>
                  <a:pt x="21793" y="78904"/>
                </a:lnTo>
                <a:close/>
                <a:moveTo>
                  <a:pt x="85112" y="78904"/>
                </a:moveTo>
                <a:lnTo>
                  <a:pt x="85112" y="104636"/>
                </a:lnTo>
                <a:lnTo>
                  <a:pt x="56789" y="104636"/>
                </a:lnTo>
                <a:lnTo>
                  <a:pt x="56789" y="78904"/>
                </a:lnTo>
                <a:close/>
                <a:moveTo>
                  <a:pt x="159043" y="97999"/>
                </a:moveTo>
                <a:lnTo>
                  <a:pt x="159043" y="106553"/>
                </a:lnTo>
                <a:lnTo>
                  <a:pt x="124118" y="106553"/>
                </a:lnTo>
                <a:lnTo>
                  <a:pt x="124118" y="97999"/>
                </a:lnTo>
                <a:close/>
                <a:moveTo>
                  <a:pt x="171963" y="113225"/>
                </a:moveTo>
                <a:lnTo>
                  <a:pt x="171963" y="121779"/>
                </a:lnTo>
                <a:lnTo>
                  <a:pt x="137073" y="121779"/>
                </a:lnTo>
                <a:lnTo>
                  <a:pt x="137073" y="113225"/>
                </a:lnTo>
                <a:close/>
                <a:moveTo>
                  <a:pt x="30240" y="120856"/>
                </a:moveTo>
                <a:cubicBezTo>
                  <a:pt x="28394" y="120856"/>
                  <a:pt x="26904" y="122347"/>
                  <a:pt x="26904" y="124193"/>
                </a:cubicBezTo>
                <a:cubicBezTo>
                  <a:pt x="26904" y="126003"/>
                  <a:pt x="28394" y="127493"/>
                  <a:pt x="30240" y="127493"/>
                </a:cubicBezTo>
                <a:lnTo>
                  <a:pt x="41669" y="127493"/>
                </a:lnTo>
                <a:cubicBezTo>
                  <a:pt x="43514" y="127493"/>
                  <a:pt x="45005" y="126003"/>
                  <a:pt x="45005" y="124193"/>
                </a:cubicBezTo>
                <a:cubicBezTo>
                  <a:pt x="45005" y="122347"/>
                  <a:pt x="43514" y="120856"/>
                  <a:pt x="41669" y="120856"/>
                </a:cubicBezTo>
                <a:close/>
                <a:moveTo>
                  <a:pt x="65236" y="120856"/>
                </a:moveTo>
                <a:cubicBezTo>
                  <a:pt x="63390" y="120856"/>
                  <a:pt x="61900" y="122347"/>
                  <a:pt x="61900" y="124193"/>
                </a:cubicBezTo>
                <a:cubicBezTo>
                  <a:pt x="61900" y="126003"/>
                  <a:pt x="63390" y="127493"/>
                  <a:pt x="65236" y="127493"/>
                </a:cubicBezTo>
                <a:lnTo>
                  <a:pt x="76665" y="127493"/>
                </a:lnTo>
                <a:cubicBezTo>
                  <a:pt x="78510" y="127493"/>
                  <a:pt x="80001" y="126003"/>
                  <a:pt x="80001" y="124193"/>
                </a:cubicBezTo>
                <a:cubicBezTo>
                  <a:pt x="80001" y="122347"/>
                  <a:pt x="78510" y="120856"/>
                  <a:pt x="76665" y="120856"/>
                </a:cubicBezTo>
                <a:close/>
                <a:moveTo>
                  <a:pt x="159043" y="128452"/>
                </a:moveTo>
                <a:lnTo>
                  <a:pt x="159043" y="136970"/>
                </a:lnTo>
                <a:lnTo>
                  <a:pt x="124118" y="136970"/>
                </a:lnTo>
                <a:lnTo>
                  <a:pt x="124118" y="128452"/>
                </a:lnTo>
                <a:close/>
                <a:moveTo>
                  <a:pt x="50116" y="111309"/>
                </a:moveTo>
                <a:lnTo>
                  <a:pt x="50116" y="137076"/>
                </a:lnTo>
                <a:lnTo>
                  <a:pt x="21793" y="137076"/>
                </a:lnTo>
                <a:lnTo>
                  <a:pt x="21793" y="111309"/>
                </a:lnTo>
                <a:close/>
                <a:moveTo>
                  <a:pt x="85112" y="111309"/>
                </a:moveTo>
                <a:lnTo>
                  <a:pt x="85112" y="137076"/>
                </a:lnTo>
                <a:lnTo>
                  <a:pt x="56789" y="137076"/>
                </a:lnTo>
                <a:lnTo>
                  <a:pt x="56789" y="111309"/>
                </a:lnTo>
                <a:close/>
                <a:moveTo>
                  <a:pt x="18492" y="72231"/>
                </a:moveTo>
                <a:cubicBezTo>
                  <a:pt x="16646" y="72231"/>
                  <a:pt x="15155" y="73757"/>
                  <a:pt x="15155" y="75567"/>
                </a:cubicBezTo>
                <a:lnTo>
                  <a:pt x="15155" y="140377"/>
                </a:lnTo>
                <a:cubicBezTo>
                  <a:pt x="15155" y="142223"/>
                  <a:pt x="16646" y="143714"/>
                  <a:pt x="18492" y="143714"/>
                </a:cubicBezTo>
                <a:lnTo>
                  <a:pt x="88413" y="143714"/>
                </a:lnTo>
                <a:cubicBezTo>
                  <a:pt x="90258" y="143714"/>
                  <a:pt x="91749" y="142223"/>
                  <a:pt x="91749" y="140377"/>
                </a:cubicBezTo>
                <a:lnTo>
                  <a:pt x="91749" y="75567"/>
                </a:lnTo>
                <a:cubicBezTo>
                  <a:pt x="91749" y="73757"/>
                  <a:pt x="90258" y="72231"/>
                  <a:pt x="88413" y="72231"/>
                </a:cubicBezTo>
                <a:close/>
                <a:moveTo>
                  <a:pt x="100125" y="31769"/>
                </a:moveTo>
                <a:cubicBezTo>
                  <a:pt x="100196" y="31769"/>
                  <a:pt x="100232" y="31840"/>
                  <a:pt x="100232" y="31876"/>
                </a:cubicBezTo>
                <a:lnTo>
                  <a:pt x="100232" y="152090"/>
                </a:lnTo>
                <a:cubicBezTo>
                  <a:pt x="100232" y="152125"/>
                  <a:pt x="100196" y="152196"/>
                  <a:pt x="100125" y="152196"/>
                </a:cubicBezTo>
                <a:lnTo>
                  <a:pt x="6779" y="152196"/>
                </a:lnTo>
                <a:cubicBezTo>
                  <a:pt x="6708" y="152196"/>
                  <a:pt x="6637" y="152125"/>
                  <a:pt x="6637" y="152090"/>
                </a:cubicBezTo>
                <a:lnTo>
                  <a:pt x="6637" y="31876"/>
                </a:lnTo>
                <a:cubicBezTo>
                  <a:pt x="6637" y="31840"/>
                  <a:pt x="6708" y="31769"/>
                  <a:pt x="6779" y="31769"/>
                </a:cubicBezTo>
                <a:close/>
                <a:moveTo>
                  <a:pt x="159043" y="143643"/>
                </a:moveTo>
                <a:lnTo>
                  <a:pt x="159043" y="152196"/>
                </a:lnTo>
                <a:lnTo>
                  <a:pt x="124118" y="152196"/>
                </a:lnTo>
                <a:lnTo>
                  <a:pt x="124118" y="143643"/>
                </a:lnTo>
                <a:close/>
                <a:moveTo>
                  <a:pt x="120818" y="91362"/>
                </a:moveTo>
                <a:cubicBezTo>
                  <a:pt x="118972" y="91362"/>
                  <a:pt x="117481" y="92817"/>
                  <a:pt x="117481" y="94698"/>
                </a:cubicBezTo>
                <a:lnTo>
                  <a:pt x="117481" y="109889"/>
                </a:lnTo>
                <a:cubicBezTo>
                  <a:pt x="117481" y="111735"/>
                  <a:pt x="118972" y="113225"/>
                  <a:pt x="120818" y="113225"/>
                </a:cubicBezTo>
                <a:lnTo>
                  <a:pt x="130401" y="113225"/>
                </a:lnTo>
                <a:lnTo>
                  <a:pt x="130401" y="121779"/>
                </a:lnTo>
                <a:lnTo>
                  <a:pt x="120818" y="121779"/>
                </a:lnTo>
                <a:cubicBezTo>
                  <a:pt x="118972" y="121779"/>
                  <a:pt x="117481" y="123270"/>
                  <a:pt x="117481" y="125115"/>
                </a:cubicBezTo>
                <a:lnTo>
                  <a:pt x="117481" y="155533"/>
                </a:lnTo>
                <a:cubicBezTo>
                  <a:pt x="117481" y="157378"/>
                  <a:pt x="118972" y="158869"/>
                  <a:pt x="120818" y="158869"/>
                </a:cubicBezTo>
                <a:lnTo>
                  <a:pt x="162344" y="158869"/>
                </a:lnTo>
                <a:cubicBezTo>
                  <a:pt x="164190" y="158869"/>
                  <a:pt x="165681" y="157378"/>
                  <a:pt x="165681" y="155533"/>
                </a:cubicBezTo>
                <a:lnTo>
                  <a:pt x="165681" y="128452"/>
                </a:lnTo>
                <a:lnTo>
                  <a:pt x="175264" y="128452"/>
                </a:lnTo>
                <a:cubicBezTo>
                  <a:pt x="177109" y="128452"/>
                  <a:pt x="178600" y="126925"/>
                  <a:pt x="178600" y="125115"/>
                </a:cubicBezTo>
                <a:lnTo>
                  <a:pt x="178600" y="109889"/>
                </a:lnTo>
                <a:cubicBezTo>
                  <a:pt x="178600" y="108043"/>
                  <a:pt x="177109" y="106553"/>
                  <a:pt x="175264" y="106553"/>
                </a:cubicBezTo>
                <a:lnTo>
                  <a:pt x="165681" y="106553"/>
                </a:lnTo>
                <a:lnTo>
                  <a:pt x="165681" y="94698"/>
                </a:lnTo>
                <a:cubicBezTo>
                  <a:pt x="165681" y="92817"/>
                  <a:pt x="164190" y="91362"/>
                  <a:pt x="162344" y="91362"/>
                </a:cubicBezTo>
                <a:close/>
                <a:moveTo>
                  <a:pt x="86249" y="1"/>
                </a:moveTo>
                <a:cubicBezTo>
                  <a:pt x="82326" y="1"/>
                  <a:pt x="76902" y="1648"/>
                  <a:pt x="73044" y="5575"/>
                </a:cubicBezTo>
                <a:cubicBezTo>
                  <a:pt x="69318" y="9302"/>
                  <a:pt x="67436" y="14129"/>
                  <a:pt x="67436" y="19347"/>
                </a:cubicBezTo>
                <a:lnTo>
                  <a:pt x="67436" y="25096"/>
                </a:lnTo>
                <a:lnTo>
                  <a:pt x="6779" y="25096"/>
                </a:lnTo>
                <a:cubicBezTo>
                  <a:pt x="4898" y="25096"/>
                  <a:pt x="3230" y="25877"/>
                  <a:pt x="1988" y="27084"/>
                </a:cubicBezTo>
                <a:cubicBezTo>
                  <a:pt x="781" y="28326"/>
                  <a:pt x="0" y="30030"/>
                  <a:pt x="0" y="31876"/>
                </a:cubicBezTo>
                <a:lnTo>
                  <a:pt x="0" y="152090"/>
                </a:lnTo>
                <a:cubicBezTo>
                  <a:pt x="0" y="153936"/>
                  <a:pt x="781" y="155639"/>
                  <a:pt x="1988" y="156881"/>
                </a:cubicBezTo>
                <a:cubicBezTo>
                  <a:pt x="3230" y="158088"/>
                  <a:pt x="4898" y="158869"/>
                  <a:pt x="6779" y="158869"/>
                </a:cubicBezTo>
                <a:lnTo>
                  <a:pt x="67436" y="158869"/>
                </a:lnTo>
                <a:lnTo>
                  <a:pt x="67436" y="177325"/>
                </a:lnTo>
                <a:lnTo>
                  <a:pt x="39362" y="177325"/>
                </a:lnTo>
                <a:cubicBezTo>
                  <a:pt x="37516" y="177325"/>
                  <a:pt x="36025" y="178816"/>
                  <a:pt x="36025" y="180662"/>
                </a:cubicBezTo>
                <a:cubicBezTo>
                  <a:pt x="36025" y="183324"/>
                  <a:pt x="35990" y="186057"/>
                  <a:pt x="36025" y="188754"/>
                </a:cubicBezTo>
                <a:cubicBezTo>
                  <a:pt x="36096" y="193830"/>
                  <a:pt x="38226" y="198550"/>
                  <a:pt x="41633" y="201957"/>
                </a:cubicBezTo>
                <a:cubicBezTo>
                  <a:pt x="45493" y="205852"/>
                  <a:pt x="50919" y="207532"/>
                  <a:pt x="54842" y="207532"/>
                </a:cubicBezTo>
                <a:cubicBezTo>
                  <a:pt x="54924" y="207532"/>
                  <a:pt x="55005" y="207531"/>
                  <a:pt x="55085" y="207530"/>
                </a:cubicBezTo>
                <a:lnTo>
                  <a:pt x="176435" y="207530"/>
                </a:lnTo>
                <a:cubicBezTo>
                  <a:pt x="180694" y="207530"/>
                  <a:pt x="186621" y="205471"/>
                  <a:pt x="190171" y="201957"/>
                </a:cubicBezTo>
                <a:cubicBezTo>
                  <a:pt x="193578" y="198550"/>
                  <a:pt x="195743" y="193865"/>
                  <a:pt x="195743" y="188683"/>
                </a:cubicBezTo>
                <a:lnTo>
                  <a:pt x="195743" y="111309"/>
                </a:lnTo>
                <a:cubicBezTo>
                  <a:pt x="195743" y="109463"/>
                  <a:pt x="194252" y="107972"/>
                  <a:pt x="192407" y="107972"/>
                </a:cubicBezTo>
                <a:cubicBezTo>
                  <a:pt x="190597" y="107972"/>
                  <a:pt x="189070" y="109463"/>
                  <a:pt x="189070" y="111309"/>
                </a:cubicBezTo>
                <a:lnTo>
                  <a:pt x="189106" y="188683"/>
                </a:lnTo>
                <a:cubicBezTo>
                  <a:pt x="189106" y="192019"/>
                  <a:pt x="187686" y="195036"/>
                  <a:pt x="185486" y="197237"/>
                </a:cubicBezTo>
                <a:cubicBezTo>
                  <a:pt x="183250" y="199473"/>
                  <a:pt x="180197" y="200857"/>
                  <a:pt x="176861" y="200893"/>
                </a:cubicBezTo>
                <a:lnTo>
                  <a:pt x="176470" y="200893"/>
                </a:lnTo>
                <a:cubicBezTo>
                  <a:pt x="173134" y="200822"/>
                  <a:pt x="170153" y="199437"/>
                  <a:pt x="167952" y="197272"/>
                </a:cubicBezTo>
                <a:cubicBezTo>
                  <a:pt x="165716" y="195036"/>
                  <a:pt x="164332" y="191948"/>
                  <a:pt x="164332" y="188506"/>
                </a:cubicBezTo>
                <a:lnTo>
                  <a:pt x="164332" y="180946"/>
                </a:lnTo>
                <a:cubicBezTo>
                  <a:pt x="164332" y="178994"/>
                  <a:pt x="162948" y="177325"/>
                  <a:pt x="160996" y="177325"/>
                </a:cubicBezTo>
                <a:lnTo>
                  <a:pt x="127526" y="177325"/>
                </a:lnTo>
                <a:cubicBezTo>
                  <a:pt x="125716" y="177325"/>
                  <a:pt x="124225" y="178816"/>
                  <a:pt x="124225" y="180662"/>
                </a:cubicBezTo>
                <a:cubicBezTo>
                  <a:pt x="124225" y="182472"/>
                  <a:pt x="125716" y="183998"/>
                  <a:pt x="127526" y="183998"/>
                </a:cubicBezTo>
                <a:lnTo>
                  <a:pt x="157695" y="183998"/>
                </a:lnTo>
                <a:lnTo>
                  <a:pt x="157695" y="188506"/>
                </a:lnTo>
                <a:cubicBezTo>
                  <a:pt x="157695" y="193049"/>
                  <a:pt x="159292" y="197450"/>
                  <a:pt x="162273" y="200893"/>
                </a:cubicBezTo>
                <a:lnTo>
                  <a:pt x="55049" y="200893"/>
                </a:lnTo>
                <a:cubicBezTo>
                  <a:pt x="55021" y="200893"/>
                  <a:pt x="54990" y="200894"/>
                  <a:pt x="54959" y="200894"/>
                </a:cubicBezTo>
                <a:cubicBezTo>
                  <a:pt x="53507" y="200894"/>
                  <a:pt x="49097" y="200086"/>
                  <a:pt x="46318" y="197272"/>
                </a:cubicBezTo>
                <a:cubicBezTo>
                  <a:pt x="44082" y="195036"/>
                  <a:pt x="42698" y="191984"/>
                  <a:pt x="42662" y="188648"/>
                </a:cubicBezTo>
                <a:cubicBezTo>
                  <a:pt x="42662" y="187121"/>
                  <a:pt x="42662" y="185524"/>
                  <a:pt x="42662" y="183998"/>
                </a:cubicBezTo>
                <a:lnTo>
                  <a:pt x="112477" y="183998"/>
                </a:lnTo>
                <a:cubicBezTo>
                  <a:pt x="114287" y="183998"/>
                  <a:pt x="115778" y="182472"/>
                  <a:pt x="115778" y="180662"/>
                </a:cubicBezTo>
                <a:cubicBezTo>
                  <a:pt x="115778" y="178816"/>
                  <a:pt x="114322" y="177325"/>
                  <a:pt x="112477" y="177325"/>
                </a:cubicBezTo>
                <a:lnTo>
                  <a:pt x="74074" y="177325"/>
                </a:lnTo>
                <a:lnTo>
                  <a:pt x="74074" y="158869"/>
                </a:lnTo>
                <a:lnTo>
                  <a:pt x="100125" y="158869"/>
                </a:lnTo>
                <a:cubicBezTo>
                  <a:pt x="102006" y="158869"/>
                  <a:pt x="103675" y="158088"/>
                  <a:pt x="104917" y="156881"/>
                </a:cubicBezTo>
                <a:cubicBezTo>
                  <a:pt x="106159" y="155639"/>
                  <a:pt x="106904" y="153936"/>
                  <a:pt x="106904" y="152090"/>
                </a:cubicBezTo>
                <a:lnTo>
                  <a:pt x="106904" y="31876"/>
                </a:lnTo>
                <a:cubicBezTo>
                  <a:pt x="106904" y="30030"/>
                  <a:pt x="106159" y="28326"/>
                  <a:pt x="104917" y="27084"/>
                </a:cubicBezTo>
                <a:cubicBezTo>
                  <a:pt x="103675" y="25877"/>
                  <a:pt x="102006" y="25096"/>
                  <a:pt x="100125" y="25096"/>
                </a:cubicBezTo>
                <a:lnTo>
                  <a:pt x="74074" y="25096"/>
                </a:lnTo>
                <a:lnTo>
                  <a:pt x="74074" y="19063"/>
                </a:lnTo>
                <a:cubicBezTo>
                  <a:pt x="74074" y="16365"/>
                  <a:pt x="74961" y="13029"/>
                  <a:pt x="77729" y="10260"/>
                </a:cubicBezTo>
                <a:cubicBezTo>
                  <a:pt x="80569" y="7385"/>
                  <a:pt x="85112" y="6605"/>
                  <a:pt x="86461" y="6605"/>
                </a:cubicBezTo>
                <a:lnTo>
                  <a:pt x="193684" y="6605"/>
                </a:lnTo>
                <a:cubicBezTo>
                  <a:pt x="190810" y="9941"/>
                  <a:pt x="189070" y="14271"/>
                  <a:pt x="189070" y="19027"/>
                </a:cubicBezTo>
                <a:lnTo>
                  <a:pt x="189070" y="96224"/>
                </a:lnTo>
                <a:cubicBezTo>
                  <a:pt x="189070" y="98070"/>
                  <a:pt x="190597" y="99560"/>
                  <a:pt x="192407" y="99560"/>
                </a:cubicBezTo>
                <a:cubicBezTo>
                  <a:pt x="194252" y="99560"/>
                  <a:pt x="195743" y="98070"/>
                  <a:pt x="195743" y="96224"/>
                </a:cubicBezTo>
                <a:lnTo>
                  <a:pt x="195743" y="40003"/>
                </a:lnTo>
                <a:lnTo>
                  <a:pt x="223818" y="40003"/>
                </a:lnTo>
                <a:cubicBezTo>
                  <a:pt x="225663" y="40003"/>
                  <a:pt x="227154" y="38513"/>
                  <a:pt x="227154" y="36703"/>
                </a:cubicBezTo>
                <a:lnTo>
                  <a:pt x="227154" y="19027"/>
                </a:lnTo>
                <a:cubicBezTo>
                  <a:pt x="227154" y="13774"/>
                  <a:pt x="225025" y="8983"/>
                  <a:pt x="221582" y="5575"/>
                </a:cubicBezTo>
                <a:cubicBezTo>
                  <a:pt x="217820" y="1813"/>
                  <a:pt x="212744" y="3"/>
                  <a:pt x="207420" y="3"/>
                </a:cubicBezTo>
                <a:lnTo>
                  <a:pt x="86496" y="3"/>
                </a:lnTo>
                <a:cubicBezTo>
                  <a:pt x="86414" y="1"/>
                  <a:pt x="86332" y="1"/>
                  <a:pt x="86249" y="1"/>
                </a:cubicBezTo>
                <a:close/>
              </a:path>
            </a:pathLst>
          </a:custGeom>
          <a:solidFill>
            <a:srgbClr val="775EF5"/>
          </a:solidFill>
          <a:ln>
            <a:noFill/>
          </a:ln>
          <a:effectLst>
            <a:outerShdw blurRad="71438" rotWithShape="0" algn="bl">
              <a:srgbClr val="DFDEFF">
                <a:alpha val="4980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775EF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0" name="Google Shape;780;g2a55abf12ae_2_0"/>
          <p:cNvCxnSpPr/>
          <p:nvPr/>
        </p:nvCxnSpPr>
        <p:spPr>
          <a:xfrm>
            <a:off x="4257250" y="2560875"/>
            <a:ext cx="4181400" cy="0"/>
          </a:xfrm>
          <a:prstGeom prst="straightConnector1">
            <a:avLst/>
          </a:prstGeom>
          <a:noFill/>
          <a:ln cap="flat" cmpd="sng" w="19050">
            <a:solidFill>
              <a:srgbClr val="775EF5"/>
            </a:solidFill>
            <a:prstDash val="solid"/>
            <a:round/>
            <a:headEnd len="med" w="med" type="diamond"/>
            <a:tailEnd len="med" w="med" type="diamond"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</p:cxnSp>
      <p:sp>
        <p:nvSpPr>
          <p:cNvPr id="781" name="Google Shape;781;g2a55abf12ae_2_0"/>
          <p:cNvSpPr txBox="1"/>
          <p:nvPr>
            <p:ph idx="2" type="title"/>
          </p:nvPr>
        </p:nvSpPr>
        <p:spPr>
          <a:xfrm>
            <a:off x="720724" y="1854450"/>
            <a:ext cx="8330100" cy="109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>
              <a:srgbClr val="DFDEFF">
                <a:alpha val="498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0"/>
              <a:buNone/>
            </a:pPr>
            <a:r>
              <a:rPr lang="en" sz="13400"/>
              <a:t>Thank you!</a:t>
            </a:r>
            <a:endParaRPr sz="1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itcoin Company Pitch Deck by Slidesgo">
  <a:themeElements>
    <a:clrScheme name="Simple Light">
      <a:dk1>
        <a:srgbClr val="5B57DE"/>
      </a:dk1>
      <a:lt1>
        <a:srgbClr val="8E8BD8"/>
      </a:lt1>
      <a:dk2>
        <a:srgbClr val="DFDEFF"/>
      </a:dk2>
      <a:lt2>
        <a:srgbClr val="EEEEEE"/>
      </a:lt2>
      <a:accent1>
        <a:srgbClr val="3F308A"/>
      </a:accent1>
      <a:accent2>
        <a:srgbClr val="876FFF"/>
      </a:accent2>
      <a:accent3>
        <a:srgbClr val="FFFFFF"/>
      </a:accent3>
      <a:accent4>
        <a:srgbClr val="876FFF"/>
      </a:accent4>
      <a:accent5>
        <a:srgbClr val="DFDEFF"/>
      </a:accent5>
      <a:accent6>
        <a:srgbClr val="5B57DE"/>
      </a:accent6>
      <a:hlink>
        <a:srgbClr val="8E8BD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Leyre Ruiz de A</dc:creator>
</cp:coreProperties>
</file>